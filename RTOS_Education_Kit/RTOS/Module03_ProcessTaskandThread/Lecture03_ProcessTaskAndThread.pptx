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26"/>
  </p:notesMasterIdLst>
  <p:handoutMasterIdLst>
    <p:handoutMasterId r:id="rId27"/>
  </p:handoutMasterIdLst>
  <p:sldIdLst>
    <p:sldId id="529" r:id="rId8"/>
    <p:sldId id="257" r:id="rId9"/>
    <p:sldId id="258" r:id="rId10"/>
    <p:sldId id="260" r:id="rId11"/>
    <p:sldId id="261" r:id="rId12"/>
    <p:sldId id="262" r:id="rId13"/>
    <p:sldId id="263" r:id="rId14"/>
    <p:sldId id="264" r:id="rId15"/>
    <p:sldId id="277" r:id="rId16"/>
    <p:sldId id="273" r:id="rId17"/>
    <p:sldId id="274" r:id="rId18"/>
    <p:sldId id="267" r:id="rId19"/>
    <p:sldId id="268" r:id="rId20"/>
    <p:sldId id="271" r:id="rId21"/>
    <p:sldId id="272" r:id="rId22"/>
    <p:sldId id="270" r:id="rId23"/>
    <p:sldId id="278" r:id="rId24"/>
    <p:sldId id="276" r:id="rId2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6E2FF1"/>
    <a:srgbClr val="E0D1FC"/>
    <a:srgbClr val="000000"/>
    <a:srgbClr val="FFFFFF"/>
    <a:srgbClr val="080225"/>
    <a:srgbClr val="FF6900"/>
    <a:srgbClr val="00C1DE"/>
    <a:srgbClr val="7F7F7F"/>
    <a:srgbClr val="333E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87" autoAdjust="0"/>
    <p:restoredTop sz="62895" autoAdjust="0"/>
  </p:normalViewPr>
  <p:slideViewPr>
    <p:cSldViewPr snapToGrid="0">
      <p:cViewPr varScale="1">
        <p:scale>
          <a:sx n="38" d="100"/>
          <a:sy n="38" d="100"/>
        </p:scale>
        <p:origin x="1968" y="26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68" d="100"/>
          <a:sy n="168" d="100"/>
        </p:scale>
        <p:origin x="543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31378DF-B96E-4DBD-AA7C-45781D8AF11B}"/>
    <pc:docChg chg="modSld">
      <pc:chgData name="Tom Carter" userId="db1a6269-4a98-40f4-850a-a379349c8455" providerId="ADAL" clId="{A31378DF-B96E-4DBD-AA7C-45781D8AF11B}" dt="2025-10-14T13:42:26.193" v="11" actId="20577"/>
      <pc:docMkLst>
        <pc:docMk/>
      </pc:docMkLst>
      <pc:sldChg chg="modNotesTx">
        <pc:chgData name="Tom Carter" userId="db1a6269-4a98-40f4-850a-a379349c8455" providerId="ADAL" clId="{A31378DF-B96E-4DBD-AA7C-45781D8AF11B}" dt="2025-10-14T13:42:26.193" v="11" actId="20577"/>
        <pc:sldMkLst>
          <pc:docMk/>
          <pc:sldMk cId="2498013991" sldId="258"/>
        </pc:sldMkLst>
      </pc:sldChg>
      <pc:sldChg chg="modNotesTx">
        <pc:chgData name="Tom Carter" userId="db1a6269-4a98-40f4-850a-a379349c8455" providerId="ADAL" clId="{A31378DF-B96E-4DBD-AA7C-45781D8AF11B}" dt="2025-10-14T13:37:33.871" v="5" actId="20577"/>
        <pc:sldMkLst>
          <pc:docMk/>
          <pc:sldMk cId="918887205" sldId="260"/>
        </pc:sldMkLst>
      </pc:sldChg>
      <pc:sldChg chg="modNotesTx">
        <pc:chgData name="Tom Carter" userId="db1a6269-4a98-40f4-850a-a379349c8455" providerId="ADAL" clId="{A31378DF-B96E-4DBD-AA7C-45781D8AF11B}" dt="2025-10-14T13:37:57" v="6" actId="20577"/>
        <pc:sldMkLst>
          <pc:docMk/>
          <pc:sldMk cId="2499584651" sldId="261"/>
        </pc:sldMkLst>
      </pc:sldChg>
      <pc:sldChg chg="modNotesTx">
        <pc:chgData name="Tom Carter" userId="db1a6269-4a98-40f4-850a-a379349c8455" providerId="ADAL" clId="{A31378DF-B96E-4DBD-AA7C-45781D8AF11B}" dt="2025-10-14T13:38:59.608" v="7" actId="20577"/>
        <pc:sldMkLst>
          <pc:docMk/>
          <pc:sldMk cId="437783994" sldId="263"/>
        </pc:sldMkLst>
      </pc:sldChg>
      <pc:sldChg chg="modNotesTx">
        <pc:chgData name="Tom Carter" userId="db1a6269-4a98-40f4-850a-a379349c8455" providerId="ADAL" clId="{A31378DF-B96E-4DBD-AA7C-45781D8AF11B}" dt="2025-10-14T13:40:18.005" v="8" actId="20577"/>
        <pc:sldMkLst>
          <pc:docMk/>
          <pc:sldMk cId="1462324220"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10/14/2025</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next</a:t>
            </a:r>
            <a:r>
              <a:rPr lang="en-GB" baseline="0" dirty="0"/>
              <a:t> set of slides will cover the following topics: What a process is, basic view of memory layout, how switching between processes is achieved, some examples from Linux and RTX, how to terminate a process, the concepts of context switching and various states of process.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a:t>
            </a:fld>
            <a:endParaRPr lang="en-US"/>
          </a:p>
        </p:txBody>
      </p:sp>
    </p:spTree>
    <p:extLst>
      <p:ext uri="{BB962C8B-B14F-4D97-AF65-F5344CB8AC3E}">
        <p14:creationId xmlns:p14="http://schemas.microsoft.com/office/powerpoint/2010/main" val="2692297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you are using a PC</a:t>
            </a:r>
            <a:r>
              <a:rPr lang="en-GB" baseline="0" dirty="0"/>
              <a:t> with Windows, you will be able to see the “Task Manager”. You will see a number of processes running and some information about them such as: username, various instances of the process and its memory use.</a:t>
            </a:r>
          </a:p>
          <a:p>
            <a:r>
              <a:rPr lang="en-GB" baseline="0" dirty="0"/>
              <a:t>If you are using a Mac, press Command + space bar and type “Activity manager” to see the processes running in the Mac.</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a:t>
            </a:fld>
            <a:endParaRPr lang="en-US"/>
          </a:p>
        </p:txBody>
      </p:sp>
    </p:spTree>
    <p:extLst>
      <p:ext uri="{BB962C8B-B14F-4D97-AF65-F5344CB8AC3E}">
        <p14:creationId xmlns:p14="http://schemas.microsoft.com/office/powerpoint/2010/main" val="1337589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a:t>Various activities or sub</a:t>
            </a:r>
            <a:r>
              <a:rPr lang="en-GB" baseline="0" dirty="0"/>
              <a:t> programs are called processes by the operating system. A process has a run time allocation (the CPU switches between process in a time-shared manner and runs many processes at the same time). The operating system allocates memory and a process ID.</a:t>
            </a:r>
          </a:p>
          <a:p>
            <a:pPr marL="0" marR="0" indent="0" algn="l" defTabSz="4572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GB" baseline="0" dirty="0"/>
              <a:t>Within a process there can be a single thread or sequence of program steps or even multiple threads, depending on the hardware architecture of the CPU.</a:t>
            </a:r>
          </a:p>
          <a:p>
            <a:pPr marL="0" marR="0" indent="0" algn="l" defTabSz="4572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GB" baseline="0" dirty="0"/>
              <a:t>The operating system makes the process feel self-sufficient with the necessary hardware and memory resources. Processes may be aware of other running processes and be able to communicate with them with the support of OS.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4</a:t>
            </a:fld>
            <a:endParaRPr lang="en-US"/>
          </a:p>
        </p:txBody>
      </p:sp>
    </p:spTree>
    <p:extLst>
      <p:ext uri="{BB962C8B-B14F-4D97-AF65-F5344CB8AC3E}">
        <p14:creationId xmlns:p14="http://schemas.microsoft.com/office/powerpoint/2010/main" val="3523150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computer memory map programmer’s view is shown</a:t>
            </a:r>
            <a:r>
              <a:rPr lang="en-GB" baseline="0" dirty="0"/>
              <a:t> here. The memory contains a program with initialized data, then there is space for some reserved data locations. Next, there is memory allocated for use when a program calls “malloc” commands etc., this is the heap. Finally, there is some unused memory, then an area of memory called the “Stack”. Stack memory is used when a program/process jumps from one context to another. During this context switch, the stack is used to store return address, register values etc. The Stack pointer keeps track of the next available memory location in the stack. The stack works in a First In, Last Out (FILO) scheme. An example of this a tennis ball can, the last tennis ball being pushed into the can comes out first when balls are being taken out.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5</a:t>
            </a:fld>
            <a:endParaRPr lang="en-US"/>
          </a:p>
        </p:txBody>
      </p:sp>
    </p:spTree>
    <p:extLst>
      <p:ext uri="{BB962C8B-B14F-4D97-AF65-F5344CB8AC3E}">
        <p14:creationId xmlns:p14="http://schemas.microsoft.com/office/powerpoint/2010/main" val="3288659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Operating</a:t>
            </a:r>
            <a:r>
              <a:rPr lang="en-GB" baseline="0" dirty="0"/>
              <a:t> systems</a:t>
            </a:r>
            <a:r>
              <a:rPr lang="en-GB" dirty="0"/>
              <a:t> help in switching</a:t>
            </a:r>
            <a:r>
              <a:rPr lang="en-GB" baseline="0" dirty="0"/>
              <a:t> between processes (sometimes called tasks). The memory (variable) values, program counter (PC) value, stack pointer value, and register values  for each process are tracked/taken care of by the OS. A process should be run in their own context or register values etc. The OS makes sure that each process (or Thread) runs correctly with their own register values and parameter values, however a process can have multiple threads. A thread is an independent sub-program or sub-execution of the process. Multiple threads can run in parallel or run virtually in parallel, sharing resources such as memory, registers etc. The CPU hardware may support multiple threads to run in parallel by having separate registers and logic units for each thread. The parallel running of threads increases performance, i.e. reduces the run time of the process.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6</a:t>
            </a:fld>
            <a:endParaRPr lang="en-US"/>
          </a:p>
        </p:txBody>
      </p:sp>
    </p:spTree>
    <p:extLst>
      <p:ext uri="{BB962C8B-B14F-4D97-AF65-F5344CB8AC3E}">
        <p14:creationId xmlns:p14="http://schemas.microsoft.com/office/powerpoint/2010/main" val="3959049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Process</a:t>
            </a:r>
            <a:r>
              <a:rPr lang="en-GB" baseline="0" dirty="0"/>
              <a:t> Control Block (PCB) or the Task control Block keeps information about each process. The process information includes: a process ID, state, register values, scheduling information, memory allocated to the process, username of the process, and inter process communication capacity. The PCB is stored in memory and the process ID pointer shows the location.</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7</a:t>
            </a:fld>
            <a:endParaRPr lang="en-US"/>
          </a:p>
        </p:txBody>
      </p:sp>
    </p:spTree>
    <p:extLst>
      <p:ext uri="{BB962C8B-B14F-4D97-AF65-F5344CB8AC3E}">
        <p14:creationId xmlns:p14="http://schemas.microsoft.com/office/powerpoint/2010/main" val="2779239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a:t>
            </a:r>
            <a:r>
              <a:rPr lang="en-GB" baseline="0" dirty="0"/>
              <a:t> slide contains</a:t>
            </a:r>
            <a:r>
              <a:rPr lang="en-GB" dirty="0"/>
              <a:t> a Linux</a:t>
            </a:r>
            <a:r>
              <a:rPr lang="en-GB" baseline="0" dirty="0"/>
              <a:t> example of a TASK control Block. It starts at line 1164 and runs till line 1584. In the block, the characteristics and operations allowed for the task are defined.</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8</a:t>
            </a:fld>
            <a:endParaRPr lang="en-US"/>
          </a:p>
        </p:txBody>
      </p:sp>
    </p:spTree>
    <p:extLst>
      <p:ext uri="{BB962C8B-B14F-4D97-AF65-F5344CB8AC3E}">
        <p14:creationId xmlns:p14="http://schemas.microsoft.com/office/powerpoint/2010/main" val="3619143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D61E9-989A-12A2-7178-5078030E9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4BE66-91D8-59FE-AF0A-4166EDF670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0FA422-AE57-E0DC-34F6-54EC1332F205}"/>
              </a:ext>
            </a:extLst>
          </p:cNvPr>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In this slide, a CMSIS-RTOS v2 example is shown for creating a Thread.</a:t>
            </a:r>
            <a:br>
              <a:rPr lang="en-US" dirty="0"/>
            </a:br>
            <a:r>
              <a:rPr lang="en-US" dirty="0"/>
              <a:t>Instead of manually defining a Task Control Block (TCB), we use the </a:t>
            </a:r>
            <a:r>
              <a:rPr lang="en-US" dirty="0" err="1"/>
              <a:t>osThreadAttr_t</a:t>
            </a:r>
            <a:r>
              <a:rPr lang="en-US" dirty="0"/>
              <a:t> structure to describe task characteristics such as its name, priority, and stack size.</a:t>
            </a:r>
            <a:br>
              <a:rPr lang="en-US" dirty="0"/>
            </a:br>
            <a:r>
              <a:rPr lang="en-US" dirty="0"/>
              <a:t>The actual TCB is created and managed internally by the RTOS when </a:t>
            </a:r>
            <a:r>
              <a:rPr lang="en-US" dirty="0" err="1"/>
              <a:t>osThreadNew</a:t>
            </a:r>
            <a:r>
              <a:rPr lang="en-US" dirty="0"/>
              <a:t>() is called.</a:t>
            </a:r>
            <a:br>
              <a:rPr lang="en-US" dirty="0"/>
            </a:br>
            <a:r>
              <a:rPr lang="en-US" dirty="0"/>
              <a:t>This high-level API makes task creation simpler and portable across different RTOS kernels like RTX5 and </a:t>
            </a:r>
            <a:r>
              <a:rPr lang="en-US" dirty="0" err="1"/>
              <a:t>FreeRTOS</a:t>
            </a:r>
            <a:r>
              <a:rPr lang="en-US" dirty="0"/>
              <a:t>.</a:t>
            </a:r>
            <a:endParaRPr lang="en-GB" baseline="0" dirty="0"/>
          </a:p>
        </p:txBody>
      </p:sp>
      <p:sp>
        <p:nvSpPr>
          <p:cNvPr id="4" name="Slide Number Placeholder 3">
            <a:extLst>
              <a:ext uri="{FF2B5EF4-FFF2-40B4-BE49-F238E27FC236}">
                <a16:creationId xmlns:a16="http://schemas.microsoft.com/office/drawing/2014/main" id="{ACBB5A64-548E-64F2-92F2-2447A70CB335}"/>
              </a:ext>
            </a:extLst>
          </p:cNvPr>
          <p:cNvSpPr>
            <a:spLocks noGrp="1"/>
          </p:cNvSpPr>
          <p:nvPr>
            <p:ph type="sldNum" sz="quarter" idx="10"/>
          </p:nvPr>
        </p:nvSpPr>
        <p:spPr/>
        <p:txBody>
          <a:bodyPr/>
          <a:lstStyle/>
          <a:p>
            <a:fld id="{579786E7-EDAB-724E-B5AE-1BDD6B8AC677}" type="slidenum">
              <a:rPr lang="en-US" smtClean="0"/>
              <a:pPr/>
              <a:t>9</a:t>
            </a:fld>
            <a:endParaRPr lang="en-US"/>
          </a:p>
        </p:txBody>
      </p:sp>
    </p:spTree>
    <p:extLst>
      <p:ext uri="{BB962C8B-B14F-4D97-AF65-F5344CB8AC3E}">
        <p14:creationId xmlns:p14="http://schemas.microsoft.com/office/powerpoint/2010/main" val="54811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process can</a:t>
            </a:r>
            <a:r>
              <a:rPr lang="en-GB" baseline="0" dirty="0"/>
              <a:t> be initiated by the user or by the request of a process. The unique ID, memory allocation, initialization, memory management and linking of the process control block are created/fulfilled.</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10</a:t>
            </a:fld>
            <a:endParaRPr lang="en-US"/>
          </a:p>
        </p:txBody>
      </p:sp>
    </p:spTree>
    <p:extLst>
      <p:ext uri="{BB962C8B-B14F-4D97-AF65-F5344CB8AC3E}">
        <p14:creationId xmlns:p14="http://schemas.microsoft.com/office/powerpoint/2010/main" val="2606485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Processes (or task)</a:t>
            </a:r>
            <a:r>
              <a:rPr lang="en-GB" baseline="0" dirty="0"/>
              <a:t> are terminated by the OS, the user, or the process may terminate itself after completing a task. The output of the task on its completion is taken care of on termination. Whilst the process is terminating, the resources and memory allocated to the process on creation are released and the PCB is unlinked. Some of the tasks do not terminate in embedded systems since the tasks run continuously.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11</a:t>
            </a:fld>
            <a:endParaRPr lang="en-US"/>
          </a:p>
        </p:txBody>
      </p:sp>
    </p:spTree>
    <p:extLst>
      <p:ext uri="{BB962C8B-B14F-4D97-AF65-F5344CB8AC3E}">
        <p14:creationId xmlns:p14="http://schemas.microsoft.com/office/powerpoint/2010/main" val="1390764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a:t>
            </a:r>
            <a:r>
              <a:rPr lang="en-GB" baseline="0" dirty="0"/>
              <a:t> a CPU switches process, the following happens: Process A stops execution and Process B starts executing. Before this switch, the states of various registers used by process A are stored in STACK memory and the register values of process available in stack for process B are restored, this is where process B starts execution. At the correct switching time, process B stops and process A starts execution. Before this switch, the states of various registers used by process B are stored in STACK memory and the register values of process available in stack for process A are restored, now process A can begin its execution. The context switching time (the time taken to load the current process states and restore the new process states) does take a lot of instruction cycles. It is considered as the overhead time for context switching. There is hardware support available in order to reduce the amount of context switching time. This is multiple processes running in accordance with the concept of multiprogramming. In multiprogramming, multiple programs are switched to run on the CPU with context switching over head.</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12</a:t>
            </a:fld>
            <a:endParaRPr lang="en-US"/>
          </a:p>
        </p:txBody>
      </p:sp>
    </p:spTree>
    <p:extLst>
      <p:ext uri="{BB962C8B-B14F-4D97-AF65-F5344CB8AC3E}">
        <p14:creationId xmlns:p14="http://schemas.microsoft.com/office/powerpoint/2010/main" val="26868656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a:t>
            </a:r>
            <a:r>
              <a:rPr lang="en-GB" baseline="0" dirty="0"/>
              <a:t> </a:t>
            </a:r>
            <a:r>
              <a:rPr lang="en-GB" dirty="0"/>
              <a:t>process can be in a number of different</a:t>
            </a:r>
            <a:r>
              <a:rPr lang="en-GB" baseline="0" dirty="0"/>
              <a:t> states. Typically a process will be in one of these five states: new, ready, running, blocked and exit. In Linux, the task can be in various states as mentioned in the slide: </a:t>
            </a:r>
            <a:r>
              <a:rPr lang="en-GB" baseline="0" dirty="0" err="1"/>
              <a:t>Task_Running</a:t>
            </a:r>
            <a:r>
              <a:rPr lang="en-GB" baseline="0" dirty="0"/>
              <a:t> etc. </a:t>
            </a:r>
          </a:p>
          <a:p>
            <a:r>
              <a:rPr lang="en-GB" b="0" dirty="0"/>
              <a:t>In the Linux example, TASK_RUNNNING </a:t>
            </a:r>
            <a:r>
              <a:rPr lang="en-GB" dirty="0"/>
              <a:t> state means that the process is runnable, and it is either currently running or in a run queue waiting to run. Processes may run in user state or kernel stat. The process is either executing on the CPU or waiting for the CPU to execute.</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13</a:t>
            </a:fld>
            <a:endParaRPr lang="en-US"/>
          </a:p>
        </p:txBody>
      </p:sp>
    </p:spTree>
    <p:extLst>
      <p:ext uri="{BB962C8B-B14F-4D97-AF65-F5344CB8AC3E}">
        <p14:creationId xmlns:p14="http://schemas.microsoft.com/office/powerpoint/2010/main" val="8891025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task</a:t>
            </a:r>
            <a:r>
              <a:rPr lang="en-GB" baseline="0" dirty="0"/>
              <a:t> can be in any one of the states. If there are five states, then they are: new, ready, running, blocked and exit. The process transits from one state to another on some triggering event like a time out or dispatch.</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14</a:t>
            </a:fld>
            <a:endParaRPr lang="en-US"/>
          </a:p>
        </p:txBody>
      </p:sp>
    </p:spTree>
    <p:extLst>
      <p:ext uri="{BB962C8B-B14F-4D97-AF65-F5344CB8AC3E}">
        <p14:creationId xmlns:p14="http://schemas.microsoft.com/office/powerpoint/2010/main" val="1377556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five</a:t>
            </a:r>
            <a:r>
              <a:rPr lang="en-GB" baseline="0" dirty="0"/>
              <a:t> states and the trigger to transit the process from one state to the other are shown in the slide. For example, when the “admit” signal is triggered, the process moves from the “New” to “Ready” state. The “Admit” is triggered when the process is fully loaded into memory and control is established. Other triggers are explained in the slide and they are: Event occurs, event wait, dispatch, time out, admit, and release.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15</a:t>
            </a:fld>
            <a:endParaRPr lang="en-US"/>
          </a:p>
        </p:txBody>
      </p:sp>
    </p:spTree>
    <p:extLst>
      <p:ext uri="{BB962C8B-B14F-4D97-AF65-F5344CB8AC3E}">
        <p14:creationId xmlns:p14="http://schemas.microsoft.com/office/powerpoint/2010/main" val="1110257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process state is recorded by the Process Control Block (PCB). The process can be in one</a:t>
            </a:r>
            <a:r>
              <a:rPr lang="en-GB" baseline="0" dirty="0"/>
              <a:t> of the five states. When a process leaves or enters “Running” state, the context switch happens. Remember that the context switch involves storing and restoring of values from stack and consumes time. The OS maintains the queue structure for the processes in the same states. There are also more complicated models possible depending on the number of </a:t>
            </a:r>
            <a:r>
              <a:rPr lang="en-GB" baseline="0"/>
              <a:t>states (instead </a:t>
            </a:r>
            <a:r>
              <a:rPr lang="en-GB" baseline="0" dirty="0"/>
              <a:t>of Five, there can be 7 states).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16</a:t>
            </a:fld>
            <a:endParaRPr lang="en-US"/>
          </a:p>
        </p:txBody>
      </p:sp>
    </p:spTree>
    <p:extLst>
      <p:ext uri="{BB962C8B-B14F-4D97-AF65-F5344CB8AC3E}">
        <p14:creationId xmlns:p14="http://schemas.microsoft.com/office/powerpoint/2010/main" val="3940699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50CF6-28A2-2758-F17F-E68500F95F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D7681-E0DB-1FA8-711B-4530FC8466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7FA106-CEB1-B1F8-AFB9-E5E0A8B7314C}"/>
              </a:ext>
            </a:extLst>
          </p:cNvPr>
          <p:cNvSpPr>
            <a:spLocks noGrp="1"/>
          </p:cNvSpPr>
          <p:nvPr>
            <p:ph type="body" idx="1"/>
          </p:nvPr>
        </p:nvSpPr>
        <p:spPr/>
        <p:txBody>
          <a:bodyPr/>
          <a:lstStyle/>
          <a:p>
            <a:pPr>
              <a:buNone/>
            </a:pPr>
            <a:r>
              <a:rPr lang="en-US" dirty="0"/>
              <a:t>This slide shows standard Thread states used in CMSIS-RTOS v2.</a:t>
            </a:r>
            <a:br>
              <a:rPr lang="en-US" dirty="0"/>
            </a:br>
            <a:r>
              <a:rPr lang="en-US" dirty="0"/>
              <a:t>A task can be:</a:t>
            </a:r>
          </a:p>
          <a:p>
            <a:pPr>
              <a:buFont typeface="Arial" panose="020B0604020202020204" pitchFamily="34" charset="0"/>
              <a:buChar char="•"/>
            </a:pPr>
            <a:r>
              <a:rPr lang="en-US" b="1" dirty="0"/>
              <a:t>Inactive</a:t>
            </a:r>
            <a:r>
              <a:rPr lang="en-US" dirty="0"/>
              <a:t>: Created but not yet started, or terminated</a:t>
            </a:r>
          </a:p>
          <a:p>
            <a:pPr>
              <a:buFont typeface="Arial" panose="020B0604020202020204" pitchFamily="34" charset="0"/>
              <a:buChar char="•"/>
            </a:pPr>
            <a:r>
              <a:rPr lang="en-US" b="1" dirty="0"/>
              <a:t>Ready</a:t>
            </a:r>
            <a:r>
              <a:rPr lang="en-US" dirty="0"/>
              <a:t>: Waiting for CPU time</a:t>
            </a:r>
          </a:p>
          <a:p>
            <a:pPr>
              <a:buFont typeface="Arial" panose="020B0604020202020204" pitchFamily="34" charset="0"/>
              <a:buChar char="•"/>
            </a:pPr>
            <a:r>
              <a:rPr lang="en-US" b="1" dirty="0"/>
              <a:t>Running</a:t>
            </a:r>
            <a:r>
              <a:rPr lang="en-US" dirty="0"/>
              <a:t>: Actively executing</a:t>
            </a:r>
          </a:p>
          <a:p>
            <a:pPr>
              <a:buFont typeface="Arial" panose="020B0604020202020204" pitchFamily="34" charset="0"/>
              <a:buChar char="•"/>
            </a:pPr>
            <a:r>
              <a:rPr lang="en-US" b="1" dirty="0"/>
              <a:t>Blocked</a:t>
            </a:r>
            <a:r>
              <a:rPr lang="en-US" dirty="0"/>
              <a:t>: Waiting for an event (e.g., delay, semaphore, flag)</a:t>
            </a:r>
          </a:p>
          <a:p>
            <a:pPr>
              <a:buFont typeface="Arial" panose="020B0604020202020204" pitchFamily="34" charset="0"/>
              <a:buChar char="•"/>
            </a:pPr>
            <a:r>
              <a:rPr lang="en-US" b="1" dirty="0"/>
              <a:t>Terminated</a:t>
            </a:r>
            <a:r>
              <a:rPr lang="en-US" dirty="0"/>
              <a:t>: Deleted via </a:t>
            </a:r>
            <a:r>
              <a:rPr lang="en-US" dirty="0" err="1"/>
              <a:t>osThreadTerminate</a:t>
            </a:r>
            <a:r>
              <a:rPr lang="en-US" dirty="0"/>
              <a:t>()</a:t>
            </a:r>
          </a:p>
          <a:p>
            <a:r>
              <a:rPr lang="en-US" dirty="0"/>
              <a:t>The RTOS uses internal queues to manage transitions between these states.</a:t>
            </a:r>
            <a:br>
              <a:rPr lang="en-US" dirty="0"/>
            </a:br>
            <a:r>
              <a:rPr lang="en-US" dirty="0"/>
              <a:t>These states apply to both </a:t>
            </a:r>
            <a:r>
              <a:rPr lang="en-US" b="1" dirty="0" err="1"/>
              <a:t>FreeRTOS</a:t>
            </a:r>
            <a:r>
              <a:rPr lang="en-US" dirty="0"/>
              <a:t> and </a:t>
            </a:r>
            <a:r>
              <a:rPr lang="en-US" b="1" dirty="0"/>
              <a:t>RTX5</a:t>
            </a:r>
            <a:r>
              <a:rPr lang="en-US" dirty="0"/>
              <a:t> when using the CMSIS-RTOS v2 API.</a:t>
            </a:r>
          </a:p>
        </p:txBody>
      </p:sp>
      <p:sp>
        <p:nvSpPr>
          <p:cNvPr id="4" name="Slide Number Placeholder 3">
            <a:extLst>
              <a:ext uri="{FF2B5EF4-FFF2-40B4-BE49-F238E27FC236}">
                <a16:creationId xmlns:a16="http://schemas.microsoft.com/office/drawing/2014/main" id="{1FCB70BE-0F2E-DE3A-A168-991219CAB316}"/>
              </a:ext>
            </a:extLst>
          </p:cNvPr>
          <p:cNvSpPr>
            <a:spLocks noGrp="1"/>
          </p:cNvSpPr>
          <p:nvPr>
            <p:ph type="sldNum" sz="quarter" idx="10"/>
          </p:nvPr>
        </p:nvSpPr>
        <p:spPr/>
        <p:txBody>
          <a:bodyPr/>
          <a:lstStyle/>
          <a:p>
            <a:fld id="{579786E7-EDAB-724E-B5AE-1BDD6B8AC677}" type="slidenum">
              <a:rPr lang="en-US" smtClean="0"/>
              <a:pPr/>
              <a:t>17</a:t>
            </a:fld>
            <a:endParaRPr lang="en-US"/>
          </a:p>
        </p:txBody>
      </p:sp>
    </p:spTree>
    <p:extLst>
      <p:ext uri="{BB962C8B-B14F-4D97-AF65-F5344CB8AC3E}">
        <p14:creationId xmlns:p14="http://schemas.microsoft.com/office/powerpoint/2010/main" val="2421970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Next we will do the lab and learn about Scheduling.</a:t>
            </a:r>
          </a:p>
        </p:txBody>
      </p:sp>
      <p:sp>
        <p:nvSpPr>
          <p:cNvPr id="4" name="Slide Number Placeholder 3"/>
          <p:cNvSpPr>
            <a:spLocks noGrp="1"/>
          </p:cNvSpPr>
          <p:nvPr>
            <p:ph type="sldNum" sz="quarter" idx="10"/>
          </p:nvPr>
        </p:nvSpPr>
        <p:spPr/>
        <p:txBody>
          <a:bodyPr/>
          <a:lstStyle/>
          <a:p>
            <a:fld id="{579786E7-EDAB-724E-B5AE-1BDD6B8AC677}" type="slidenum">
              <a:rPr lang="en-US" smtClean="0"/>
              <a:pPr/>
              <a:t>18</a:t>
            </a:fld>
            <a:endParaRPr lang="en-US"/>
          </a:p>
        </p:txBody>
      </p:sp>
    </p:spTree>
    <p:extLst>
      <p:ext uri="{BB962C8B-B14F-4D97-AF65-F5344CB8AC3E}">
        <p14:creationId xmlns:p14="http://schemas.microsoft.com/office/powerpoint/2010/main" val="33731812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9.svg"/><Relationship Id="rId4"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9.svg"/><Relationship Id="rId4" Type="http://schemas.openxmlformats.org/officeDocument/2006/relationships/image" Target="../media/image1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6809" y="-1655"/>
            <a:ext cx="12170153" cy="6861312"/>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51357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email">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923" y="12288"/>
            <a:ext cx="12170154" cy="6845712"/>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24505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email">
            <a:extLst>
              <a:ext uri="{28A0092B-C50C-407E-A947-70E740481C1C}">
                <a14:useLocalDpi xmlns:a14="http://schemas.microsoft.com/office/drawing/2010/main"/>
              </a:ext>
            </a:extLst>
          </a:blip>
          <a:srcRect t="114" b="114"/>
          <a:stretch/>
        </p:blipFill>
        <p:spPr>
          <a:xfrm>
            <a:off x="0" y="-1"/>
            <a:ext cx="12192000" cy="6858001"/>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4" y="-3313"/>
            <a:ext cx="12170155" cy="6861313"/>
          </a:xfrm>
          <a:prstGeom prst="rect">
            <a:avLst/>
          </a:prstGeom>
        </p:spPr>
      </p:pic>
      <p:sp>
        <p:nvSpPr>
          <p:cNvPr id="14" name="Title 1">
            <a:extLst>
              <a:ext uri="{FF2B5EF4-FFF2-40B4-BE49-F238E27FC236}">
                <a16:creationId xmlns:a16="http://schemas.microsoft.com/office/drawing/2014/main" id="{7C57EF1A-3A61-4873-383F-EDF7A3F7FFCC}"/>
              </a:ext>
            </a:extLst>
          </p:cNvPr>
          <p:cNvSpPr>
            <a:spLocks noGrp="1"/>
          </p:cNvSpPr>
          <p:nvPr>
            <p:ph type="title" hasCustomPrompt="1"/>
          </p:nvPr>
        </p:nvSpPr>
        <p:spPr>
          <a:xfrm>
            <a:off x="360679" y="1510375"/>
            <a:ext cx="5736792" cy="2277995"/>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244E208C-3FF5-71DF-FBFF-D5FF53B6E248}"/>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7AF311BF-2314-8D48-AC7A-5EFD58EB8525}"/>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4BD1CAE6-A216-407B-8561-8BB0E66F341F}"/>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4ACA5659-48B8-F103-3055-6D3A49533041}"/>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C17D981E-0E61-3250-09C0-EF60B1A98479}"/>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F7FF9F78-EDD0-050F-9EC7-1D40F52B60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746714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email">
            <a:extLst>
              <a:ext uri="{28A0092B-C50C-407E-A947-70E740481C1C}">
                <a14:useLocalDpi xmlns:a14="http://schemas.microsoft.com/office/drawing/2010/main"/>
              </a:ext>
            </a:extLst>
          </a:blip>
          <a:srcRect t="114" b="114"/>
          <a:stretch/>
        </p:blipFill>
        <p:spPr>
          <a:xfrm>
            <a:off x="0" y="-1"/>
            <a:ext cx="12192000" cy="6858001"/>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0" y="7805"/>
            <a:ext cx="12178140" cy="6850203"/>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1" y="7805"/>
            <a:ext cx="12178138" cy="6850203"/>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2" y="7805"/>
            <a:ext cx="12178136"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214C193D-B073-202D-8958-C47C3A7DC93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9920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16FDD8-4D50-E10B-F484-E713AF90B13D}"/>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141C8EB-2716-D0A4-BC4E-29471232EAA4}"/>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3_Title Slide">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A7D7DEE-6163-20F7-5AF7-7376645D7FFB}"/>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pic>
        <p:nvPicPr>
          <p:cNvPr id="19" name="Graphic 18">
            <a:extLst>
              <a:ext uri="{FF2B5EF4-FFF2-40B4-BE49-F238E27FC236}">
                <a16:creationId xmlns:a16="http://schemas.microsoft.com/office/drawing/2014/main" id="{07565794-3AEB-5D2A-9147-A468135EEE6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8458"/>
          <a:stretch/>
        </p:blipFill>
        <p:spPr>
          <a:xfrm>
            <a:off x="4688732" y="0"/>
            <a:ext cx="7503268" cy="6858000"/>
          </a:xfrm>
          <a:prstGeom prst="rect">
            <a:avLst/>
          </a:prstGeom>
        </p:spPr>
      </p:pic>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5_Section Divider slid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3CDB6A-048E-6184-6207-868E8A1765EF}"/>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0D0C20A8-C54D-65D4-11B8-C82D369D21F9}"/>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1" name="Subtitle 2">
            <a:extLst>
              <a:ext uri="{FF2B5EF4-FFF2-40B4-BE49-F238E27FC236}">
                <a16:creationId xmlns:a16="http://schemas.microsoft.com/office/drawing/2014/main" id="{FF1AAD90-F573-8BD0-19A6-B91C4707E4CF}"/>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Box 26">
            <a:extLst>
              <a:ext uri="{FF2B5EF4-FFF2-40B4-BE49-F238E27FC236}">
                <a16:creationId xmlns:a16="http://schemas.microsoft.com/office/drawing/2014/main" id="{24B84CB4-71F3-F601-F020-E6CB4C95BC8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12EEBC7B-1FB6-AF27-7BBF-FC8C9CE7145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22">
            <a:extLst>
              <a:ext uri="{FF2B5EF4-FFF2-40B4-BE49-F238E27FC236}">
                <a16:creationId xmlns:a16="http://schemas.microsoft.com/office/drawing/2014/main" id="{3548D7FA-2928-C771-A153-26C14BB0C76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0955753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_Section Divider slide">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1A72565-69F8-7D4C-9FFB-ADEF3B3C09B7}"/>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A63A8DA-23CA-97BC-A272-19AAFA70918C}"/>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4" name="Picture Placeholder 3">
            <a:extLst>
              <a:ext uri="{FF2B5EF4-FFF2-40B4-BE49-F238E27FC236}">
                <a16:creationId xmlns:a16="http://schemas.microsoft.com/office/drawing/2014/main" id="{AA1789B9-D8A7-9466-F754-97D58DA98805}"/>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10" name="Subtitle 2">
            <a:extLst>
              <a:ext uri="{FF2B5EF4-FFF2-40B4-BE49-F238E27FC236}">
                <a16:creationId xmlns:a16="http://schemas.microsoft.com/office/drawing/2014/main" id="{1C93D28D-00B8-EACB-1395-1BEC72A9B999}"/>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5" name="TextBox 26">
            <a:extLst>
              <a:ext uri="{FF2B5EF4-FFF2-40B4-BE49-F238E27FC236}">
                <a16:creationId xmlns:a16="http://schemas.microsoft.com/office/drawing/2014/main" id="{B6238B2A-A8A5-E2AB-8F04-5B5A523F4B1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2" name="TextBox 20">
            <a:extLst>
              <a:ext uri="{FF2B5EF4-FFF2-40B4-BE49-F238E27FC236}">
                <a16:creationId xmlns:a16="http://schemas.microsoft.com/office/drawing/2014/main" id="{CB169062-0B35-9250-C992-E6343D715F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6" name="Picture 22">
            <a:extLst>
              <a:ext uri="{FF2B5EF4-FFF2-40B4-BE49-F238E27FC236}">
                <a16:creationId xmlns:a16="http://schemas.microsoft.com/office/drawing/2014/main" id="{FDBB7178-5316-3439-538A-2EDE75DD670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228799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1_Title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A98978-DD5F-0102-606C-E4581697EB88}"/>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ubtitle 2">
            <a:extLst>
              <a:ext uri="{FF2B5EF4-FFF2-40B4-BE49-F238E27FC236}">
                <a16:creationId xmlns:a16="http://schemas.microsoft.com/office/drawing/2014/main" id="{9F7F906D-B036-EBA7-A79C-9CB0971E955D}"/>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pic>
        <p:nvPicPr>
          <p:cNvPr id="21" name="Graphic 20">
            <a:extLst>
              <a:ext uri="{FF2B5EF4-FFF2-40B4-BE49-F238E27FC236}">
                <a16:creationId xmlns:a16="http://schemas.microsoft.com/office/drawing/2014/main" id="{64AAB820-12AF-F669-57B8-65DFC760F48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3640"/>
          <a:stretch/>
        </p:blipFill>
        <p:spPr>
          <a:xfrm>
            <a:off x="4101352" y="0"/>
            <a:ext cx="8090647" cy="6858000"/>
          </a:xfrm>
          <a:prstGeom prst="rect">
            <a:avLst/>
          </a:prstGeom>
        </p:spPr>
      </p:pic>
      <p:sp>
        <p:nvSpPr>
          <p:cNvPr id="4" name="Title 1">
            <a:extLst>
              <a:ext uri="{FF2B5EF4-FFF2-40B4-BE49-F238E27FC236}">
                <a16:creationId xmlns:a16="http://schemas.microsoft.com/office/drawing/2014/main" id="{2CBC9AFA-318E-1B39-A4C3-A3273424EC42}"/>
              </a:ext>
            </a:extLst>
          </p:cNvPr>
          <p:cNvSpPr>
            <a:spLocks noGrp="1"/>
          </p:cNvSpPr>
          <p:nvPr>
            <p:ph type="title" hasCustomPrompt="1"/>
          </p:nvPr>
        </p:nvSpPr>
        <p:spPr>
          <a:xfrm>
            <a:off x="334963" y="3429000"/>
            <a:ext cx="5151437"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6" name="TextBox 26">
            <a:extLst>
              <a:ext uri="{FF2B5EF4-FFF2-40B4-BE49-F238E27FC236}">
                <a16:creationId xmlns:a16="http://schemas.microsoft.com/office/drawing/2014/main" id="{64BE84E3-2381-E806-1FF9-B9741E9A269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5C1A6627-1655-8C48-BBB8-278252AD927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5" name="Picture 22">
            <a:extLst>
              <a:ext uri="{FF2B5EF4-FFF2-40B4-BE49-F238E27FC236}">
                <a16:creationId xmlns:a16="http://schemas.microsoft.com/office/drawing/2014/main" id="{305FBFF3-D67E-10FF-6FA7-394CE56D6AB2}"/>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4934547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3_Section Divider slide">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9ABEE5-93EF-491D-228D-7893F85BACB9}"/>
              </a:ext>
            </a:extLst>
          </p:cNvPr>
          <p:cNvSpPr/>
          <p:nvPr userDrawn="1"/>
        </p:nvSpPr>
        <p:spPr>
          <a:xfrm>
            <a:off x="0" y="0"/>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51E162B4-1E76-6A41-8A01-7EA4B4BFF77E}"/>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9" name="Subtitle 2">
            <a:extLst>
              <a:ext uri="{FF2B5EF4-FFF2-40B4-BE49-F238E27FC236}">
                <a16:creationId xmlns:a16="http://schemas.microsoft.com/office/drawing/2014/main" id="{DE1258B5-E04F-388B-1997-FB9CF8C4FF2D}"/>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691025BF-745D-5DE4-EE33-730926E64B5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5" name="TextBox 20">
            <a:extLst>
              <a:ext uri="{FF2B5EF4-FFF2-40B4-BE49-F238E27FC236}">
                <a16:creationId xmlns:a16="http://schemas.microsoft.com/office/drawing/2014/main" id="{B77C154C-CE11-FA7D-3A24-6E966B685ED1}"/>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6" name="Picture 22">
            <a:extLst>
              <a:ext uri="{FF2B5EF4-FFF2-40B4-BE49-F238E27FC236}">
                <a16:creationId xmlns:a16="http://schemas.microsoft.com/office/drawing/2014/main" id="{E853A676-C9C0-3C5E-2DCC-AC0DC06837D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8962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4_Title Slide">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485EBA8-5BF4-39D5-5B17-4925B0B63CFB}"/>
              </a:ext>
            </a:extLst>
          </p:cNvPr>
          <p:cNvSpPr/>
          <p:nvPr userDrawn="1"/>
        </p:nvSpPr>
        <p:spPr>
          <a:xfrm>
            <a:off x="0" y="0"/>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B8ED11AB-6788-862E-E56B-79CD4205D7BD}"/>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10" name="Title 1">
            <a:extLst>
              <a:ext uri="{FF2B5EF4-FFF2-40B4-BE49-F238E27FC236}">
                <a16:creationId xmlns:a16="http://schemas.microsoft.com/office/drawing/2014/main" id="{8C031A48-4339-3EEF-9438-7E994A23FFC6}"/>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1" name="Subtitle 2">
            <a:extLst>
              <a:ext uri="{FF2B5EF4-FFF2-40B4-BE49-F238E27FC236}">
                <a16:creationId xmlns:a16="http://schemas.microsoft.com/office/drawing/2014/main" id="{51B1412F-135B-2518-55B4-63D1536F54B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CC01F541-833F-F498-AB2D-D9E094D70FFE}"/>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60512D20-F523-66CF-3420-7E4A0E9E449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7" name="Picture 22">
            <a:extLst>
              <a:ext uri="{FF2B5EF4-FFF2-40B4-BE49-F238E27FC236}">
                <a16:creationId xmlns:a16="http://schemas.microsoft.com/office/drawing/2014/main" id="{98416B02-4319-B2F0-AB80-87262233F1F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7062963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7_Title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BD8FF1-245A-4013-5A44-1059CE6BE1E3}"/>
              </a:ext>
            </a:extLst>
          </p:cNvPr>
          <p:cNvSpPr/>
          <p:nvPr userDrawn="1"/>
        </p:nvSpPr>
        <p:spPr>
          <a:xfrm>
            <a:off x="0" y="3641"/>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2">
            <a:extLst>
              <a:ext uri="{FF2B5EF4-FFF2-40B4-BE49-F238E27FC236}">
                <a16:creationId xmlns:a16="http://schemas.microsoft.com/office/drawing/2014/main" id="{87A20BF6-68D1-FE7E-5733-0C09036B17A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pic>
        <p:nvPicPr>
          <p:cNvPr id="13" name="Graphic 12">
            <a:extLst>
              <a:ext uri="{FF2B5EF4-FFF2-40B4-BE49-F238E27FC236}">
                <a16:creationId xmlns:a16="http://schemas.microsoft.com/office/drawing/2014/main" id="{879AC630-79C0-5BBC-6D49-8063F75D5CE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38458"/>
          <a:stretch/>
        </p:blipFill>
        <p:spPr>
          <a:xfrm>
            <a:off x="4688732" y="0"/>
            <a:ext cx="7503268" cy="6858000"/>
          </a:xfrm>
          <a:prstGeom prst="rect">
            <a:avLst/>
          </a:prstGeom>
        </p:spPr>
      </p:pic>
      <p:sp>
        <p:nvSpPr>
          <p:cNvPr id="2" name="Title 1">
            <a:extLst>
              <a:ext uri="{FF2B5EF4-FFF2-40B4-BE49-F238E27FC236}">
                <a16:creationId xmlns:a16="http://schemas.microsoft.com/office/drawing/2014/main" id="{2776F8AE-E471-3521-ED82-EDDE4F14C612}"/>
              </a:ext>
            </a:extLst>
          </p:cNvPr>
          <p:cNvSpPr>
            <a:spLocks noGrp="1"/>
          </p:cNvSpPr>
          <p:nvPr>
            <p:ph type="title" hasCustomPrompt="1"/>
          </p:nvPr>
        </p:nvSpPr>
        <p:spPr>
          <a:xfrm>
            <a:off x="334963" y="3429000"/>
            <a:ext cx="6192840"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91D9C987-32D8-B116-A2B4-FF51E539473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Box 26">
            <a:extLst>
              <a:ext uri="{FF2B5EF4-FFF2-40B4-BE49-F238E27FC236}">
                <a16:creationId xmlns:a16="http://schemas.microsoft.com/office/drawing/2014/main" id="{0F0CDCBF-016A-CCE1-4E15-3C8153720FE0}"/>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BCDC5E03-DC68-FE7D-0CA3-E1DDF5B7E8F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spTree>
    <p:extLst>
      <p:ext uri="{BB962C8B-B14F-4D97-AF65-F5344CB8AC3E}">
        <p14:creationId xmlns:p14="http://schemas.microsoft.com/office/powerpoint/2010/main" val="20370251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6" name="Picture Placeholder 5"/>
          <p:cNvSpPr>
            <a:spLocks noGrp="1"/>
          </p:cNvSpPr>
          <p:nvPr>
            <p:ph type="pic" sz="quarter" idx="17"/>
          </p:nvPr>
        </p:nvSpPr>
        <p:spPr>
          <a:xfrm>
            <a:off x="3287778" y="1629287"/>
            <a:ext cx="2748972" cy="204949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04" name="Picture Placeholder 5"/>
          <p:cNvSpPr>
            <a:spLocks noGrp="1"/>
          </p:cNvSpPr>
          <p:nvPr>
            <p:ph type="pic" sz="quarter" idx="18"/>
          </p:nvPr>
        </p:nvSpPr>
        <p:spPr>
          <a:xfrm>
            <a:off x="3287778" y="3867401"/>
            <a:ext cx="2748972" cy="206033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105" name="Picture Placeholder 5"/>
          <p:cNvSpPr>
            <a:spLocks noGrp="1"/>
          </p:cNvSpPr>
          <p:nvPr>
            <p:ph type="pic" sz="quarter" idx="19"/>
          </p:nvPr>
        </p:nvSpPr>
        <p:spPr>
          <a:xfrm>
            <a:off x="9066212" y="1629287"/>
            <a:ext cx="2790825" cy="204949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06" name="Picture Placeholder 5"/>
          <p:cNvSpPr>
            <a:spLocks noGrp="1"/>
          </p:cNvSpPr>
          <p:nvPr>
            <p:ph type="pic" sz="quarter" idx="20"/>
          </p:nvPr>
        </p:nvSpPr>
        <p:spPr>
          <a:xfrm>
            <a:off x="9066212" y="3867400"/>
            <a:ext cx="2790825" cy="206033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14" name="Text Placeholder 7"/>
          <p:cNvSpPr>
            <a:spLocks noGrp="1"/>
          </p:cNvSpPr>
          <p:nvPr>
            <p:ph type="body" sz="quarter" idx="21" hasCustomPrompt="1"/>
          </p:nvPr>
        </p:nvSpPr>
        <p:spPr>
          <a:xfrm>
            <a:off x="341681" y="1629287"/>
            <a:ext cx="2762365" cy="429844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7"/>
          <p:cNvSpPr>
            <a:spLocks noGrp="1"/>
          </p:cNvSpPr>
          <p:nvPr>
            <p:ph type="body" sz="quarter" idx="22" hasCustomPrompt="1"/>
          </p:nvPr>
        </p:nvSpPr>
        <p:spPr>
          <a:xfrm>
            <a:off x="6176995" y="1629287"/>
            <a:ext cx="2748972" cy="429844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3414441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2 column text with image">
    <p:spTree>
      <p:nvGrpSpPr>
        <p:cNvPr id="1" name=""/>
        <p:cNvGrpSpPr/>
        <p:nvPr/>
      </p:nvGrpSpPr>
      <p:grpSpPr>
        <a:xfrm>
          <a:off x="0" y="0"/>
          <a:ext cx="0" cy="0"/>
          <a:chOff x="0" y="0"/>
          <a:chExt cx="0" cy="0"/>
        </a:xfrm>
      </p:grpSpPr>
      <p:sp>
        <p:nvSpPr>
          <p:cNvPr id="104" name="Picture Placeholder 5"/>
          <p:cNvSpPr>
            <a:spLocks noGrp="1"/>
          </p:cNvSpPr>
          <p:nvPr>
            <p:ph type="pic" sz="quarter" idx="18"/>
          </p:nvPr>
        </p:nvSpPr>
        <p:spPr>
          <a:xfrm>
            <a:off x="341949" y="1629287"/>
            <a:ext cx="2722288"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11" name="Picture Placeholder 5">
            <a:extLst>
              <a:ext uri="{FF2B5EF4-FFF2-40B4-BE49-F238E27FC236}">
                <a16:creationId xmlns:a16="http://schemas.microsoft.com/office/drawing/2014/main" id="{C5460D7C-0B2B-F4D4-9405-85214B86F68B}"/>
              </a:ext>
            </a:extLst>
          </p:cNvPr>
          <p:cNvSpPr>
            <a:spLocks noGrp="1"/>
          </p:cNvSpPr>
          <p:nvPr>
            <p:ph type="pic" sz="quarter" idx="22"/>
          </p:nvPr>
        </p:nvSpPr>
        <p:spPr>
          <a:xfrm>
            <a:off x="3225094"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5">
            <a:extLst>
              <a:ext uri="{FF2B5EF4-FFF2-40B4-BE49-F238E27FC236}">
                <a16:creationId xmlns:a16="http://schemas.microsoft.com/office/drawing/2014/main" id="{A6E0E23D-AAC8-8137-B3E1-1284296BC7FF}"/>
              </a:ext>
            </a:extLst>
          </p:cNvPr>
          <p:cNvSpPr>
            <a:spLocks noGrp="1"/>
          </p:cNvSpPr>
          <p:nvPr>
            <p:ph type="pic" sz="quarter" idx="24"/>
          </p:nvPr>
        </p:nvSpPr>
        <p:spPr>
          <a:xfrm>
            <a:off x="6112227"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5">
            <a:extLst>
              <a:ext uri="{FF2B5EF4-FFF2-40B4-BE49-F238E27FC236}">
                <a16:creationId xmlns:a16="http://schemas.microsoft.com/office/drawing/2014/main" id="{34360A4A-5339-7555-17BE-92B2B833115B}"/>
              </a:ext>
            </a:extLst>
          </p:cNvPr>
          <p:cNvSpPr>
            <a:spLocks noGrp="1"/>
          </p:cNvSpPr>
          <p:nvPr>
            <p:ph type="pic" sz="quarter" idx="26"/>
          </p:nvPr>
        </p:nvSpPr>
        <p:spPr>
          <a:xfrm>
            <a:off x="8982427"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28250F92-0A52-2C2C-CA52-106847C17367}"/>
              </a:ext>
            </a:extLst>
          </p:cNvPr>
          <p:cNvCxnSpPr>
            <a:cxnSpLocks/>
          </p:cNvCxnSpPr>
          <p:nvPr userDrawn="1"/>
        </p:nvCxnSpPr>
        <p:spPr>
          <a:xfrm>
            <a:off x="355341" y="1458024"/>
            <a:ext cx="11501697" cy="0"/>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8492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2 column text with image">
    <p:spTree>
      <p:nvGrpSpPr>
        <p:cNvPr id="1" name=""/>
        <p:cNvGrpSpPr/>
        <p:nvPr/>
      </p:nvGrpSpPr>
      <p:grpSpPr>
        <a:xfrm>
          <a:off x="0" y="0"/>
          <a:ext cx="0" cy="0"/>
          <a:chOff x="0" y="0"/>
          <a:chExt cx="0" cy="0"/>
        </a:xfrm>
      </p:grpSpPr>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7">
            <a:extLst>
              <a:ext uri="{FF2B5EF4-FFF2-40B4-BE49-F238E27FC236}">
                <a16:creationId xmlns:a16="http://schemas.microsoft.com/office/drawing/2014/main" id="{8DEC174F-ADED-FDBF-C6BD-CC5EA1D4D50F}"/>
              </a:ext>
            </a:extLst>
          </p:cNvPr>
          <p:cNvSpPr>
            <a:spLocks noGrp="1"/>
          </p:cNvSpPr>
          <p:nvPr>
            <p:ph type="body" sz="quarter" idx="28" hasCustomPrompt="1"/>
          </p:nvPr>
        </p:nvSpPr>
        <p:spPr>
          <a:xfrm>
            <a:off x="341949"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9" name="Text Placeholder 7">
            <a:extLst>
              <a:ext uri="{FF2B5EF4-FFF2-40B4-BE49-F238E27FC236}">
                <a16:creationId xmlns:a16="http://schemas.microsoft.com/office/drawing/2014/main" id="{D11A6F5E-3913-17ED-4FCA-C7C5F4F934C0}"/>
              </a:ext>
            </a:extLst>
          </p:cNvPr>
          <p:cNvSpPr>
            <a:spLocks noGrp="1"/>
          </p:cNvSpPr>
          <p:nvPr>
            <p:ph type="body" sz="quarter" idx="29" hasCustomPrompt="1"/>
          </p:nvPr>
        </p:nvSpPr>
        <p:spPr>
          <a:xfrm>
            <a:off x="3221073"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0" name="Text Placeholder 7">
            <a:extLst>
              <a:ext uri="{FF2B5EF4-FFF2-40B4-BE49-F238E27FC236}">
                <a16:creationId xmlns:a16="http://schemas.microsoft.com/office/drawing/2014/main" id="{D9EB60DC-009B-47A9-58C2-E9289D76E582}"/>
              </a:ext>
            </a:extLst>
          </p:cNvPr>
          <p:cNvSpPr>
            <a:spLocks noGrp="1"/>
          </p:cNvSpPr>
          <p:nvPr>
            <p:ph type="body" sz="quarter" idx="30" hasCustomPrompt="1"/>
          </p:nvPr>
        </p:nvSpPr>
        <p:spPr>
          <a:xfrm>
            <a:off x="6100197"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6" name="Text Placeholder 7">
            <a:extLst>
              <a:ext uri="{FF2B5EF4-FFF2-40B4-BE49-F238E27FC236}">
                <a16:creationId xmlns:a16="http://schemas.microsoft.com/office/drawing/2014/main" id="{5E4B321B-5901-6E05-22C2-FD9B5FAF86BC}"/>
              </a:ext>
            </a:extLst>
          </p:cNvPr>
          <p:cNvSpPr>
            <a:spLocks noGrp="1"/>
          </p:cNvSpPr>
          <p:nvPr>
            <p:ph type="body" sz="quarter" idx="31" hasCustomPrompt="1"/>
          </p:nvPr>
        </p:nvSpPr>
        <p:spPr>
          <a:xfrm>
            <a:off x="8979321"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cxnSp>
        <p:nvCxnSpPr>
          <p:cNvPr id="6" name="Straight Connector 5">
            <a:extLst>
              <a:ext uri="{FF2B5EF4-FFF2-40B4-BE49-F238E27FC236}">
                <a16:creationId xmlns:a16="http://schemas.microsoft.com/office/drawing/2014/main" id="{9A17AD42-0E6D-D003-E77D-5403939E86A6}"/>
              </a:ext>
            </a:extLst>
          </p:cNvPr>
          <p:cNvCxnSpPr>
            <a:cxnSpLocks/>
          </p:cNvCxnSpPr>
          <p:nvPr userDrawn="1"/>
        </p:nvCxnSpPr>
        <p:spPr>
          <a:xfrm>
            <a:off x="355341" y="1458024"/>
            <a:ext cx="11501697" cy="0"/>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54322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2 column text with image">
    <p:spTree>
      <p:nvGrpSpPr>
        <p:cNvPr id="1" name=""/>
        <p:cNvGrpSpPr/>
        <p:nvPr/>
      </p:nvGrpSpPr>
      <p:grpSpPr>
        <a:xfrm>
          <a:off x="0" y="0"/>
          <a:ext cx="0" cy="0"/>
          <a:chOff x="0" y="0"/>
          <a:chExt cx="0" cy="0"/>
        </a:xfrm>
      </p:grpSpPr>
      <p:sp>
        <p:nvSpPr>
          <p:cNvPr id="14" name="Text Placeholder 7"/>
          <p:cNvSpPr>
            <a:spLocks noGrp="1"/>
          </p:cNvSpPr>
          <p:nvPr>
            <p:ph type="body" sz="quarter" idx="21" hasCustomPrompt="1"/>
          </p:nvPr>
        </p:nvSpPr>
        <p:spPr>
          <a:xfrm>
            <a:off x="341949"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5" name="Text Placeholder 7">
            <a:extLst>
              <a:ext uri="{FF2B5EF4-FFF2-40B4-BE49-F238E27FC236}">
                <a16:creationId xmlns:a16="http://schemas.microsoft.com/office/drawing/2014/main" id="{8DEC174F-ADED-FDBF-C6BD-CC5EA1D4D50F}"/>
              </a:ext>
            </a:extLst>
          </p:cNvPr>
          <p:cNvSpPr>
            <a:spLocks noGrp="1"/>
          </p:cNvSpPr>
          <p:nvPr>
            <p:ph type="body" sz="quarter" idx="28" hasCustomPrompt="1"/>
          </p:nvPr>
        </p:nvSpPr>
        <p:spPr>
          <a:xfrm>
            <a:off x="341949"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9" name="Text Placeholder 7">
            <a:extLst>
              <a:ext uri="{FF2B5EF4-FFF2-40B4-BE49-F238E27FC236}">
                <a16:creationId xmlns:a16="http://schemas.microsoft.com/office/drawing/2014/main" id="{D11A6F5E-3913-17ED-4FCA-C7C5F4F934C0}"/>
              </a:ext>
            </a:extLst>
          </p:cNvPr>
          <p:cNvSpPr>
            <a:spLocks noGrp="1"/>
          </p:cNvSpPr>
          <p:nvPr>
            <p:ph type="body" sz="quarter" idx="29" hasCustomPrompt="1"/>
          </p:nvPr>
        </p:nvSpPr>
        <p:spPr>
          <a:xfrm>
            <a:off x="3221073"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0" name="Text Placeholder 7">
            <a:extLst>
              <a:ext uri="{FF2B5EF4-FFF2-40B4-BE49-F238E27FC236}">
                <a16:creationId xmlns:a16="http://schemas.microsoft.com/office/drawing/2014/main" id="{D9EB60DC-009B-47A9-58C2-E9289D76E582}"/>
              </a:ext>
            </a:extLst>
          </p:cNvPr>
          <p:cNvSpPr>
            <a:spLocks noGrp="1"/>
          </p:cNvSpPr>
          <p:nvPr>
            <p:ph type="body" sz="quarter" idx="30" hasCustomPrompt="1"/>
          </p:nvPr>
        </p:nvSpPr>
        <p:spPr>
          <a:xfrm>
            <a:off x="6100197"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6" name="Text Placeholder 7">
            <a:extLst>
              <a:ext uri="{FF2B5EF4-FFF2-40B4-BE49-F238E27FC236}">
                <a16:creationId xmlns:a16="http://schemas.microsoft.com/office/drawing/2014/main" id="{5E4B321B-5901-6E05-22C2-FD9B5FAF86BC}"/>
              </a:ext>
            </a:extLst>
          </p:cNvPr>
          <p:cNvSpPr>
            <a:spLocks noGrp="1"/>
          </p:cNvSpPr>
          <p:nvPr>
            <p:ph type="body" sz="quarter" idx="31" hasCustomPrompt="1"/>
          </p:nvPr>
        </p:nvSpPr>
        <p:spPr>
          <a:xfrm>
            <a:off x="8979321"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6" name="Text Placeholder 7">
            <a:extLst>
              <a:ext uri="{FF2B5EF4-FFF2-40B4-BE49-F238E27FC236}">
                <a16:creationId xmlns:a16="http://schemas.microsoft.com/office/drawing/2014/main" id="{E957452A-AF7E-7246-7A35-3BB379A8B532}"/>
              </a:ext>
            </a:extLst>
          </p:cNvPr>
          <p:cNvSpPr>
            <a:spLocks noGrp="1"/>
          </p:cNvSpPr>
          <p:nvPr>
            <p:ph type="body" sz="quarter" idx="32" hasCustomPrompt="1"/>
          </p:nvPr>
        </p:nvSpPr>
        <p:spPr>
          <a:xfrm>
            <a:off x="3221074"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7" name="Text Placeholder 7">
            <a:extLst>
              <a:ext uri="{FF2B5EF4-FFF2-40B4-BE49-F238E27FC236}">
                <a16:creationId xmlns:a16="http://schemas.microsoft.com/office/drawing/2014/main" id="{B5EBBE91-55EF-15D2-1710-DC4DF3D74DA8}"/>
              </a:ext>
            </a:extLst>
          </p:cNvPr>
          <p:cNvSpPr>
            <a:spLocks noGrp="1"/>
          </p:cNvSpPr>
          <p:nvPr>
            <p:ph type="body" sz="quarter" idx="33" hasCustomPrompt="1"/>
          </p:nvPr>
        </p:nvSpPr>
        <p:spPr>
          <a:xfrm>
            <a:off x="6100197"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8" name="Text Placeholder 7">
            <a:extLst>
              <a:ext uri="{FF2B5EF4-FFF2-40B4-BE49-F238E27FC236}">
                <a16:creationId xmlns:a16="http://schemas.microsoft.com/office/drawing/2014/main" id="{59A3577A-B822-01D3-6925-E735C4C29381}"/>
              </a:ext>
            </a:extLst>
          </p:cNvPr>
          <p:cNvSpPr>
            <a:spLocks noGrp="1"/>
          </p:cNvSpPr>
          <p:nvPr>
            <p:ph type="body" sz="quarter" idx="34" hasCustomPrompt="1"/>
          </p:nvPr>
        </p:nvSpPr>
        <p:spPr>
          <a:xfrm>
            <a:off x="8975725"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1" name="Text Placeholder 7">
            <a:extLst>
              <a:ext uri="{FF2B5EF4-FFF2-40B4-BE49-F238E27FC236}">
                <a16:creationId xmlns:a16="http://schemas.microsoft.com/office/drawing/2014/main" id="{169C80CA-6FC8-09B8-7988-1C03FBFEAC6F}"/>
              </a:ext>
            </a:extLst>
          </p:cNvPr>
          <p:cNvSpPr>
            <a:spLocks noGrp="1"/>
          </p:cNvSpPr>
          <p:nvPr>
            <p:ph type="body" sz="quarter" idx="35" hasCustomPrompt="1"/>
          </p:nvPr>
        </p:nvSpPr>
        <p:spPr>
          <a:xfrm>
            <a:off x="341949"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3" name="Straight Connector 12">
            <a:extLst>
              <a:ext uri="{FF2B5EF4-FFF2-40B4-BE49-F238E27FC236}">
                <a16:creationId xmlns:a16="http://schemas.microsoft.com/office/drawing/2014/main" id="{4E9CA1D0-C1B9-D36D-765F-EB10095B4D00}"/>
              </a:ext>
            </a:extLst>
          </p:cNvPr>
          <p:cNvCxnSpPr>
            <a:cxnSpLocks/>
          </p:cNvCxnSpPr>
          <p:nvPr userDrawn="1"/>
        </p:nvCxnSpPr>
        <p:spPr>
          <a:xfrm flipH="1">
            <a:off x="334963" y="3652584"/>
            <a:ext cx="1152207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Text Placeholder 7">
            <a:extLst>
              <a:ext uri="{FF2B5EF4-FFF2-40B4-BE49-F238E27FC236}">
                <a16:creationId xmlns:a16="http://schemas.microsoft.com/office/drawing/2014/main" id="{ED8DED05-E2E3-E60C-8FB6-98C11629DBEA}"/>
              </a:ext>
            </a:extLst>
          </p:cNvPr>
          <p:cNvSpPr>
            <a:spLocks noGrp="1"/>
          </p:cNvSpPr>
          <p:nvPr>
            <p:ph type="body" sz="quarter" idx="36" hasCustomPrompt="1"/>
          </p:nvPr>
        </p:nvSpPr>
        <p:spPr>
          <a:xfrm>
            <a:off x="341949"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9" name="Text Placeholder 7">
            <a:extLst>
              <a:ext uri="{FF2B5EF4-FFF2-40B4-BE49-F238E27FC236}">
                <a16:creationId xmlns:a16="http://schemas.microsoft.com/office/drawing/2014/main" id="{D10FC326-371E-A33A-2DCE-493B59304E5E}"/>
              </a:ext>
            </a:extLst>
          </p:cNvPr>
          <p:cNvSpPr>
            <a:spLocks noGrp="1"/>
          </p:cNvSpPr>
          <p:nvPr>
            <p:ph type="body" sz="quarter" idx="37" hasCustomPrompt="1"/>
          </p:nvPr>
        </p:nvSpPr>
        <p:spPr>
          <a:xfrm>
            <a:off x="3221073"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0" name="Text Placeholder 7">
            <a:extLst>
              <a:ext uri="{FF2B5EF4-FFF2-40B4-BE49-F238E27FC236}">
                <a16:creationId xmlns:a16="http://schemas.microsoft.com/office/drawing/2014/main" id="{85FD9BC9-01C8-F6F8-C5BB-D0E27C9BA039}"/>
              </a:ext>
            </a:extLst>
          </p:cNvPr>
          <p:cNvSpPr>
            <a:spLocks noGrp="1"/>
          </p:cNvSpPr>
          <p:nvPr>
            <p:ph type="body" sz="quarter" idx="38" hasCustomPrompt="1"/>
          </p:nvPr>
        </p:nvSpPr>
        <p:spPr>
          <a:xfrm>
            <a:off x="6100197"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1" name="Text Placeholder 7">
            <a:extLst>
              <a:ext uri="{FF2B5EF4-FFF2-40B4-BE49-F238E27FC236}">
                <a16:creationId xmlns:a16="http://schemas.microsoft.com/office/drawing/2014/main" id="{5CD4DA40-2BF2-3FD2-AB86-EC70388C017C}"/>
              </a:ext>
            </a:extLst>
          </p:cNvPr>
          <p:cNvSpPr>
            <a:spLocks noGrp="1"/>
          </p:cNvSpPr>
          <p:nvPr>
            <p:ph type="body" sz="quarter" idx="39" hasCustomPrompt="1"/>
          </p:nvPr>
        </p:nvSpPr>
        <p:spPr>
          <a:xfrm>
            <a:off x="8979321"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2" name="Text Placeholder 7">
            <a:extLst>
              <a:ext uri="{FF2B5EF4-FFF2-40B4-BE49-F238E27FC236}">
                <a16:creationId xmlns:a16="http://schemas.microsoft.com/office/drawing/2014/main" id="{FE478262-4375-38DA-6218-0179CF04B76E}"/>
              </a:ext>
            </a:extLst>
          </p:cNvPr>
          <p:cNvSpPr>
            <a:spLocks noGrp="1"/>
          </p:cNvSpPr>
          <p:nvPr>
            <p:ph type="body" sz="quarter" idx="40" hasCustomPrompt="1"/>
          </p:nvPr>
        </p:nvSpPr>
        <p:spPr>
          <a:xfrm>
            <a:off x="3221074"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3" name="Text Placeholder 7">
            <a:extLst>
              <a:ext uri="{FF2B5EF4-FFF2-40B4-BE49-F238E27FC236}">
                <a16:creationId xmlns:a16="http://schemas.microsoft.com/office/drawing/2014/main" id="{9250F098-3A08-A54D-E9FF-096D6F809BCE}"/>
              </a:ext>
            </a:extLst>
          </p:cNvPr>
          <p:cNvSpPr>
            <a:spLocks noGrp="1"/>
          </p:cNvSpPr>
          <p:nvPr>
            <p:ph type="body" sz="quarter" idx="41" hasCustomPrompt="1"/>
          </p:nvPr>
        </p:nvSpPr>
        <p:spPr>
          <a:xfrm>
            <a:off x="6100197"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4" name="Text Placeholder 7">
            <a:extLst>
              <a:ext uri="{FF2B5EF4-FFF2-40B4-BE49-F238E27FC236}">
                <a16:creationId xmlns:a16="http://schemas.microsoft.com/office/drawing/2014/main" id="{3D4FFA49-47F8-BC70-A714-B4EA90262B0E}"/>
              </a:ext>
            </a:extLst>
          </p:cNvPr>
          <p:cNvSpPr>
            <a:spLocks noGrp="1"/>
          </p:cNvSpPr>
          <p:nvPr>
            <p:ph type="body" sz="quarter" idx="42" hasCustomPrompt="1"/>
          </p:nvPr>
        </p:nvSpPr>
        <p:spPr>
          <a:xfrm>
            <a:off x="8975725"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2" name="Straight Connector 11">
            <a:extLst>
              <a:ext uri="{FF2B5EF4-FFF2-40B4-BE49-F238E27FC236}">
                <a16:creationId xmlns:a16="http://schemas.microsoft.com/office/drawing/2014/main" id="{65B6DE84-96FF-4202-9A8E-6789A38874CB}"/>
              </a:ext>
            </a:extLst>
          </p:cNvPr>
          <p:cNvCxnSpPr>
            <a:cxnSpLocks/>
          </p:cNvCxnSpPr>
          <p:nvPr userDrawn="1"/>
        </p:nvCxnSpPr>
        <p:spPr>
          <a:xfrm>
            <a:off x="355341" y="1458024"/>
            <a:ext cx="11501697" cy="0"/>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1801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2 column text with image">
    <p:spTree>
      <p:nvGrpSpPr>
        <p:cNvPr id="1" name=""/>
        <p:cNvGrpSpPr/>
        <p:nvPr/>
      </p:nvGrpSpPr>
      <p:grpSpPr>
        <a:xfrm>
          <a:off x="0" y="0"/>
          <a:ext cx="0" cy="0"/>
          <a:chOff x="0" y="0"/>
          <a:chExt cx="0" cy="0"/>
        </a:xfrm>
      </p:grpSpPr>
      <p:sp>
        <p:nvSpPr>
          <p:cNvPr id="27" name="Picture Placeholder 5">
            <a:extLst>
              <a:ext uri="{FF2B5EF4-FFF2-40B4-BE49-F238E27FC236}">
                <a16:creationId xmlns:a16="http://schemas.microsoft.com/office/drawing/2014/main" id="{D230909C-0594-5159-E526-6BC0A8BD7F14}"/>
              </a:ext>
            </a:extLst>
          </p:cNvPr>
          <p:cNvSpPr>
            <a:spLocks noGrp="1"/>
          </p:cNvSpPr>
          <p:nvPr>
            <p:ph type="pic" sz="quarter" idx="46"/>
          </p:nvPr>
        </p:nvSpPr>
        <p:spPr>
          <a:xfrm>
            <a:off x="341949"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2" name="Picture Placeholder 5">
            <a:extLst>
              <a:ext uri="{FF2B5EF4-FFF2-40B4-BE49-F238E27FC236}">
                <a16:creationId xmlns:a16="http://schemas.microsoft.com/office/drawing/2014/main" id="{2389CC14-0336-4A78-4720-ABF1310D0587}"/>
              </a:ext>
            </a:extLst>
          </p:cNvPr>
          <p:cNvSpPr>
            <a:spLocks noGrp="1"/>
          </p:cNvSpPr>
          <p:nvPr>
            <p:ph type="pic" sz="quarter" idx="18"/>
          </p:nvPr>
        </p:nvSpPr>
        <p:spPr>
          <a:xfrm>
            <a:off x="341949"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4" name="Text Placeholder 7"/>
          <p:cNvSpPr>
            <a:spLocks noGrp="1"/>
          </p:cNvSpPr>
          <p:nvPr>
            <p:ph type="body" sz="quarter" idx="21" hasCustomPrompt="1"/>
          </p:nvPr>
        </p:nvSpPr>
        <p:spPr>
          <a:xfrm>
            <a:off x="341949"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6" name="Text Placeholder 7">
            <a:extLst>
              <a:ext uri="{FF2B5EF4-FFF2-40B4-BE49-F238E27FC236}">
                <a16:creationId xmlns:a16="http://schemas.microsoft.com/office/drawing/2014/main" id="{E957452A-AF7E-7246-7A35-3BB379A8B532}"/>
              </a:ext>
            </a:extLst>
          </p:cNvPr>
          <p:cNvSpPr>
            <a:spLocks noGrp="1"/>
          </p:cNvSpPr>
          <p:nvPr>
            <p:ph type="body" sz="quarter" idx="32" hasCustomPrompt="1"/>
          </p:nvPr>
        </p:nvSpPr>
        <p:spPr>
          <a:xfrm>
            <a:off x="3221074"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7" name="Text Placeholder 7">
            <a:extLst>
              <a:ext uri="{FF2B5EF4-FFF2-40B4-BE49-F238E27FC236}">
                <a16:creationId xmlns:a16="http://schemas.microsoft.com/office/drawing/2014/main" id="{B5EBBE91-55EF-15D2-1710-DC4DF3D74DA8}"/>
              </a:ext>
            </a:extLst>
          </p:cNvPr>
          <p:cNvSpPr>
            <a:spLocks noGrp="1"/>
          </p:cNvSpPr>
          <p:nvPr>
            <p:ph type="body" sz="quarter" idx="33" hasCustomPrompt="1"/>
          </p:nvPr>
        </p:nvSpPr>
        <p:spPr>
          <a:xfrm>
            <a:off x="6100197"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8" name="Text Placeholder 7">
            <a:extLst>
              <a:ext uri="{FF2B5EF4-FFF2-40B4-BE49-F238E27FC236}">
                <a16:creationId xmlns:a16="http://schemas.microsoft.com/office/drawing/2014/main" id="{59A3577A-B822-01D3-6925-E735C4C29381}"/>
              </a:ext>
            </a:extLst>
          </p:cNvPr>
          <p:cNvSpPr>
            <a:spLocks noGrp="1"/>
          </p:cNvSpPr>
          <p:nvPr>
            <p:ph type="body" sz="quarter" idx="34" hasCustomPrompt="1"/>
          </p:nvPr>
        </p:nvSpPr>
        <p:spPr>
          <a:xfrm>
            <a:off x="8975725"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1" name="Text Placeholder 7">
            <a:extLst>
              <a:ext uri="{FF2B5EF4-FFF2-40B4-BE49-F238E27FC236}">
                <a16:creationId xmlns:a16="http://schemas.microsoft.com/office/drawing/2014/main" id="{169C80CA-6FC8-09B8-7988-1C03FBFEAC6F}"/>
              </a:ext>
            </a:extLst>
          </p:cNvPr>
          <p:cNvSpPr>
            <a:spLocks noGrp="1"/>
          </p:cNvSpPr>
          <p:nvPr>
            <p:ph type="body" sz="quarter" idx="35" hasCustomPrompt="1"/>
          </p:nvPr>
        </p:nvSpPr>
        <p:spPr>
          <a:xfrm>
            <a:off x="341949"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3" name="Straight Connector 12">
            <a:extLst>
              <a:ext uri="{FF2B5EF4-FFF2-40B4-BE49-F238E27FC236}">
                <a16:creationId xmlns:a16="http://schemas.microsoft.com/office/drawing/2014/main" id="{4E9CA1D0-C1B9-D36D-765F-EB10095B4D00}"/>
              </a:ext>
            </a:extLst>
          </p:cNvPr>
          <p:cNvCxnSpPr>
            <a:cxnSpLocks/>
          </p:cNvCxnSpPr>
          <p:nvPr userDrawn="1"/>
        </p:nvCxnSpPr>
        <p:spPr>
          <a:xfrm flipH="1">
            <a:off x="334963" y="3652584"/>
            <a:ext cx="1152207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 Placeholder 7">
            <a:extLst>
              <a:ext uri="{FF2B5EF4-FFF2-40B4-BE49-F238E27FC236}">
                <a16:creationId xmlns:a16="http://schemas.microsoft.com/office/drawing/2014/main" id="{FE478262-4375-38DA-6218-0179CF04B76E}"/>
              </a:ext>
            </a:extLst>
          </p:cNvPr>
          <p:cNvSpPr>
            <a:spLocks noGrp="1"/>
          </p:cNvSpPr>
          <p:nvPr>
            <p:ph type="body" sz="quarter" idx="40" hasCustomPrompt="1"/>
          </p:nvPr>
        </p:nvSpPr>
        <p:spPr>
          <a:xfrm>
            <a:off x="3221074"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3" name="Text Placeholder 7">
            <a:extLst>
              <a:ext uri="{FF2B5EF4-FFF2-40B4-BE49-F238E27FC236}">
                <a16:creationId xmlns:a16="http://schemas.microsoft.com/office/drawing/2014/main" id="{9250F098-3A08-A54D-E9FF-096D6F809BCE}"/>
              </a:ext>
            </a:extLst>
          </p:cNvPr>
          <p:cNvSpPr>
            <a:spLocks noGrp="1"/>
          </p:cNvSpPr>
          <p:nvPr>
            <p:ph type="body" sz="quarter" idx="41" hasCustomPrompt="1"/>
          </p:nvPr>
        </p:nvSpPr>
        <p:spPr>
          <a:xfrm>
            <a:off x="6100197"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4" name="Text Placeholder 7">
            <a:extLst>
              <a:ext uri="{FF2B5EF4-FFF2-40B4-BE49-F238E27FC236}">
                <a16:creationId xmlns:a16="http://schemas.microsoft.com/office/drawing/2014/main" id="{3D4FFA49-47F8-BC70-A714-B4EA90262B0E}"/>
              </a:ext>
            </a:extLst>
          </p:cNvPr>
          <p:cNvSpPr>
            <a:spLocks noGrp="1"/>
          </p:cNvSpPr>
          <p:nvPr>
            <p:ph type="body" sz="quarter" idx="42" hasCustomPrompt="1"/>
          </p:nvPr>
        </p:nvSpPr>
        <p:spPr>
          <a:xfrm>
            <a:off x="8975725"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5" name="Picture Placeholder 5">
            <a:extLst>
              <a:ext uri="{FF2B5EF4-FFF2-40B4-BE49-F238E27FC236}">
                <a16:creationId xmlns:a16="http://schemas.microsoft.com/office/drawing/2014/main" id="{56209224-BD77-8CC6-AE90-12EB54C04326}"/>
              </a:ext>
            </a:extLst>
          </p:cNvPr>
          <p:cNvSpPr>
            <a:spLocks noGrp="1"/>
          </p:cNvSpPr>
          <p:nvPr>
            <p:ph type="pic" sz="quarter" idx="43"/>
          </p:nvPr>
        </p:nvSpPr>
        <p:spPr>
          <a:xfrm>
            <a:off x="3218106"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8" name="Picture Placeholder 5">
            <a:extLst>
              <a:ext uri="{FF2B5EF4-FFF2-40B4-BE49-F238E27FC236}">
                <a16:creationId xmlns:a16="http://schemas.microsoft.com/office/drawing/2014/main" id="{C2B3786A-414F-BC70-9D87-CB52D9845A75}"/>
              </a:ext>
            </a:extLst>
          </p:cNvPr>
          <p:cNvSpPr>
            <a:spLocks noGrp="1"/>
          </p:cNvSpPr>
          <p:nvPr>
            <p:ph type="pic" sz="quarter" idx="44"/>
          </p:nvPr>
        </p:nvSpPr>
        <p:spPr>
          <a:xfrm>
            <a:off x="6099193"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5" name="Picture Placeholder 5">
            <a:extLst>
              <a:ext uri="{FF2B5EF4-FFF2-40B4-BE49-F238E27FC236}">
                <a16:creationId xmlns:a16="http://schemas.microsoft.com/office/drawing/2014/main" id="{602DF088-CF7C-3ED9-73F6-E0E98AFA98DB}"/>
              </a:ext>
            </a:extLst>
          </p:cNvPr>
          <p:cNvSpPr>
            <a:spLocks noGrp="1"/>
          </p:cNvSpPr>
          <p:nvPr>
            <p:ph type="pic" sz="quarter" idx="45"/>
          </p:nvPr>
        </p:nvSpPr>
        <p:spPr>
          <a:xfrm>
            <a:off x="8974762"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8" name="Picture Placeholder 5">
            <a:extLst>
              <a:ext uri="{FF2B5EF4-FFF2-40B4-BE49-F238E27FC236}">
                <a16:creationId xmlns:a16="http://schemas.microsoft.com/office/drawing/2014/main" id="{47C4EFD4-6A08-4E80-0D36-EB26005061A2}"/>
              </a:ext>
            </a:extLst>
          </p:cNvPr>
          <p:cNvSpPr>
            <a:spLocks noGrp="1"/>
          </p:cNvSpPr>
          <p:nvPr>
            <p:ph type="pic" sz="quarter" idx="47"/>
          </p:nvPr>
        </p:nvSpPr>
        <p:spPr>
          <a:xfrm>
            <a:off x="3219457"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9" name="Picture Placeholder 5">
            <a:extLst>
              <a:ext uri="{FF2B5EF4-FFF2-40B4-BE49-F238E27FC236}">
                <a16:creationId xmlns:a16="http://schemas.microsoft.com/office/drawing/2014/main" id="{62269C05-F4FE-874A-C6FE-B9B309ED5ABE}"/>
              </a:ext>
            </a:extLst>
          </p:cNvPr>
          <p:cNvSpPr>
            <a:spLocks noGrp="1"/>
          </p:cNvSpPr>
          <p:nvPr>
            <p:ph type="pic" sz="quarter" idx="48"/>
          </p:nvPr>
        </p:nvSpPr>
        <p:spPr>
          <a:xfrm>
            <a:off x="6099193"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30" name="Picture Placeholder 5">
            <a:extLst>
              <a:ext uri="{FF2B5EF4-FFF2-40B4-BE49-F238E27FC236}">
                <a16:creationId xmlns:a16="http://schemas.microsoft.com/office/drawing/2014/main" id="{63E61DD7-F712-223E-D81D-8475FC510E8F}"/>
              </a:ext>
            </a:extLst>
          </p:cNvPr>
          <p:cNvSpPr>
            <a:spLocks noGrp="1"/>
          </p:cNvSpPr>
          <p:nvPr>
            <p:ph type="pic" sz="quarter" idx="49"/>
          </p:nvPr>
        </p:nvSpPr>
        <p:spPr>
          <a:xfrm>
            <a:off x="8979958"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cxnSp>
        <p:nvCxnSpPr>
          <p:cNvPr id="5" name="Straight Connector 4">
            <a:extLst>
              <a:ext uri="{FF2B5EF4-FFF2-40B4-BE49-F238E27FC236}">
                <a16:creationId xmlns:a16="http://schemas.microsoft.com/office/drawing/2014/main" id="{3B46F8D6-A68A-BD10-9150-104DAA950FBA}"/>
              </a:ext>
            </a:extLst>
          </p:cNvPr>
          <p:cNvCxnSpPr>
            <a:cxnSpLocks/>
          </p:cNvCxnSpPr>
          <p:nvPr userDrawn="1"/>
        </p:nvCxnSpPr>
        <p:spPr>
          <a:xfrm>
            <a:off x="355341" y="1458024"/>
            <a:ext cx="11501697" cy="0"/>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77401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r>
              <a:rPr lang="en-US" dirty="0"/>
              <a:t>Column Headline</a:t>
            </a:r>
          </a:p>
          <a:p>
            <a:endParaRPr lang="en-US" dirty="0"/>
          </a:p>
        </p:txBody>
      </p:sp>
    </p:spTree>
    <p:extLst>
      <p:ext uri="{BB962C8B-B14F-4D97-AF65-F5344CB8AC3E}">
        <p14:creationId xmlns:p14="http://schemas.microsoft.com/office/powerpoint/2010/main" val="1177142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17949" y="3249879"/>
            <a:ext cx="1174240" cy="358243"/>
          </a:xfrm>
          <a:prstGeom prst="rect">
            <a:avLst/>
          </a:prstGeom>
        </p:spPr>
      </p:pic>
      <p:sp>
        <p:nvSpPr>
          <p:cNvPr id="7" name="Rectangle 6">
            <a:extLst>
              <a:ext uri="{FF2B5EF4-FFF2-40B4-BE49-F238E27FC236}">
                <a16:creationId xmlns:a16="http://schemas.microsoft.com/office/drawing/2014/main" id="{A70C8C98-8540-F243-A7E5-72B42C482D10}"/>
              </a:ext>
            </a:extLst>
          </p:cNvPr>
          <p:cNvSpPr>
            <a:spLocks noChangeArrowheads="1"/>
          </p:cNvSpPr>
          <p:nvPr userDrawn="1"/>
        </p:nvSpPr>
        <p:spPr bwMode="auto">
          <a:xfrm>
            <a:off x="7326471" y="0"/>
            <a:ext cx="4655186" cy="751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br>
              <a:rPr lang="en-US" sz="3000" b="0" i="0" dirty="0">
                <a:solidFill>
                  <a:schemeClr val="bg1">
                    <a:alpha val="25000"/>
                  </a:schemeClr>
                </a:solidFill>
                <a:effectLst/>
                <a:latin typeface="Arial" panose="020B0604020202020204" pitchFamily="34" charset="0"/>
              </a:rPr>
            </a:br>
            <a:r>
              <a:rPr lang="en-US" sz="3000" b="0" i="0" dirty="0" err="1">
                <a:solidFill>
                  <a:schemeClr val="bg1">
                    <a:alpha val="25000"/>
                  </a:schemeClr>
                </a:solidFill>
                <a:effectLst/>
                <a:latin typeface="Arial" panose="020B0604020202020204" pitchFamily="34" charset="0"/>
              </a:rPr>
              <a:t>Köszönöm</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endParaRPr lang="te-IN" sz="3000" b="0" i="0" dirty="0">
              <a:solidFill>
                <a:schemeClr val="bg1">
                  <a:alpha val="25000"/>
                </a:schemeClr>
              </a:solidFill>
              <a:effectLst/>
              <a:latin typeface="Arial" panose="020B0604020202020204" pitchFamily="34" charset="0"/>
            </a:endParaRPr>
          </a:p>
        </p:txBody>
      </p:sp>
    </p:spTree>
    <p:extLst>
      <p:ext uri="{BB962C8B-B14F-4D97-AF65-F5344CB8AC3E}">
        <p14:creationId xmlns:p14="http://schemas.microsoft.com/office/powerpoint/2010/main" val="3116273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105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altLang="x-none" sz="1050" dirty="0">
                <a:solidFill>
                  <a:schemeClr val="bg1"/>
                </a:solidFill>
                <a:latin typeface="Arial" panose="020B0604020202020204" pitchFamily="34" charset="0"/>
                <a:cs typeface="Arial" panose="020B0604020202020204" pitchFamily="34" charset="0"/>
              </a:rPr>
            </a:br>
            <a:r>
              <a:rPr lang="en-US" altLang="x-none" sz="1050" dirty="0" err="1">
                <a:solidFill>
                  <a:schemeClr val="bg1"/>
                </a:solidFill>
                <a:latin typeface="Arial" panose="020B0604020202020204" pitchFamily="34" charset="0"/>
                <a:cs typeface="Arial" panose="020B0604020202020204" pitchFamily="34" charset="0"/>
              </a:rPr>
              <a:t>www.arm.com</a:t>
            </a:r>
            <a:r>
              <a:rPr lang="en-US" altLang="x-none" sz="1050" dirty="0">
                <a:solidFill>
                  <a:schemeClr val="bg1"/>
                </a:solidFill>
                <a:latin typeface="Arial" panose="020B0604020202020204" pitchFamily="34" charset="0"/>
                <a:cs typeface="Arial" panose="020B0604020202020204" pitchFamily="34" charset="0"/>
              </a:rPr>
              <a:t>/company/policies/trademarks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23BE21B-48FE-4819-671D-2419665E8DF2}"/>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bg1">
                    <a:alpha val="25000"/>
                  </a:schemeClr>
                </a:solidFill>
                <a:effectLst/>
                <a:latin typeface="Arial" panose="020B0604020202020204" pitchFamily="34" charset="0"/>
              </a:rPr>
              <a:t>Köszönöm</a:t>
            </a:r>
            <a:endParaRPr lang="te-IN" sz="3000" b="0" i="0" dirty="0">
              <a:solidFill>
                <a:schemeClr val="bg1">
                  <a:alpha val="25000"/>
                </a:schemeClr>
              </a:solidFill>
              <a:effectLst/>
              <a:latin typeface="Arial" panose="020B0604020202020204" pitchFamily="34" charset="0"/>
            </a:endParaRPr>
          </a:p>
        </p:txBody>
      </p:sp>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05750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80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altLang="x-none" sz="800" dirty="0">
                <a:solidFill>
                  <a:schemeClr val="bg1"/>
                </a:solidFill>
                <a:latin typeface="Arial" panose="020B0604020202020204" pitchFamily="34" charset="0"/>
                <a:cs typeface="Arial" panose="020B0604020202020204" pitchFamily="34" charset="0"/>
              </a:rPr>
            </a:br>
            <a:r>
              <a:rPr lang="en-US" altLang="x-none" sz="800" dirty="0">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altLang="x-none" sz="800" dirty="0">
                <a:solidFill>
                  <a:schemeClr val="bg1"/>
                </a:solidFill>
                <a:latin typeface="Arial" panose="020B0604020202020204" pitchFamily="34" charset="0"/>
                <a:cs typeface="Arial" panose="020B0604020202020204" pitchFamily="34" charset="0"/>
              </a:rPr>
            </a:br>
            <a:r>
              <a:rPr lang="en-US" altLang="x-none" sz="800" dirty="0" err="1">
                <a:solidFill>
                  <a:schemeClr val="bg1"/>
                </a:solidFill>
                <a:latin typeface="Arial" panose="020B0604020202020204" pitchFamily="34" charset="0"/>
                <a:cs typeface="Arial" panose="020B0604020202020204" pitchFamily="34" charset="0"/>
              </a:rPr>
              <a:t>www.arm.com</a:t>
            </a:r>
            <a:r>
              <a:rPr lang="en-US" altLang="x-none" sz="800" dirty="0">
                <a:solidFill>
                  <a:schemeClr val="bg1"/>
                </a:solidFill>
                <a:latin typeface="Arial" panose="020B0604020202020204" pitchFamily="34" charset="0"/>
                <a:cs typeface="Arial" panose="020B0604020202020204" pitchFamily="34" charset="0"/>
              </a:rPr>
              <a:t>/company/policies/trademarks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bg1">
                    <a:alpha val="25000"/>
                  </a:schemeClr>
                </a:solidFill>
                <a:effectLst/>
                <a:latin typeface="Arial" panose="020B0604020202020204" pitchFamily="34" charset="0"/>
              </a:rPr>
              <a:t>Köszönöm</a:t>
            </a:r>
            <a:endParaRPr lang="te-IN" sz="3000" b="0" i="0" dirty="0">
              <a:solidFill>
                <a:schemeClr val="bg1">
                  <a:alpha val="25000"/>
                </a:schemeClr>
              </a:solidFill>
              <a:effectLst/>
              <a:latin typeface="Arial" panose="020B0604020202020204" pitchFamily="34" charset="0"/>
            </a:endParaRP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100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altLang="x-none" sz="1000" dirty="0">
                <a:solidFill>
                  <a:schemeClr val="bg1"/>
                </a:solidFill>
                <a:latin typeface="Arial" panose="020B0604020202020204" pitchFamily="34" charset="0"/>
                <a:cs typeface="Arial" panose="020B0604020202020204" pitchFamily="34" charset="0"/>
              </a:rPr>
            </a:br>
            <a:r>
              <a:rPr lang="en-US" altLang="x-none" sz="1000" dirty="0" err="1">
                <a:solidFill>
                  <a:schemeClr val="bg1"/>
                </a:solidFill>
                <a:latin typeface="Arial" panose="020B0604020202020204" pitchFamily="34" charset="0"/>
                <a:cs typeface="Arial" panose="020B0604020202020204" pitchFamily="34" charset="0"/>
              </a:rPr>
              <a:t>www.arm.com</a:t>
            </a:r>
            <a:r>
              <a:rPr lang="en-US" altLang="x-none" sz="1000" dirty="0">
                <a:solidFill>
                  <a:schemeClr val="bg1"/>
                </a:solidFill>
                <a:latin typeface="Arial" panose="020B0604020202020204" pitchFamily="34" charset="0"/>
                <a:cs typeface="Arial" panose="020B0604020202020204" pitchFamily="34" charset="0"/>
              </a:rPr>
              <a:t>/company/policies/trademarks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7" name="Rectangle 6">
            <a:extLst>
              <a:ext uri="{FF2B5EF4-FFF2-40B4-BE49-F238E27FC236}">
                <a16:creationId xmlns:a16="http://schemas.microsoft.com/office/drawing/2014/main" id="{E044550B-7010-FD6C-92CE-3911285D5E74}"/>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tx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Danke</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tx1">
                    <a:alpha val="25000"/>
                  </a:schemeClr>
                </a:solidFill>
                <a:latin typeface="Arial" panose="020B0604020202020204" pitchFamily="34" charset="0"/>
                <a:cs typeface="Arial" panose="020B0604020202020204" pitchFamily="34" charset="0"/>
              </a:rPr>
              <a:t>Gracias</a:t>
            </a:r>
            <a:br>
              <a:rPr lang="en-US" altLang="en-US" sz="3000" dirty="0">
                <a:solidFill>
                  <a:schemeClr val="tx1">
                    <a:alpha val="25000"/>
                  </a:schemeClr>
                </a:solidFill>
                <a:latin typeface="Arial" panose="020B0604020202020204" pitchFamily="34" charset="0"/>
                <a:cs typeface="Arial" panose="020B0604020202020204" pitchFamily="34" charset="0"/>
              </a:rPr>
            </a:br>
            <a:r>
              <a:rPr lang="en-US" altLang="en-US" sz="3000" dirty="0" err="1">
                <a:solidFill>
                  <a:schemeClr val="tx1">
                    <a:alpha val="25000"/>
                  </a:schemeClr>
                </a:solidFill>
                <a:latin typeface="Arial" panose="020B0604020202020204" pitchFamily="34" charset="0"/>
                <a:cs typeface="Arial" panose="020B0604020202020204" pitchFamily="34" charset="0"/>
              </a:rPr>
              <a:t>Grazie</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谢谢</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ありがとう</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감사합니다</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धन्यवाद</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tx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tx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tx1">
                    <a:alpha val="25000"/>
                  </a:schemeClr>
                </a:solidFill>
                <a:latin typeface="Arial" panose="020B0604020202020204" pitchFamily="34" charset="0"/>
              </a:rPr>
              <a:t>ধন্যবাদ</a:t>
            </a:r>
            <a:br>
              <a:rPr lang="en-US" altLang="en-US" sz="3000" dirty="0">
                <a:solidFill>
                  <a:schemeClr val="tx1">
                    <a:alpha val="25000"/>
                  </a:schemeClr>
                </a:solidFill>
                <a:latin typeface="Arial" panose="020B0604020202020204" pitchFamily="34" charset="0"/>
                <a:cs typeface="Arial" panose="020B0604020202020204" pitchFamily="34" charset="0"/>
              </a:rPr>
            </a:br>
            <a:r>
              <a:rPr lang="he-IL" altLang="en-US" sz="3000" dirty="0">
                <a:solidFill>
                  <a:schemeClr val="tx1">
                    <a:alpha val="25000"/>
                  </a:schemeClr>
                </a:solidFill>
                <a:latin typeface="Arial" panose="020B0604020202020204" pitchFamily="34" charset="0"/>
                <a:cs typeface="Arial" panose="020B0604020202020204" pitchFamily="34" charset="0"/>
              </a:rPr>
              <a:t>תודה</a:t>
            </a:r>
            <a:endParaRPr lang="en-GB"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tx1">
                    <a:alpha val="25000"/>
                  </a:schemeClr>
                </a:solidFill>
                <a:effectLst/>
                <a:latin typeface="Arial" panose="020B0604020202020204" pitchFamily="34" charset="0"/>
              </a:rPr>
              <a:t>ధన్యవాదములు</a:t>
            </a:r>
            <a:endParaRPr lang="en-US" sz="3000" b="0" i="0" dirty="0">
              <a:solidFill>
                <a:schemeClr val="tx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tx1">
                    <a:alpha val="25000"/>
                  </a:schemeClr>
                </a:solidFill>
                <a:effectLst/>
                <a:latin typeface="Arial" panose="020B0604020202020204" pitchFamily="34" charset="0"/>
              </a:rPr>
              <a:t>Köszönöm</a:t>
            </a:r>
            <a:endParaRPr lang="te-IN" sz="3000" b="0" i="0" dirty="0">
              <a:solidFill>
                <a:schemeClr val="tx1">
                  <a:alpha val="25000"/>
                </a:schemeClr>
              </a:solidFill>
              <a:effectLst/>
              <a:latin typeface="Arial" panose="020B0604020202020204" pitchFamily="34" charset="0"/>
            </a:endParaRPr>
          </a:p>
        </p:txBody>
      </p:sp>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1772796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800" dirty="0">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altLang="x-none" sz="800" dirty="0">
                <a:solidFill>
                  <a:schemeClr val="tx1"/>
                </a:solidFill>
                <a:latin typeface="Arial" panose="020B0604020202020204" pitchFamily="34" charset="0"/>
                <a:cs typeface="Arial" panose="020B0604020202020204" pitchFamily="34" charset="0"/>
              </a:rPr>
            </a:br>
            <a:r>
              <a:rPr lang="en-US" altLang="x-none" sz="800" dirty="0">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altLang="x-none" sz="800" dirty="0">
                <a:solidFill>
                  <a:schemeClr val="accent2"/>
                </a:solidFill>
                <a:latin typeface="Arial" panose="020B0604020202020204" pitchFamily="34" charset="0"/>
                <a:cs typeface="Arial" panose="020B0604020202020204" pitchFamily="34" charset="0"/>
              </a:rPr>
            </a:br>
            <a:r>
              <a:rPr lang="en-US" altLang="x-none" sz="800" dirty="0" err="1">
                <a:solidFill>
                  <a:schemeClr val="accent2"/>
                </a:solidFill>
                <a:latin typeface="Arial" panose="020B0604020202020204" pitchFamily="34" charset="0"/>
                <a:cs typeface="Arial" panose="020B0604020202020204" pitchFamily="34" charset="0"/>
              </a:rPr>
              <a:t>www.arm.com</a:t>
            </a:r>
            <a:r>
              <a:rPr lang="en-US" altLang="x-none" sz="800" dirty="0">
                <a:solidFill>
                  <a:schemeClr val="accent2"/>
                </a:solidFill>
                <a:latin typeface="Arial" panose="020B0604020202020204" pitchFamily="34" charset="0"/>
                <a:cs typeface="Arial" panose="020B0604020202020204" pitchFamily="34" charset="0"/>
              </a:rPr>
              <a:t>/company/policies/trademarks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6809" y="-1655"/>
            <a:ext cx="12170153" cy="6861312"/>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15501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email">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92700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923" y="12288"/>
            <a:ext cx="12170154" cy="6845712"/>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2776875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email">
            <a:extLst>
              <a:ext uri="{28A0092B-C50C-407E-A947-70E740481C1C}">
                <a14:useLocalDpi xmlns:a14="http://schemas.microsoft.com/office/drawing/2010/main"/>
              </a:ext>
            </a:extLst>
          </a:blip>
          <a:srcRect t="114" b="114"/>
          <a:stretch/>
        </p:blipFill>
        <p:spPr>
          <a:xfrm>
            <a:off x="0" y="-1"/>
            <a:ext cx="12192000" cy="6858001"/>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7065165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4" y="-3313"/>
            <a:ext cx="12170155" cy="6861313"/>
          </a:xfrm>
          <a:prstGeom prst="rect">
            <a:avLst/>
          </a:prstGeom>
        </p:spPr>
      </p:pic>
      <p:sp>
        <p:nvSpPr>
          <p:cNvPr id="14" name="Title 1">
            <a:extLst>
              <a:ext uri="{FF2B5EF4-FFF2-40B4-BE49-F238E27FC236}">
                <a16:creationId xmlns:a16="http://schemas.microsoft.com/office/drawing/2014/main" id="{7C57EF1A-3A61-4873-383F-EDF7A3F7FFCC}"/>
              </a:ext>
            </a:extLst>
          </p:cNvPr>
          <p:cNvSpPr>
            <a:spLocks noGrp="1"/>
          </p:cNvSpPr>
          <p:nvPr>
            <p:ph type="title" hasCustomPrompt="1"/>
          </p:nvPr>
        </p:nvSpPr>
        <p:spPr>
          <a:xfrm>
            <a:off x="360679" y="1510375"/>
            <a:ext cx="5736792" cy="2277995"/>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244E208C-3FF5-71DF-FBFF-D5FF53B6E248}"/>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7AF311BF-2314-8D48-AC7A-5EFD58EB8525}"/>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4BD1CAE6-A216-407B-8561-8BB0E66F341F}"/>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4ACA5659-48B8-F103-3055-6D3A49533041}"/>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C17D981E-0E61-3250-09C0-EF60B1A98479}"/>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F7FF9F78-EDD0-050F-9EC7-1D40F52B60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42879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email">
            <a:extLst>
              <a:ext uri="{28A0092B-C50C-407E-A947-70E740481C1C}">
                <a14:useLocalDpi xmlns:a14="http://schemas.microsoft.com/office/drawing/2010/main"/>
              </a:ext>
            </a:extLst>
          </a:blip>
          <a:srcRect t="114" b="114"/>
          <a:stretch/>
        </p:blipFill>
        <p:spPr>
          <a:xfrm>
            <a:off x="0" y="-1"/>
            <a:ext cx="12192000" cy="6858001"/>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172658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0" y="7805"/>
            <a:ext cx="12178140" cy="6850203"/>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5859579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1" y="7805"/>
            <a:ext cx="12178138" cy="6850203"/>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337937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2" y="7805"/>
            <a:ext cx="12178136"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214C193D-B073-202D-8958-C47C3A7DC93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567036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16FDD8-4D50-E10B-F484-E713AF90B13D}"/>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6728404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141C8EB-2716-D0A4-BC4E-29471232EAA4}"/>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7367324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3_Title Slide">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A7D7DEE-6163-20F7-5AF7-7376645D7FFB}"/>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pic>
        <p:nvPicPr>
          <p:cNvPr id="19" name="Graphic 18">
            <a:extLst>
              <a:ext uri="{FF2B5EF4-FFF2-40B4-BE49-F238E27FC236}">
                <a16:creationId xmlns:a16="http://schemas.microsoft.com/office/drawing/2014/main" id="{07565794-3AEB-5D2A-9147-A468135EEE6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8458"/>
          <a:stretch/>
        </p:blipFill>
        <p:spPr>
          <a:xfrm>
            <a:off x="4688732" y="0"/>
            <a:ext cx="7503268" cy="6858000"/>
          </a:xfrm>
          <a:prstGeom prst="rect">
            <a:avLst/>
          </a:prstGeom>
        </p:spPr>
      </p:pic>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19866470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25_Section Divider slid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3CDB6A-048E-6184-6207-868E8A1765EF}"/>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0D0C20A8-C54D-65D4-11B8-C82D369D21F9}"/>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1" name="Subtitle 2">
            <a:extLst>
              <a:ext uri="{FF2B5EF4-FFF2-40B4-BE49-F238E27FC236}">
                <a16:creationId xmlns:a16="http://schemas.microsoft.com/office/drawing/2014/main" id="{FF1AAD90-F573-8BD0-19A6-B91C4707E4CF}"/>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Box 26">
            <a:extLst>
              <a:ext uri="{FF2B5EF4-FFF2-40B4-BE49-F238E27FC236}">
                <a16:creationId xmlns:a16="http://schemas.microsoft.com/office/drawing/2014/main" id="{24B84CB4-71F3-F601-F020-E6CB4C95BC8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12EEBC7B-1FB6-AF27-7BBF-FC8C9CE7145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22">
            <a:extLst>
              <a:ext uri="{FF2B5EF4-FFF2-40B4-BE49-F238E27FC236}">
                <a16:creationId xmlns:a16="http://schemas.microsoft.com/office/drawing/2014/main" id="{3548D7FA-2928-C771-A153-26C14BB0C76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9110053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_Section Divider slide">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1A72565-69F8-7D4C-9FFB-ADEF3B3C09B7}"/>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A63A8DA-23CA-97BC-A272-19AAFA70918C}"/>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4" name="Picture Placeholder 3">
            <a:extLst>
              <a:ext uri="{FF2B5EF4-FFF2-40B4-BE49-F238E27FC236}">
                <a16:creationId xmlns:a16="http://schemas.microsoft.com/office/drawing/2014/main" id="{AA1789B9-D8A7-9466-F754-97D58DA98805}"/>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10" name="Subtitle 2">
            <a:extLst>
              <a:ext uri="{FF2B5EF4-FFF2-40B4-BE49-F238E27FC236}">
                <a16:creationId xmlns:a16="http://schemas.microsoft.com/office/drawing/2014/main" id="{1C93D28D-00B8-EACB-1395-1BEC72A9B999}"/>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5" name="TextBox 26">
            <a:extLst>
              <a:ext uri="{FF2B5EF4-FFF2-40B4-BE49-F238E27FC236}">
                <a16:creationId xmlns:a16="http://schemas.microsoft.com/office/drawing/2014/main" id="{B6238B2A-A8A5-E2AB-8F04-5B5A523F4B1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2" name="TextBox 20">
            <a:extLst>
              <a:ext uri="{FF2B5EF4-FFF2-40B4-BE49-F238E27FC236}">
                <a16:creationId xmlns:a16="http://schemas.microsoft.com/office/drawing/2014/main" id="{CB169062-0B35-9250-C992-E6343D715F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6" name="Picture 22">
            <a:extLst>
              <a:ext uri="{FF2B5EF4-FFF2-40B4-BE49-F238E27FC236}">
                <a16:creationId xmlns:a16="http://schemas.microsoft.com/office/drawing/2014/main" id="{FDBB7178-5316-3439-538A-2EDE75DD670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56886747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1_Title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A98978-DD5F-0102-606C-E4581697EB88}"/>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ubtitle 2">
            <a:extLst>
              <a:ext uri="{FF2B5EF4-FFF2-40B4-BE49-F238E27FC236}">
                <a16:creationId xmlns:a16="http://schemas.microsoft.com/office/drawing/2014/main" id="{9F7F906D-B036-EBA7-A79C-9CB0971E955D}"/>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pic>
        <p:nvPicPr>
          <p:cNvPr id="21" name="Graphic 20">
            <a:extLst>
              <a:ext uri="{FF2B5EF4-FFF2-40B4-BE49-F238E27FC236}">
                <a16:creationId xmlns:a16="http://schemas.microsoft.com/office/drawing/2014/main" id="{64AAB820-12AF-F669-57B8-65DFC760F48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3640"/>
          <a:stretch/>
        </p:blipFill>
        <p:spPr>
          <a:xfrm>
            <a:off x="4101352" y="0"/>
            <a:ext cx="8090647" cy="6858000"/>
          </a:xfrm>
          <a:prstGeom prst="rect">
            <a:avLst/>
          </a:prstGeom>
        </p:spPr>
      </p:pic>
      <p:sp>
        <p:nvSpPr>
          <p:cNvPr id="4" name="Title 1">
            <a:extLst>
              <a:ext uri="{FF2B5EF4-FFF2-40B4-BE49-F238E27FC236}">
                <a16:creationId xmlns:a16="http://schemas.microsoft.com/office/drawing/2014/main" id="{2CBC9AFA-318E-1B39-A4C3-A3273424EC42}"/>
              </a:ext>
            </a:extLst>
          </p:cNvPr>
          <p:cNvSpPr>
            <a:spLocks noGrp="1"/>
          </p:cNvSpPr>
          <p:nvPr>
            <p:ph type="title" hasCustomPrompt="1"/>
          </p:nvPr>
        </p:nvSpPr>
        <p:spPr>
          <a:xfrm>
            <a:off x="334963" y="3429000"/>
            <a:ext cx="5151437"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6" name="TextBox 26">
            <a:extLst>
              <a:ext uri="{FF2B5EF4-FFF2-40B4-BE49-F238E27FC236}">
                <a16:creationId xmlns:a16="http://schemas.microsoft.com/office/drawing/2014/main" id="{64BE84E3-2381-E806-1FF9-B9741E9A269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5C1A6627-1655-8C48-BBB8-278252AD927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5" name="Picture 22">
            <a:extLst>
              <a:ext uri="{FF2B5EF4-FFF2-40B4-BE49-F238E27FC236}">
                <a16:creationId xmlns:a16="http://schemas.microsoft.com/office/drawing/2014/main" id="{305FBFF3-D67E-10FF-6FA7-394CE56D6AB2}"/>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92059785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23_Section Divider slide">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9ABEE5-93EF-491D-228D-7893F85BACB9}"/>
              </a:ext>
            </a:extLst>
          </p:cNvPr>
          <p:cNvSpPr/>
          <p:nvPr userDrawn="1"/>
        </p:nvSpPr>
        <p:spPr>
          <a:xfrm>
            <a:off x="0" y="0"/>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51E162B4-1E76-6A41-8A01-7EA4B4BFF77E}"/>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9" name="Subtitle 2">
            <a:extLst>
              <a:ext uri="{FF2B5EF4-FFF2-40B4-BE49-F238E27FC236}">
                <a16:creationId xmlns:a16="http://schemas.microsoft.com/office/drawing/2014/main" id="{DE1258B5-E04F-388B-1997-FB9CF8C4FF2D}"/>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691025BF-745D-5DE4-EE33-730926E64B5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5" name="TextBox 20">
            <a:extLst>
              <a:ext uri="{FF2B5EF4-FFF2-40B4-BE49-F238E27FC236}">
                <a16:creationId xmlns:a16="http://schemas.microsoft.com/office/drawing/2014/main" id="{B77C154C-CE11-FA7D-3A24-6E966B685ED1}"/>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6" name="Picture 22">
            <a:extLst>
              <a:ext uri="{FF2B5EF4-FFF2-40B4-BE49-F238E27FC236}">
                <a16:creationId xmlns:a16="http://schemas.microsoft.com/office/drawing/2014/main" id="{E853A676-C9C0-3C5E-2DCC-AC0DC06837D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31352712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4_Title Slide">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485EBA8-5BF4-39D5-5B17-4925B0B63CFB}"/>
              </a:ext>
            </a:extLst>
          </p:cNvPr>
          <p:cNvSpPr/>
          <p:nvPr userDrawn="1"/>
        </p:nvSpPr>
        <p:spPr>
          <a:xfrm>
            <a:off x="0" y="0"/>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B8ED11AB-6788-862E-E56B-79CD4205D7BD}"/>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10" name="Title 1">
            <a:extLst>
              <a:ext uri="{FF2B5EF4-FFF2-40B4-BE49-F238E27FC236}">
                <a16:creationId xmlns:a16="http://schemas.microsoft.com/office/drawing/2014/main" id="{8C031A48-4339-3EEF-9438-7E994A23FFC6}"/>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1" name="Subtitle 2">
            <a:extLst>
              <a:ext uri="{FF2B5EF4-FFF2-40B4-BE49-F238E27FC236}">
                <a16:creationId xmlns:a16="http://schemas.microsoft.com/office/drawing/2014/main" id="{51B1412F-135B-2518-55B4-63D1536F54B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CC01F541-833F-F498-AB2D-D9E094D70FFE}"/>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60512D20-F523-66CF-3420-7E4A0E9E449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7" name="Picture 22">
            <a:extLst>
              <a:ext uri="{FF2B5EF4-FFF2-40B4-BE49-F238E27FC236}">
                <a16:creationId xmlns:a16="http://schemas.microsoft.com/office/drawing/2014/main" id="{98416B02-4319-B2F0-AB80-87262233F1F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97983580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17_Title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BD8FF1-245A-4013-5A44-1059CE6BE1E3}"/>
              </a:ext>
            </a:extLst>
          </p:cNvPr>
          <p:cNvSpPr/>
          <p:nvPr userDrawn="1"/>
        </p:nvSpPr>
        <p:spPr>
          <a:xfrm>
            <a:off x="0" y="3641"/>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2">
            <a:extLst>
              <a:ext uri="{FF2B5EF4-FFF2-40B4-BE49-F238E27FC236}">
                <a16:creationId xmlns:a16="http://schemas.microsoft.com/office/drawing/2014/main" id="{87A20BF6-68D1-FE7E-5733-0C09036B17A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pic>
        <p:nvPicPr>
          <p:cNvPr id="13" name="Graphic 12">
            <a:extLst>
              <a:ext uri="{FF2B5EF4-FFF2-40B4-BE49-F238E27FC236}">
                <a16:creationId xmlns:a16="http://schemas.microsoft.com/office/drawing/2014/main" id="{879AC630-79C0-5BBC-6D49-8063F75D5CE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38458"/>
          <a:stretch/>
        </p:blipFill>
        <p:spPr>
          <a:xfrm>
            <a:off x="4688732" y="0"/>
            <a:ext cx="7503268" cy="6858000"/>
          </a:xfrm>
          <a:prstGeom prst="rect">
            <a:avLst/>
          </a:prstGeom>
        </p:spPr>
      </p:pic>
      <p:sp>
        <p:nvSpPr>
          <p:cNvPr id="2" name="Title 1">
            <a:extLst>
              <a:ext uri="{FF2B5EF4-FFF2-40B4-BE49-F238E27FC236}">
                <a16:creationId xmlns:a16="http://schemas.microsoft.com/office/drawing/2014/main" id="{2776F8AE-E471-3521-ED82-EDDE4F14C612}"/>
              </a:ext>
            </a:extLst>
          </p:cNvPr>
          <p:cNvSpPr>
            <a:spLocks noGrp="1"/>
          </p:cNvSpPr>
          <p:nvPr>
            <p:ph type="title" hasCustomPrompt="1"/>
          </p:nvPr>
        </p:nvSpPr>
        <p:spPr>
          <a:xfrm>
            <a:off x="334963" y="3429000"/>
            <a:ext cx="6192840"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91D9C987-32D8-B116-A2B4-FF51E539473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Box 26">
            <a:extLst>
              <a:ext uri="{FF2B5EF4-FFF2-40B4-BE49-F238E27FC236}">
                <a16:creationId xmlns:a16="http://schemas.microsoft.com/office/drawing/2014/main" id="{0F0CDCBF-016A-CCE1-4E15-3C8153720FE0}"/>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BCDC5E03-DC68-FE7D-0CA3-E1DDF5B7E8F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spTree>
    <p:extLst>
      <p:ext uri="{BB962C8B-B14F-4D97-AF65-F5344CB8AC3E}">
        <p14:creationId xmlns:p14="http://schemas.microsoft.com/office/powerpoint/2010/main" val="23585326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6" name="Picture Placeholder 5"/>
          <p:cNvSpPr>
            <a:spLocks noGrp="1"/>
          </p:cNvSpPr>
          <p:nvPr>
            <p:ph type="pic" sz="quarter" idx="17"/>
          </p:nvPr>
        </p:nvSpPr>
        <p:spPr>
          <a:xfrm>
            <a:off x="3287778" y="1629287"/>
            <a:ext cx="2748972" cy="204949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04" name="Picture Placeholder 5"/>
          <p:cNvSpPr>
            <a:spLocks noGrp="1"/>
          </p:cNvSpPr>
          <p:nvPr>
            <p:ph type="pic" sz="quarter" idx="18"/>
          </p:nvPr>
        </p:nvSpPr>
        <p:spPr>
          <a:xfrm>
            <a:off x="3287778" y="3867401"/>
            <a:ext cx="2748972" cy="206033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105" name="Picture Placeholder 5"/>
          <p:cNvSpPr>
            <a:spLocks noGrp="1"/>
          </p:cNvSpPr>
          <p:nvPr>
            <p:ph type="pic" sz="quarter" idx="19"/>
          </p:nvPr>
        </p:nvSpPr>
        <p:spPr>
          <a:xfrm>
            <a:off x="9066212" y="1629287"/>
            <a:ext cx="2790825" cy="204949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06" name="Picture Placeholder 5"/>
          <p:cNvSpPr>
            <a:spLocks noGrp="1"/>
          </p:cNvSpPr>
          <p:nvPr>
            <p:ph type="pic" sz="quarter" idx="20"/>
          </p:nvPr>
        </p:nvSpPr>
        <p:spPr>
          <a:xfrm>
            <a:off x="9066212" y="3867400"/>
            <a:ext cx="2790825" cy="206033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14" name="Text Placeholder 7"/>
          <p:cNvSpPr>
            <a:spLocks noGrp="1"/>
          </p:cNvSpPr>
          <p:nvPr>
            <p:ph type="body" sz="quarter" idx="21" hasCustomPrompt="1"/>
          </p:nvPr>
        </p:nvSpPr>
        <p:spPr>
          <a:xfrm>
            <a:off x="341681" y="1629287"/>
            <a:ext cx="2762365" cy="429844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7"/>
          <p:cNvSpPr>
            <a:spLocks noGrp="1"/>
          </p:cNvSpPr>
          <p:nvPr>
            <p:ph type="body" sz="quarter" idx="22" hasCustomPrompt="1"/>
          </p:nvPr>
        </p:nvSpPr>
        <p:spPr>
          <a:xfrm>
            <a:off x="6176995" y="1629287"/>
            <a:ext cx="2748972" cy="429844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22787860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2 column text with image">
    <p:spTree>
      <p:nvGrpSpPr>
        <p:cNvPr id="1" name=""/>
        <p:cNvGrpSpPr/>
        <p:nvPr/>
      </p:nvGrpSpPr>
      <p:grpSpPr>
        <a:xfrm>
          <a:off x="0" y="0"/>
          <a:ext cx="0" cy="0"/>
          <a:chOff x="0" y="0"/>
          <a:chExt cx="0" cy="0"/>
        </a:xfrm>
      </p:grpSpPr>
      <p:sp>
        <p:nvSpPr>
          <p:cNvPr id="104" name="Picture Placeholder 5"/>
          <p:cNvSpPr>
            <a:spLocks noGrp="1"/>
          </p:cNvSpPr>
          <p:nvPr>
            <p:ph type="pic" sz="quarter" idx="18"/>
          </p:nvPr>
        </p:nvSpPr>
        <p:spPr>
          <a:xfrm>
            <a:off x="341949" y="1629287"/>
            <a:ext cx="2722288"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11" name="Picture Placeholder 5">
            <a:extLst>
              <a:ext uri="{FF2B5EF4-FFF2-40B4-BE49-F238E27FC236}">
                <a16:creationId xmlns:a16="http://schemas.microsoft.com/office/drawing/2014/main" id="{C5460D7C-0B2B-F4D4-9405-85214B86F68B}"/>
              </a:ext>
            </a:extLst>
          </p:cNvPr>
          <p:cNvSpPr>
            <a:spLocks noGrp="1"/>
          </p:cNvSpPr>
          <p:nvPr>
            <p:ph type="pic" sz="quarter" idx="22"/>
          </p:nvPr>
        </p:nvSpPr>
        <p:spPr>
          <a:xfrm>
            <a:off x="3225094"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5">
            <a:extLst>
              <a:ext uri="{FF2B5EF4-FFF2-40B4-BE49-F238E27FC236}">
                <a16:creationId xmlns:a16="http://schemas.microsoft.com/office/drawing/2014/main" id="{A6E0E23D-AAC8-8137-B3E1-1284296BC7FF}"/>
              </a:ext>
            </a:extLst>
          </p:cNvPr>
          <p:cNvSpPr>
            <a:spLocks noGrp="1"/>
          </p:cNvSpPr>
          <p:nvPr>
            <p:ph type="pic" sz="quarter" idx="24"/>
          </p:nvPr>
        </p:nvSpPr>
        <p:spPr>
          <a:xfrm>
            <a:off x="6112227"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5">
            <a:extLst>
              <a:ext uri="{FF2B5EF4-FFF2-40B4-BE49-F238E27FC236}">
                <a16:creationId xmlns:a16="http://schemas.microsoft.com/office/drawing/2014/main" id="{34360A4A-5339-7555-17BE-92B2B833115B}"/>
              </a:ext>
            </a:extLst>
          </p:cNvPr>
          <p:cNvSpPr>
            <a:spLocks noGrp="1"/>
          </p:cNvSpPr>
          <p:nvPr>
            <p:ph type="pic" sz="quarter" idx="26"/>
          </p:nvPr>
        </p:nvSpPr>
        <p:spPr>
          <a:xfrm>
            <a:off x="8982427"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28250F92-0A52-2C2C-CA52-106847C17367}"/>
              </a:ext>
            </a:extLst>
          </p:cNvPr>
          <p:cNvCxnSpPr>
            <a:cxnSpLocks/>
          </p:cNvCxnSpPr>
          <p:nvPr userDrawn="1"/>
        </p:nvCxnSpPr>
        <p:spPr>
          <a:xfrm>
            <a:off x="355341" y="1458024"/>
            <a:ext cx="11501697" cy="0"/>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49512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2 column text with image">
    <p:spTree>
      <p:nvGrpSpPr>
        <p:cNvPr id="1" name=""/>
        <p:cNvGrpSpPr/>
        <p:nvPr/>
      </p:nvGrpSpPr>
      <p:grpSpPr>
        <a:xfrm>
          <a:off x="0" y="0"/>
          <a:ext cx="0" cy="0"/>
          <a:chOff x="0" y="0"/>
          <a:chExt cx="0" cy="0"/>
        </a:xfrm>
      </p:grpSpPr>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7">
            <a:extLst>
              <a:ext uri="{FF2B5EF4-FFF2-40B4-BE49-F238E27FC236}">
                <a16:creationId xmlns:a16="http://schemas.microsoft.com/office/drawing/2014/main" id="{8DEC174F-ADED-FDBF-C6BD-CC5EA1D4D50F}"/>
              </a:ext>
            </a:extLst>
          </p:cNvPr>
          <p:cNvSpPr>
            <a:spLocks noGrp="1"/>
          </p:cNvSpPr>
          <p:nvPr>
            <p:ph type="body" sz="quarter" idx="28" hasCustomPrompt="1"/>
          </p:nvPr>
        </p:nvSpPr>
        <p:spPr>
          <a:xfrm>
            <a:off x="341949"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9" name="Text Placeholder 7">
            <a:extLst>
              <a:ext uri="{FF2B5EF4-FFF2-40B4-BE49-F238E27FC236}">
                <a16:creationId xmlns:a16="http://schemas.microsoft.com/office/drawing/2014/main" id="{D11A6F5E-3913-17ED-4FCA-C7C5F4F934C0}"/>
              </a:ext>
            </a:extLst>
          </p:cNvPr>
          <p:cNvSpPr>
            <a:spLocks noGrp="1"/>
          </p:cNvSpPr>
          <p:nvPr>
            <p:ph type="body" sz="quarter" idx="29" hasCustomPrompt="1"/>
          </p:nvPr>
        </p:nvSpPr>
        <p:spPr>
          <a:xfrm>
            <a:off x="3221073"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0" name="Text Placeholder 7">
            <a:extLst>
              <a:ext uri="{FF2B5EF4-FFF2-40B4-BE49-F238E27FC236}">
                <a16:creationId xmlns:a16="http://schemas.microsoft.com/office/drawing/2014/main" id="{D9EB60DC-009B-47A9-58C2-E9289D76E582}"/>
              </a:ext>
            </a:extLst>
          </p:cNvPr>
          <p:cNvSpPr>
            <a:spLocks noGrp="1"/>
          </p:cNvSpPr>
          <p:nvPr>
            <p:ph type="body" sz="quarter" idx="30" hasCustomPrompt="1"/>
          </p:nvPr>
        </p:nvSpPr>
        <p:spPr>
          <a:xfrm>
            <a:off x="6100197"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6" name="Text Placeholder 7">
            <a:extLst>
              <a:ext uri="{FF2B5EF4-FFF2-40B4-BE49-F238E27FC236}">
                <a16:creationId xmlns:a16="http://schemas.microsoft.com/office/drawing/2014/main" id="{5E4B321B-5901-6E05-22C2-FD9B5FAF86BC}"/>
              </a:ext>
            </a:extLst>
          </p:cNvPr>
          <p:cNvSpPr>
            <a:spLocks noGrp="1"/>
          </p:cNvSpPr>
          <p:nvPr>
            <p:ph type="body" sz="quarter" idx="31" hasCustomPrompt="1"/>
          </p:nvPr>
        </p:nvSpPr>
        <p:spPr>
          <a:xfrm>
            <a:off x="8979321"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cxnSp>
        <p:nvCxnSpPr>
          <p:cNvPr id="6" name="Straight Connector 5">
            <a:extLst>
              <a:ext uri="{FF2B5EF4-FFF2-40B4-BE49-F238E27FC236}">
                <a16:creationId xmlns:a16="http://schemas.microsoft.com/office/drawing/2014/main" id="{9A17AD42-0E6D-D003-E77D-5403939E86A6}"/>
              </a:ext>
            </a:extLst>
          </p:cNvPr>
          <p:cNvCxnSpPr>
            <a:cxnSpLocks/>
          </p:cNvCxnSpPr>
          <p:nvPr userDrawn="1"/>
        </p:nvCxnSpPr>
        <p:spPr>
          <a:xfrm>
            <a:off x="355341" y="1458024"/>
            <a:ext cx="1150169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904481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2 column text with image">
    <p:spTree>
      <p:nvGrpSpPr>
        <p:cNvPr id="1" name=""/>
        <p:cNvGrpSpPr/>
        <p:nvPr/>
      </p:nvGrpSpPr>
      <p:grpSpPr>
        <a:xfrm>
          <a:off x="0" y="0"/>
          <a:ext cx="0" cy="0"/>
          <a:chOff x="0" y="0"/>
          <a:chExt cx="0" cy="0"/>
        </a:xfrm>
      </p:grpSpPr>
      <p:sp>
        <p:nvSpPr>
          <p:cNvPr id="14" name="Text Placeholder 7"/>
          <p:cNvSpPr>
            <a:spLocks noGrp="1"/>
          </p:cNvSpPr>
          <p:nvPr>
            <p:ph type="body" sz="quarter" idx="21" hasCustomPrompt="1"/>
          </p:nvPr>
        </p:nvSpPr>
        <p:spPr>
          <a:xfrm>
            <a:off x="341949"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7">
            <a:extLst>
              <a:ext uri="{FF2B5EF4-FFF2-40B4-BE49-F238E27FC236}">
                <a16:creationId xmlns:a16="http://schemas.microsoft.com/office/drawing/2014/main" id="{8DEC174F-ADED-FDBF-C6BD-CC5EA1D4D50F}"/>
              </a:ext>
            </a:extLst>
          </p:cNvPr>
          <p:cNvSpPr>
            <a:spLocks noGrp="1"/>
          </p:cNvSpPr>
          <p:nvPr>
            <p:ph type="body" sz="quarter" idx="28" hasCustomPrompt="1"/>
          </p:nvPr>
        </p:nvSpPr>
        <p:spPr>
          <a:xfrm>
            <a:off x="341949"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9" name="Text Placeholder 7">
            <a:extLst>
              <a:ext uri="{FF2B5EF4-FFF2-40B4-BE49-F238E27FC236}">
                <a16:creationId xmlns:a16="http://schemas.microsoft.com/office/drawing/2014/main" id="{D11A6F5E-3913-17ED-4FCA-C7C5F4F934C0}"/>
              </a:ext>
            </a:extLst>
          </p:cNvPr>
          <p:cNvSpPr>
            <a:spLocks noGrp="1"/>
          </p:cNvSpPr>
          <p:nvPr>
            <p:ph type="body" sz="quarter" idx="29" hasCustomPrompt="1"/>
          </p:nvPr>
        </p:nvSpPr>
        <p:spPr>
          <a:xfrm>
            <a:off x="3221073"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0" name="Text Placeholder 7">
            <a:extLst>
              <a:ext uri="{FF2B5EF4-FFF2-40B4-BE49-F238E27FC236}">
                <a16:creationId xmlns:a16="http://schemas.microsoft.com/office/drawing/2014/main" id="{D9EB60DC-009B-47A9-58C2-E9289D76E582}"/>
              </a:ext>
            </a:extLst>
          </p:cNvPr>
          <p:cNvSpPr>
            <a:spLocks noGrp="1"/>
          </p:cNvSpPr>
          <p:nvPr>
            <p:ph type="body" sz="quarter" idx="30" hasCustomPrompt="1"/>
          </p:nvPr>
        </p:nvSpPr>
        <p:spPr>
          <a:xfrm>
            <a:off x="6100197"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6" name="Text Placeholder 7">
            <a:extLst>
              <a:ext uri="{FF2B5EF4-FFF2-40B4-BE49-F238E27FC236}">
                <a16:creationId xmlns:a16="http://schemas.microsoft.com/office/drawing/2014/main" id="{5E4B321B-5901-6E05-22C2-FD9B5FAF86BC}"/>
              </a:ext>
            </a:extLst>
          </p:cNvPr>
          <p:cNvSpPr>
            <a:spLocks noGrp="1"/>
          </p:cNvSpPr>
          <p:nvPr>
            <p:ph type="body" sz="quarter" idx="31" hasCustomPrompt="1"/>
          </p:nvPr>
        </p:nvSpPr>
        <p:spPr>
          <a:xfrm>
            <a:off x="8979321"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6" name="Text Placeholder 7">
            <a:extLst>
              <a:ext uri="{FF2B5EF4-FFF2-40B4-BE49-F238E27FC236}">
                <a16:creationId xmlns:a16="http://schemas.microsoft.com/office/drawing/2014/main" id="{E957452A-AF7E-7246-7A35-3BB379A8B532}"/>
              </a:ext>
            </a:extLst>
          </p:cNvPr>
          <p:cNvSpPr>
            <a:spLocks noGrp="1"/>
          </p:cNvSpPr>
          <p:nvPr>
            <p:ph type="body" sz="quarter" idx="32" hasCustomPrompt="1"/>
          </p:nvPr>
        </p:nvSpPr>
        <p:spPr>
          <a:xfrm>
            <a:off x="3221074"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7" name="Text Placeholder 7">
            <a:extLst>
              <a:ext uri="{FF2B5EF4-FFF2-40B4-BE49-F238E27FC236}">
                <a16:creationId xmlns:a16="http://schemas.microsoft.com/office/drawing/2014/main" id="{B5EBBE91-55EF-15D2-1710-DC4DF3D74DA8}"/>
              </a:ext>
            </a:extLst>
          </p:cNvPr>
          <p:cNvSpPr>
            <a:spLocks noGrp="1"/>
          </p:cNvSpPr>
          <p:nvPr>
            <p:ph type="body" sz="quarter" idx="33" hasCustomPrompt="1"/>
          </p:nvPr>
        </p:nvSpPr>
        <p:spPr>
          <a:xfrm>
            <a:off x="6100197"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8" name="Text Placeholder 7">
            <a:extLst>
              <a:ext uri="{FF2B5EF4-FFF2-40B4-BE49-F238E27FC236}">
                <a16:creationId xmlns:a16="http://schemas.microsoft.com/office/drawing/2014/main" id="{59A3577A-B822-01D3-6925-E735C4C29381}"/>
              </a:ext>
            </a:extLst>
          </p:cNvPr>
          <p:cNvSpPr>
            <a:spLocks noGrp="1"/>
          </p:cNvSpPr>
          <p:nvPr>
            <p:ph type="body" sz="quarter" idx="34" hasCustomPrompt="1"/>
          </p:nvPr>
        </p:nvSpPr>
        <p:spPr>
          <a:xfrm>
            <a:off x="8975725"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1" name="Text Placeholder 7">
            <a:extLst>
              <a:ext uri="{FF2B5EF4-FFF2-40B4-BE49-F238E27FC236}">
                <a16:creationId xmlns:a16="http://schemas.microsoft.com/office/drawing/2014/main" id="{169C80CA-6FC8-09B8-7988-1C03FBFEAC6F}"/>
              </a:ext>
            </a:extLst>
          </p:cNvPr>
          <p:cNvSpPr>
            <a:spLocks noGrp="1"/>
          </p:cNvSpPr>
          <p:nvPr>
            <p:ph type="body" sz="quarter" idx="35" hasCustomPrompt="1"/>
          </p:nvPr>
        </p:nvSpPr>
        <p:spPr>
          <a:xfrm>
            <a:off x="341949"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3" name="Straight Connector 12">
            <a:extLst>
              <a:ext uri="{FF2B5EF4-FFF2-40B4-BE49-F238E27FC236}">
                <a16:creationId xmlns:a16="http://schemas.microsoft.com/office/drawing/2014/main" id="{4E9CA1D0-C1B9-D36D-765F-EB10095B4D00}"/>
              </a:ext>
            </a:extLst>
          </p:cNvPr>
          <p:cNvCxnSpPr>
            <a:cxnSpLocks/>
          </p:cNvCxnSpPr>
          <p:nvPr userDrawn="1"/>
        </p:nvCxnSpPr>
        <p:spPr>
          <a:xfrm flipH="1">
            <a:off x="334963" y="3652584"/>
            <a:ext cx="11522075"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Text Placeholder 7">
            <a:extLst>
              <a:ext uri="{FF2B5EF4-FFF2-40B4-BE49-F238E27FC236}">
                <a16:creationId xmlns:a16="http://schemas.microsoft.com/office/drawing/2014/main" id="{ED8DED05-E2E3-E60C-8FB6-98C11629DBEA}"/>
              </a:ext>
            </a:extLst>
          </p:cNvPr>
          <p:cNvSpPr>
            <a:spLocks noGrp="1"/>
          </p:cNvSpPr>
          <p:nvPr>
            <p:ph type="body" sz="quarter" idx="36" hasCustomPrompt="1"/>
          </p:nvPr>
        </p:nvSpPr>
        <p:spPr>
          <a:xfrm>
            <a:off x="341949"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9" name="Text Placeholder 7">
            <a:extLst>
              <a:ext uri="{FF2B5EF4-FFF2-40B4-BE49-F238E27FC236}">
                <a16:creationId xmlns:a16="http://schemas.microsoft.com/office/drawing/2014/main" id="{D10FC326-371E-A33A-2DCE-493B59304E5E}"/>
              </a:ext>
            </a:extLst>
          </p:cNvPr>
          <p:cNvSpPr>
            <a:spLocks noGrp="1"/>
          </p:cNvSpPr>
          <p:nvPr>
            <p:ph type="body" sz="quarter" idx="37" hasCustomPrompt="1"/>
          </p:nvPr>
        </p:nvSpPr>
        <p:spPr>
          <a:xfrm>
            <a:off x="3221073"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0" name="Text Placeholder 7">
            <a:extLst>
              <a:ext uri="{FF2B5EF4-FFF2-40B4-BE49-F238E27FC236}">
                <a16:creationId xmlns:a16="http://schemas.microsoft.com/office/drawing/2014/main" id="{85FD9BC9-01C8-F6F8-C5BB-D0E27C9BA039}"/>
              </a:ext>
            </a:extLst>
          </p:cNvPr>
          <p:cNvSpPr>
            <a:spLocks noGrp="1"/>
          </p:cNvSpPr>
          <p:nvPr>
            <p:ph type="body" sz="quarter" idx="38" hasCustomPrompt="1"/>
          </p:nvPr>
        </p:nvSpPr>
        <p:spPr>
          <a:xfrm>
            <a:off x="6100197"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1" name="Text Placeholder 7">
            <a:extLst>
              <a:ext uri="{FF2B5EF4-FFF2-40B4-BE49-F238E27FC236}">
                <a16:creationId xmlns:a16="http://schemas.microsoft.com/office/drawing/2014/main" id="{5CD4DA40-2BF2-3FD2-AB86-EC70388C017C}"/>
              </a:ext>
            </a:extLst>
          </p:cNvPr>
          <p:cNvSpPr>
            <a:spLocks noGrp="1"/>
          </p:cNvSpPr>
          <p:nvPr>
            <p:ph type="body" sz="quarter" idx="39" hasCustomPrompt="1"/>
          </p:nvPr>
        </p:nvSpPr>
        <p:spPr>
          <a:xfrm>
            <a:off x="8979321"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2" name="Text Placeholder 7">
            <a:extLst>
              <a:ext uri="{FF2B5EF4-FFF2-40B4-BE49-F238E27FC236}">
                <a16:creationId xmlns:a16="http://schemas.microsoft.com/office/drawing/2014/main" id="{FE478262-4375-38DA-6218-0179CF04B76E}"/>
              </a:ext>
            </a:extLst>
          </p:cNvPr>
          <p:cNvSpPr>
            <a:spLocks noGrp="1"/>
          </p:cNvSpPr>
          <p:nvPr>
            <p:ph type="body" sz="quarter" idx="40" hasCustomPrompt="1"/>
          </p:nvPr>
        </p:nvSpPr>
        <p:spPr>
          <a:xfrm>
            <a:off x="3221074"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3" name="Text Placeholder 7">
            <a:extLst>
              <a:ext uri="{FF2B5EF4-FFF2-40B4-BE49-F238E27FC236}">
                <a16:creationId xmlns:a16="http://schemas.microsoft.com/office/drawing/2014/main" id="{9250F098-3A08-A54D-E9FF-096D6F809BCE}"/>
              </a:ext>
            </a:extLst>
          </p:cNvPr>
          <p:cNvSpPr>
            <a:spLocks noGrp="1"/>
          </p:cNvSpPr>
          <p:nvPr>
            <p:ph type="body" sz="quarter" idx="41" hasCustomPrompt="1"/>
          </p:nvPr>
        </p:nvSpPr>
        <p:spPr>
          <a:xfrm>
            <a:off x="6100197"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4" name="Text Placeholder 7">
            <a:extLst>
              <a:ext uri="{FF2B5EF4-FFF2-40B4-BE49-F238E27FC236}">
                <a16:creationId xmlns:a16="http://schemas.microsoft.com/office/drawing/2014/main" id="{3D4FFA49-47F8-BC70-A714-B4EA90262B0E}"/>
              </a:ext>
            </a:extLst>
          </p:cNvPr>
          <p:cNvSpPr>
            <a:spLocks noGrp="1"/>
          </p:cNvSpPr>
          <p:nvPr>
            <p:ph type="body" sz="quarter" idx="42" hasCustomPrompt="1"/>
          </p:nvPr>
        </p:nvSpPr>
        <p:spPr>
          <a:xfrm>
            <a:off x="8975725"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2" name="Straight Connector 11">
            <a:extLst>
              <a:ext uri="{FF2B5EF4-FFF2-40B4-BE49-F238E27FC236}">
                <a16:creationId xmlns:a16="http://schemas.microsoft.com/office/drawing/2014/main" id="{65B6DE84-96FF-4202-9A8E-6789A38874CB}"/>
              </a:ext>
            </a:extLst>
          </p:cNvPr>
          <p:cNvCxnSpPr>
            <a:cxnSpLocks/>
          </p:cNvCxnSpPr>
          <p:nvPr userDrawn="1"/>
        </p:nvCxnSpPr>
        <p:spPr>
          <a:xfrm>
            <a:off x="355341" y="1458024"/>
            <a:ext cx="1150169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506741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4_2 column text with image">
    <p:spTree>
      <p:nvGrpSpPr>
        <p:cNvPr id="1" name=""/>
        <p:cNvGrpSpPr/>
        <p:nvPr/>
      </p:nvGrpSpPr>
      <p:grpSpPr>
        <a:xfrm>
          <a:off x="0" y="0"/>
          <a:ext cx="0" cy="0"/>
          <a:chOff x="0" y="0"/>
          <a:chExt cx="0" cy="0"/>
        </a:xfrm>
      </p:grpSpPr>
      <p:sp>
        <p:nvSpPr>
          <p:cNvPr id="27" name="Picture Placeholder 5">
            <a:extLst>
              <a:ext uri="{FF2B5EF4-FFF2-40B4-BE49-F238E27FC236}">
                <a16:creationId xmlns:a16="http://schemas.microsoft.com/office/drawing/2014/main" id="{D230909C-0594-5159-E526-6BC0A8BD7F14}"/>
              </a:ext>
            </a:extLst>
          </p:cNvPr>
          <p:cNvSpPr>
            <a:spLocks noGrp="1"/>
          </p:cNvSpPr>
          <p:nvPr>
            <p:ph type="pic" sz="quarter" idx="46"/>
          </p:nvPr>
        </p:nvSpPr>
        <p:spPr>
          <a:xfrm>
            <a:off x="341949"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2" name="Picture Placeholder 5">
            <a:extLst>
              <a:ext uri="{FF2B5EF4-FFF2-40B4-BE49-F238E27FC236}">
                <a16:creationId xmlns:a16="http://schemas.microsoft.com/office/drawing/2014/main" id="{2389CC14-0336-4A78-4720-ABF1310D0587}"/>
              </a:ext>
            </a:extLst>
          </p:cNvPr>
          <p:cNvSpPr>
            <a:spLocks noGrp="1"/>
          </p:cNvSpPr>
          <p:nvPr>
            <p:ph type="pic" sz="quarter" idx="18"/>
          </p:nvPr>
        </p:nvSpPr>
        <p:spPr>
          <a:xfrm>
            <a:off x="341949"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4" name="Text Placeholder 7"/>
          <p:cNvSpPr>
            <a:spLocks noGrp="1"/>
          </p:cNvSpPr>
          <p:nvPr>
            <p:ph type="body" sz="quarter" idx="21" hasCustomPrompt="1"/>
          </p:nvPr>
        </p:nvSpPr>
        <p:spPr>
          <a:xfrm>
            <a:off x="341949"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6" name="Text Placeholder 7">
            <a:extLst>
              <a:ext uri="{FF2B5EF4-FFF2-40B4-BE49-F238E27FC236}">
                <a16:creationId xmlns:a16="http://schemas.microsoft.com/office/drawing/2014/main" id="{E957452A-AF7E-7246-7A35-3BB379A8B532}"/>
              </a:ext>
            </a:extLst>
          </p:cNvPr>
          <p:cNvSpPr>
            <a:spLocks noGrp="1"/>
          </p:cNvSpPr>
          <p:nvPr>
            <p:ph type="body" sz="quarter" idx="32" hasCustomPrompt="1"/>
          </p:nvPr>
        </p:nvSpPr>
        <p:spPr>
          <a:xfrm>
            <a:off x="3221074"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7" name="Text Placeholder 7">
            <a:extLst>
              <a:ext uri="{FF2B5EF4-FFF2-40B4-BE49-F238E27FC236}">
                <a16:creationId xmlns:a16="http://schemas.microsoft.com/office/drawing/2014/main" id="{B5EBBE91-55EF-15D2-1710-DC4DF3D74DA8}"/>
              </a:ext>
            </a:extLst>
          </p:cNvPr>
          <p:cNvSpPr>
            <a:spLocks noGrp="1"/>
          </p:cNvSpPr>
          <p:nvPr>
            <p:ph type="body" sz="quarter" idx="33" hasCustomPrompt="1"/>
          </p:nvPr>
        </p:nvSpPr>
        <p:spPr>
          <a:xfrm>
            <a:off x="6100197"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8" name="Text Placeholder 7">
            <a:extLst>
              <a:ext uri="{FF2B5EF4-FFF2-40B4-BE49-F238E27FC236}">
                <a16:creationId xmlns:a16="http://schemas.microsoft.com/office/drawing/2014/main" id="{59A3577A-B822-01D3-6925-E735C4C29381}"/>
              </a:ext>
            </a:extLst>
          </p:cNvPr>
          <p:cNvSpPr>
            <a:spLocks noGrp="1"/>
          </p:cNvSpPr>
          <p:nvPr>
            <p:ph type="body" sz="quarter" idx="34" hasCustomPrompt="1"/>
          </p:nvPr>
        </p:nvSpPr>
        <p:spPr>
          <a:xfrm>
            <a:off x="8975725"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1" name="Text Placeholder 7">
            <a:extLst>
              <a:ext uri="{FF2B5EF4-FFF2-40B4-BE49-F238E27FC236}">
                <a16:creationId xmlns:a16="http://schemas.microsoft.com/office/drawing/2014/main" id="{169C80CA-6FC8-09B8-7988-1C03FBFEAC6F}"/>
              </a:ext>
            </a:extLst>
          </p:cNvPr>
          <p:cNvSpPr>
            <a:spLocks noGrp="1"/>
          </p:cNvSpPr>
          <p:nvPr>
            <p:ph type="body" sz="quarter" idx="35" hasCustomPrompt="1"/>
          </p:nvPr>
        </p:nvSpPr>
        <p:spPr>
          <a:xfrm>
            <a:off x="341949"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3" name="Straight Connector 12">
            <a:extLst>
              <a:ext uri="{FF2B5EF4-FFF2-40B4-BE49-F238E27FC236}">
                <a16:creationId xmlns:a16="http://schemas.microsoft.com/office/drawing/2014/main" id="{4E9CA1D0-C1B9-D36D-765F-EB10095B4D00}"/>
              </a:ext>
            </a:extLst>
          </p:cNvPr>
          <p:cNvCxnSpPr>
            <a:cxnSpLocks/>
          </p:cNvCxnSpPr>
          <p:nvPr userDrawn="1"/>
        </p:nvCxnSpPr>
        <p:spPr>
          <a:xfrm flipH="1">
            <a:off x="334963" y="3652584"/>
            <a:ext cx="1152207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 Placeholder 7">
            <a:extLst>
              <a:ext uri="{FF2B5EF4-FFF2-40B4-BE49-F238E27FC236}">
                <a16:creationId xmlns:a16="http://schemas.microsoft.com/office/drawing/2014/main" id="{FE478262-4375-38DA-6218-0179CF04B76E}"/>
              </a:ext>
            </a:extLst>
          </p:cNvPr>
          <p:cNvSpPr>
            <a:spLocks noGrp="1"/>
          </p:cNvSpPr>
          <p:nvPr>
            <p:ph type="body" sz="quarter" idx="40" hasCustomPrompt="1"/>
          </p:nvPr>
        </p:nvSpPr>
        <p:spPr>
          <a:xfrm>
            <a:off x="3221074"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3" name="Text Placeholder 7">
            <a:extLst>
              <a:ext uri="{FF2B5EF4-FFF2-40B4-BE49-F238E27FC236}">
                <a16:creationId xmlns:a16="http://schemas.microsoft.com/office/drawing/2014/main" id="{9250F098-3A08-A54D-E9FF-096D6F809BCE}"/>
              </a:ext>
            </a:extLst>
          </p:cNvPr>
          <p:cNvSpPr>
            <a:spLocks noGrp="1"/>
          </p:cNvSpPr>
          <p:nvPr>
            <p:ph type="body" sz="quarter" idx="41" hasCustomPrompt="1"/>
          </p:nvPr>
        </p:nvSpPr>
        <p:spPr>
          <a:xfrm>
            <a:off x="6100197"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4" name="Text Placeholder 7">
            <a:extLst>
              <a:ext uri="{FF2B5EF4-FFF2-40B4-BE49-F238E27FC236}">
                <a16:creationId xmlns:a16="http://schemas.microsoft.com/office/drawing/2014/main" id="{3D4FFA49-47F8-BC70-A714-B4EA90262B0E}"/>
              </a:ext>
            </a:extLst>
          </p:cNvPr>
          <p:cNvSpPr>
            <a:spLocks noGrp="1"/>
          </p:cNvSpPr>
          <p:nvPr>
            <p:ph type="body" sz="quarter" idx="42" hasCustomPrompt="1"/>
          </p:nvPr>
        </p:nvSpPr>
        <p:spPr>
          <a:xfrm>
            <a:off x="8975725"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5" name="Picture Placeholder 5">
            <a:extLst>
              <a:ext uri="{FF2B5EF4-FFF2-40B4-BE49-F238E27FC236}">
                <a16:creationId xmlns:a16="http://schemas.microsoft.com/office/drawing/2014/main" id="{56209224-BD77-8CC6-AE90-12EB54C04326}"/>
              </a:ext>
            </a:extLst>
          </p:cNvPr>
          <p:cNvSpPr>
            <a:spLocks noGrp="1"/>
          </p:cNvSpPr>
          <p:nvPr>
            <p:ph type="pic" sz="quarter" idx="43"/>
          </p:nvPr>
        </p:nvSpPr>
        <p:spPr>
          <a:xfrm>
            <a:off x="3218106"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8" name="Picture Placeholder 5">
            <a:extLst>
              <a:ext uri="{FF2B5EF4-FFF2-40B4-BE49-F238E27FC236}">
                <a16:creationId xmlns:a16="http://schemas.microsoft.com/office/drawing/2014/main" id="{C2B3786A-414F-BC70-9D87-CB52D9845A75}"/>
              </a:ext>
            </a:extLst>
          </p:cNvPr>
          <p:cNvSpPr>
            <a:spLocks noGrp="1"/>
          </p:cNvSpPr>
          <p:nvPr>
            <p:ph type="pic" sz="quarter" idx="44"/>
          </p:nvPr>
        </p:nvSpPr>
        <p:spPr>
          <a:xfrm>
            <a:off x="6099193"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5" name="Picture Placeholder 5">
            <a:extLst>
              <a:ext uri="{FF2B5EF4-FFF2-40B4-BE49-F238E27FC236}">
                <a16:creationId xmlns:a16="http://schemas.microsoft.com/office/drawing/2014/main" id="{602DF088-CF7C-3ED9-73F6-E0E98AFA98DB}"/>
              </a:ext>
            </a:extLst>
          </p:cNvPr>
          <p:cNvSpPr>
            <a:spLocks noGrp="1"/>
          </p:cNvSpPr>
          <p:nvPr>
            <p:ph type="pic" sz="quarter" idx="45"/>
          </p:nvPr>
        </p:nvSpPr>
        <p:spPr>
          <a:xfrm>
            <a:off x="8974762"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8" name="Picture Placeholder 5">
            <a:extLst>
              <a:ext uri="{FF2B5EF4-FFF2-40B4-BE49-F238E27FC236}">
                <a16:creationId xmlns:a16="http://schemas.microsoft.com/office/drawing/2014/main" id="{47C4EFD4-6A08-4E80-0D36-EB26005061A2}"/>
              </a:ext>
            </a:extLst>
          </p:cNvPr>
          <p:cNvSpPr>
            <a:spLocks noGrp="1"/>
          </p:cNvSpPr>
          <p:nvPr>
            <p:ph type="pic" sz="quarter" idx="47"/>
          </p:nvPr>
        </p:nvSpPr>
        <p:spPr>
          <a:xfrm>
            <a:off x="3219457"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9" name="Picture Placeholder 5">
            <a:extLst>
              <a:ext uri="{FF2B5EF4-FFF2-40B4-BE49-F238E27FC236}">
                <a16:creationId xmlns:a16="http://schemas.microsoft.com/office/drawing/2014/main" id="{62269C05-F4FE-874A-C6FE-B9B309ED5ABE}"/>
              </a:ext>
            </a:extLst>
          </p:cNvPr>
          <p:cNvSpPr>
            <a:spLocks noGrp="1"/>
          </p:cNvSpPr>
          <p:nvPr>
            <p:ph type="pic" sz="quarter" idx="48"/>
          </p:nvPr>
        </p:nvSpPr>
        <p:spPr>
          <a:xfrm>
            <a:off x="6099193"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30" name="Picture Placeholder 5">
            <a:extLst>
              <a:ext uri="{FF2B5EF4-FFF2-40B4-BE49-F238E27FC236}">
                <a16:creationId xmlns:a16="http://schemas.microsoft.com/office/drawing/2014/main" id="{63E61DD7-F712-223E-D81D-8475FC510E8F}"/>
              </a:ext>
            </a:extLst>
          </p:cNvPr>
          <p:cNvSpPr>
            <a:spLocks noGrp="1"/>
          </p:cNvSpPr>
          <p:nvPr>
            <p:ph type="pic" sz="quarter" idx="49"/>
          </p:nvPr>
        </p:nvSpPr>
        <p:spPr>
          <a:xfrm>
            <a:off x="8979958"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cxnSp>
        <p:nvCxnSpPr>
          <p:cNvPr id="5" name="Straight Connector 4">
            <a:extLst>
              <a:ext uri="{FF2B5EF4-FFF2-40B4-BE49-F238E27FC236}">
                <a16:creationId xmlns:a16="http://schemas.microsoft.com/office/drawing/2014/main" id="{3B46F8D6-A68A-BD10-9150-104DAA950FBA}"/>
              </a:ext>
            </a:extLst>
          </p:cNvPr>
          <p:cNvCxnSpPr>
            <a:cxnSpLocks/>
          </p:cNvCxnSpPr>
          <p:nvPr userDrawn="1"/>
        </p:nvCxnSpPr>
        <p:spPr>
          <a:xfrm>
            <a:off x="355341" y="1458024"/>
            <a:ext cx="11501697" cy="0"/>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692229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17949" y="3249879"/>
            <a:ext cx="1174240" cy="358243"/>
          </a:xfrm>
          <a:prstGeom prst="rect">
            <a:avLst/>
          </a:prstGeom>
        </p:spPr>
      </p:pic>
      <p:sp>
        <p:nvSpPr>
          <p:cNvPr id="7" name="Rectangle 6">
            <a:extLst>
              <a:ext uri="{FF2B5EF4-FFF2-40B4-BE49-F238E27FC236}">
                <a16:creationId xmlns:a16="http://schemas.microsoft.com/office/drawing/2014/main" id="{A70C8C98-8540-F243-A7E5-72B42C482D10}"/>
              </a:ext>
            </a:extLst>
          </p:cNvPr>
          <p:cNvSpPr>
            <a:spLocks noChangeArrowheads="1"/>
          </p:cNvSpPr>
          <p:nvPr userDrawn="1"/>
        </p:nvSpPr>
        <p:spPr bwMode="auto">
          <a:xfrm>
            <a:off x="7326471" y="0"/>
            <a:ext cx="4655186" cy="751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br>
              <a:rPr lang="en-US" sz="3000" b="0" i="0" dirty="0">
                <a:solidFill>
                  <a:schemeClr val="bg1">
                    <a:alpha val="25000"/>
                  </a:schemeClr>
                </a:solidFill>
                <a:effectLst/>
                <a:latin typeface="Arial" panose="020B0604020202020204" pitchFamily="34" charset="0"/>
              </a:rPr>
            </a:br>
            <a:r>
              <a:rPr lang="en-US" sz="3000" b="0" i="0" dirty="0" err="1">
                <a:solidFill>
                  <a:schemeClr val="bg1">
                    <a:alpha val="25000"/>
                  </a:schemeClr>
                </a:solidFill>
                <a:effectLst/>
                <a:latin typeface="Arial" panose="020B0604020202020204" pitchFamily="34" charset="0"/>
              </a:rPr>
              <a:t>Köszönöm</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endParaRPr lang="te-IN" sz="3000" b="0" i="0" dirty="0">
              <a:solidFill>
                <a:schemeClr val="bg1">
                  <a:alpha val="25000"/>
                </a:schemeClr>
              </a:solidFill>
              <a:effectLst/>
              <a:latin typeface="Arial" panose="020B0604020202020204" pitchFamily="34" charset="0"/>
            </a:endParaRPr>
          </a:p>
        </p:txBody>
      </p:sp>
    </p:spTree>
    <p:extLst>
      <p:ext uri="{BB962C8B-B14F-4D97-AF65-F5344CB8AC3E}">
        <p14:creationId xmlns:p14="http://schemas.microsoft.com/office/powerpoint/2010/main" val="210092306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105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altLang="x-none" sz="1050" dirty="0">
                <a:solidFill>
                  <a:schemeClr val="bg1"/>
                </a:solidFill>
                <a:latin typeface="Arial" panose="020B0604020202020204" pitchFamily="34" charset="0"/>
                <a:cs typeface="Arial" panose="020B0604020202020204" pitchFamily="34" charset="0"/>
              </a:rPr>
            </a:br>
            <a:r>
              <a:rPr lang="en-US" altLang="x-none" sz="1050" dirty="0" err="1">
                <a:solidFill>
                  <a:schemeClr val="bg1"/>
                </a:solidFill>
                <a:latin typeface="Arial" panose="020B0604020202020204" pitchFamily="34" charset="0"/>
                <a:cs typeface="Arial" panose="020B0604020202020204" pitchFamily="34" charset="0"/>
              </a:rPr>
              <a:t>www.arm.com</a:t>
            </a:r>
            <a:r>
              <a:rPr lang="en-US" altLang="x-none" sz="1050" dirty="0">
                <a:solidFill>
                  <a:schemeClr val="bg1"/>
                </a:solidFill>
                <a:latin typeface="Arial" panose="020B0604020202020204" pitchFamily="34" charset="0"/>
                <a:cs typeface="Arial" panose="020B0604020202020204" pitchFamily="34" charset="0"/>
              </a:rPr>
              <a:t>/company/policies/trademarks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57067854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23BE21B-48FE-4819-671D-2419665E8DF2}"/>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bg1">
                    <a:alpha val="25000"/>
                  </a:schemeClr>
                </a:solidFill>
                <a:effectLst/>
                <a:latin typeface="Arial" panose="020B0604020202020204" pitchFamily="34" charset="0"/>
              </a:rPr>
              <a:t>Köszönöm</a:t>
            </a:r>
            <a:endParaRPr lang="te-IN" sz="3000" b="0" i="0" dirty="0">
              <a:solidFill>
                <a:schemeClr val="bg1">
                  <a:alpha val="25000"/>
                </a:schemeClr>
              </a:solidFill>
              <a:effectLst/>
              <a:latin typeface="Arial" panose="020B0604020202020204" pitchFamily="34" charset="0"/>
            </a:endParaRPr>
          </a:p>
        </p:txBody>
      </p:sp>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024812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80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altLang="x-none" sz="800" dirty="0">
                <a:solidFill>
                  <a:schemeClr val="bg1"/>
                </a:solidFill>
                <a:latin typeface="Arial" panose="020B0604020202020204" pitchFamily="34" charset="0"/>
                <a:cs typeface="Arial" panose="020B0604020202020204" pitchFamily="34" charset="0"/>
              </a:rPr>
            </a:br>
            <a:r>
              <a:rPr lang="en-US" altLang="x-none" sz="800" dirty="0">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altLang="x-none" sz="800" dirty="0">
                <a:solidFill>
                  <a:schemeClr val="bg1"/>
                </a:solidFill>
                <a:latin typeface="Arial" panose="020B0604020202020204" pitchFamily="34" charset="0"/>
                <a:cs typeface="Arial" panose="020B0604020202020204" pitchFamily="34" charset="0"/>
              </a:rPr>
            </a:br>
            <a:r>
              <a:rPr lang="en-US" altLang="x-none" sz="800" dirty="0" err="1">
                <a:solidFill>
                  <a:schemeClr val="bg1"/>
                </a:solidFill>
                <a:latin typeface="Arial" panose="020B0604020202020204" pitchFamily="34" charset="0"/>
                <a:cs typeface="Arial" panose="020B0604020202020204" pitchFamily="34" charset="0"/>
              </a:rPr>
              <a:t>www.arm.com</a:t>
            </a:r>
            <a:r>
              <a:rPr lang="en-US" altLang="x-none" sz="800" dirty="0">
                <a:solidFill>
                  <a:schemeClr val="bg1"/>
                </a:solidFill>
                <a:latin typeface="Arial" panose="020B0604020202020204" pitchFamily="34" charset="0"/>
                <a:cs typeface="Arial" panose="020B0604020202020204" pitchFamily="34" charset="0"/>
              </a:rPr>
              <a:t>/company/policies/trademarks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6534842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bg1">
                    <a:alpha val="25000"/>
                  </a:schemeClr>
                </a:solidFill>
                <a:effectLst/>
                <a:latin typeface="Arial" panose="020B0604020202020204" pitchFamily="34" charset="0"/>
              </a:rPr>
              <a:t>Köszönöm</a:t>
            </a:r>
            <a:endParaRPr lang="te-IN" sz="3000" b="0" i="0" dirty="0">
              <a:solidFill>
                <a:schemeClr val="bg1">
                  <a:alpha val="25000"/>
                </a:schemeClr>
              </a:solidFill>
              <a:effectLst/>
              <a:latin typeface="Arial" panose="020B0604020202020204" pitchFamily="34" charset="0"/>
            </a:endParaRP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49039377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100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altLang="x-none" sz="1000" dirty="0">
                <a:solidFill>
                  <a:schemeClr val="bg1"/>
                </a:solidFill>
                <a:latin typeface="Arial" panose="020B0604020202020204" pitchFamily="34" charset="0"/>
                <a:cs typeface="Arial" panose="020B0604020202020204" pitchFamily="34" charset="0"/>
              </a:rPr>
            </a:br>
            <a:r>
              <a:rPr lang="en-US" altLang="x-none" sz="1000" dirty="0" err="1">
                <a:solidFill>
                  <a:schemeClr val="bg1"/>
                </a:solidFill>
                <a:latin typeface="Arial" panose="020B0604020202020204" pitchFamily="34" charset="0"/>
                <a:cs typeface="Arial" panose="020B0604020202020204" pitchFamily="34" charset="0"/>
              </a:rPr>
              <a:t>www.arm.com</a:t>
            </a:r>
            <a:r>
              <a:rPr lang="en-US" altLang="x-none" sz="1000" dirty="0">
                <a:solidFill>
                  <a:schemeClr val="bg1"/>
                </a:solidFill>
                <a:latin typeface="Arial" panose="020B0604020202020204" pitchFamily="34" charset="0"/>
                <a:cs typeface="Arial" panose="020B0604020202020204" pitchFamily="34" charset="0"/>
              </a:rPr>
              <a:t>/company/policies/trademarks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31021248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7" name="Rectangle 6">
            <a:extLst>
              <a:ext uri="{FF2B5EF4-FFF2-40B4-BE49-F238E27FC236}">
                <a16:creationId xmlns:a16="http://schemas.microsoft.com/office/drawing/2014/main" id="{E044550B-7010-FD6C-92CE-3911285D5E74}"/>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tx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Danke</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tx1">
                    <a:alpha val="25000"/>
                  </a:schemeClr>
                </a:solidFill>
                <a:latin typeface="Arial" panose="020B0604020202020204" pitchFamily="34" charset="0"/>
                <a:cs typeface="Arial" panose="020B0604020202020204" pitchFamily="34" charset="0"/>
              </a:rPr>
              <a:t>Gracias</a:t>
            </a:r>
            <a:br>
              <a:rPr lang="en-US" altLang="en-US" sz="3000" dirty="0">
                <a:solidFill>
                  <a:schemeClr val="tx1">
                    <a:alpha val="25000"/>
                  </a:schemeClr>
                </a:solidFill>
                <a:latin typeface="Arial" panose="020B0604020202020204" pitchFamily="34" charset="0"/>
                <a:cs typeface="Arial" panose="020B0604020202020204" pitchFamily="34" charset="0"/>
              </a:rPr>
            </a:br>
            <a:r>
              <a:rPr lang="en-US" altLang="en-US" sz="3000" dirty="0" err="1">
                <a:solidFill>
                  <a:schemeClr val="tx1">
                    <a:alpha val="25000"/>
                  </a:schemeClr>
                </a:solidFill>
                <a:latin typeface="Arial" panose="020B0604020202020204" pitchFamily="34" charset="0"/>
                <a:cs typeface="Arial" panose="020B0604020202020204" pitchFamily="34" charset="0"/>
              </a:rPr>
              <a:t>Grazie</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谢谢</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ありがとう</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감사합니다</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धन्यवाद</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tx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tx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tx1">
                    <a:alpha val="25000"/>
                  </a:schemeClr>
                </a:solidFill>
                <a:latin typeface="Arial" panose="020B0604020202020204" pitchFamily="34" charset="0"/>
              </a:rPr>
              <a:t>ধন্যবাদ</a:t>
            </a:r>
            <a:br>
              <a:rPr lang="en-US" altLang="en-US" sz="3000" dirty="0">
                <a:solidFill>
                  <a:schemeClr val="tx1">
                    <a:alpha val="25000"/>
                  </a:schemeClr>
                </a:solidFill>
                <a:latin typeface="Arial" panose="020B0604020202020204" pitchFamily="34" charset="0"/>
                <a:cs typeface="Arial" panose="020B0604020202020204" pitchFamily="34" charset="0"/>
              </a:rPr>
            </a:br>
            <a:r>
              <a:rPr lang="he-IL" altLang="en-US" sz="3000" dirty="0">
                <a:solidFill>
                  <a:schemeClr val="tx1">
                    <a:alpha val="25000"/>
                  </a:schemeClr>
                </a:solidFill>
                <a:latin typeface="Arial" panose="020B0604020202020204" pitchFamily="34" charset="0"/>
                <a:cs typeface="Arial" panose="020B0604020202020204" pitchFamily="34" charset="0"/>
              </a:rPr>
              <a:t>תודה</a:t>
            </a:r>
            <a:endParaRPr lang="en-GB"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tx1">
                    <a:alpha val="25000"/>
                  </a:schemeClr>
                </a:solidFill>
                <a:effectLst/>
                <a:latin typeface="Arial" panose="020B0604020202020204" pitchFamily="34" charset="0"/>
              </a:rPr>
              <a:t>ధన్యవాదములు</a:t>
            </a:r>
            <a:endParaRPr lang="en-US" sz="3000" b="0" i="0" dirty="0">
              <a:solidFill>
                <a:schemeClr val="tx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tx1">
                    <a:alpha val="25000"/>
                  </a:schemeClr>
                </a:solidFill>
                <a:effectLst/>
                <a:latin typeface="Arial" panose="020B0604020202020204" pitchFamily="34" charset="0"/>
              </a:rPr>
              <a:t>Köszönöm</a:t>
            </a:r>
            <a:endParaRPr lang="te-IN" sz="3000" b="0" i="0" dirty="0">
              <a:solidFill>
                <a:schemeClr val="tx1">
                  <a:alpha val="25000"/>
                </a:schemeClr>
              </a:solidFill>
              <a:effectLst/>
              <a:latin typeface="Arial" panose="020B0604020202020204" pitchFamily="34" charset="0"/>
            </a:endParaRPr>
          </a:p>
        </p:txBody>
      </p:sp>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25235108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800" dirty="0">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altLang="x-none" sz="800" dirty="0">
                <a:solidFill>
                  <a:schemeClr val="tx1"/>
                </a:solidFill>
                <a:latin typeface="Arial" panose="020B0604020202020204" pitchFamily="34" charset="0"/>
                <a:cs typeface="Arial" panose="020B0604020202020204" pitchFamily="34" charset="0"/>
              </a:rPr>
            </a:br>
            <a:r>
              <a:rPr lang="en-US" altLang="x-none" sz="800" dirty="0">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altLang="x-none" sz="800" dirty="0">
                <a:solidFill>
                  <a:schemeClr val="accent2"/>
                </a:solidFill>
                <a:latin typeface="Arial" panose="020B0604020202020204" pitchFamily="34" charset="0"/>
                <a:cs typeface="Arial" panose="020B0604020202020204" pitchFamily="34" charset="0"/>
              </a:rPr>
            </a:br>
            <a:r>
              <a:rPr lang="en-US" altLang="x-none" sz="800" dirty="0" err="1">
                <a:solidFill>
                  <a:schemeClr val="accent2"/>
                </a:solidFill>
                <a:latin typeface="Arial" panose="020B0604020202020204" pitchFamily="34" charset="0"/>
                <a:cs typeface="Arial" panose="020B0604020202020204" pitchFamily="34" charset="0"/>
              </a:rPr>
              <a:t>www.arm.com</a:t>
            </a:r>
            <a:r>
              <a:rPr lang="en-US" altLang="x-none" sz="800" dirty="0">
                <a:solidFill>
                  <a:schemeClr val="accent2"/>
                </a:solidFill>
                <a:latin typeface="Arial" panose="020B0604020202020204" pitchFamily="34" charset="0"/>
                <a:cs typeface="Arial" panose="020B0604020202020204" pitchFamily="34" charset="0"/>
              </a:rPr>
              <a:t>/company/policies/trademarks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290132755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0.xml"/><Relationship Id="rId18" Type="http://schemas.openxmlformats.org/officeDocument/2006/relationships/slideLayout" Target="../slideLayouts/slideLayout65.xml"/><Relationship Id="rId26" Type="http://schemas.openxmlformats.org/officeDocument/2006/relationships/slideLayout" Target="../slideLayouts/slideLayout73.xml"/><Relationship Id="rId39" Type="http://schemas.openxmlformats.org/officeDocument/2006/relationships/slideLayout" Target="../slideLayouts/slideLayout86.xml"/><Relationship Id="rId21" Type="http://schemas.openxmlformats.org/officeDocument/2006/relationships/slideLayout" Target="../slideLayouts/slideLayout68.xml"/><Relationship Id="rId34" Type="http://schemas.openxmlformats.org/officeDocument/2006/relationships/slideLayout" Target="../slideLayouts/slideLayout81.xml"/><Relationship Id="rId42" Type="http://schemas.openxmlformats.org/officeDocument/2006/relationships/slideLayout" Target="../slideLayouts/slideLayout89.xml"/><Relationship Id="rId47" Type="http://schemas.openxmlformats.org/officeDocument/2006/relationships/slideLayout" Target="../slideLayouts/slideLayout94.xml"/><Relationship Id="rId50" Type="http://schemas.openxmlformats.org/officeDocument/2006/relationships/image" Target="../media/image4.png"/><Relationship Id="rId7" Type="http://schemas.openxmlformats.org/officeDocument/2006/relationships/slideLayout" Target="../slideLayouts/slideLayout5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9" Type="http://schemas.openxmlformats.org/officeDocument/2006/relationships/slideLayout" Target="../slideLayouts/slideLayout76.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slideLayout" Target="../slideLayouts/slideLayout79.xml"/><Relationship Id="rId37" Type="http://schemas.openxmlformats.org/officeDocument/2006/relationships/slideLayout" Target="../slideLayouts/slideLayout84.xml"/><Relationship Id="rId40" Type="http://schemas.openxmlformats.org/officeDocument/2006/relationships/slideLayout" Target="../slideLayouts/slideLayout87.xml"/><Relationship Id="rId45" Type="http://schemas.openxmlformats.org/officeDocument/2006/relationships/slideLayout" Target="../slideLayouts/slideLayout92.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36" Type="http://schemas.openxmlformats.org/officeDocument/2006/relationships/slideLayout" Target="../slideLayouts/slideLayout83.xml"/><Relationship Id="rId49" Type="http://schemas.openxmlformats.org/officeDocument/2006/relationships/theme" Target="../theme/theme2.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31" Type="http://schemas.openxmlformats.org/officeDocument/2006/relationships/slideLayout" Target="../slideLayouts/slideLayout78.xml"/><Relationship Id="rId44" Type="http://schemas.openxmlformats.org/officeDocument/2006/relationships/slideLayout" Target="../slideLayouts/slideLayout91.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slideLayout" Target="../slideLayouts/slideLayout77.xml"/><Relationship Id="rId35" Type="http://schemas.openxmlformats.org/officeDocument/2006/relationships/slideLayout" Target="../slideLayouts/slideLayout82.xml"/><Relationship Id="rId43" Type="http://schemas.openxmlformats.org/officeDocument/2006/relationships/slideLayout" Target="../slideLayouts/slideLayout90.xml"/><Relationship Id="rId48" Type="http://schemas.openxmlformats.org/officeDocument/2006/relationships/slideLayout" Target="../slideLayouts/slideLayout95.xml"/><Relationship Id="rId8" Type="http://schemas.openxmlformats.org/officeDocument/2006/relationships/slideLayout" Target="../slideLayouts/slideLayout55.xml"/><Relationship Id="rId51" Type="http://schemas.openxmlformats.org/officeDocument/2006/relationships/image" Target="../media/image5.svg"/><Relationship Id="rId3" Type="http://schemas.openxmlformats.org/officeDocument/2006/relationships/slideLayout" Target="../slideLayouts/slideLayout50.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33" Type="http://schemas.openxmlformats.org/officeDocument/2006/relationships/slideLayout" Target="../slideLayouts/slideLayout80.xml"/><Relationship Id="rId38" Type="http://schemas.openxmlformats.org/officeDocument/2006/relationships/slideLayout" Target="../slideLayouts/slideLayout85.xml"/><Relationship Id="rId46" Type="http://schemas.openxmlformats.org/officeDocument/2006/relationships/slideLayout" Target="../slideLayouts/slideLayout93.xml"/><Relationship Id="rId20" Type="http://schemas.openxmlformats.org/officeDocument/2006/relationships/slideLayout" Target="../slideLayouts/slideLayout67.xml"/><Relationship Id="rId41" Type="http://schemas.openxmlformats.org/officeDocument/2006/relationships/slideLayout" Target="../slideLayouts/slideLayout88.xml"/><Relationship Id="rId1" Type="http://schemas.openxmlformats.org/officeDocument/2006/relationships/slideLayout" Target="../slideLayouts/slideLayout48.xml"/><Relationship Id="rId6"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r:embed="rId49">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2" r:id="rId2"/>
    <p:sldLayoutId id="2147485713" r:id="rId3"/>
    <p:sldLayoutId id="2147485714" r:id="rId4"/>
    <p:sldLayoutId id="2147485600" r:id="rId5"/>
    <p:sldLayoutId id="2147485578" r:id="rId6"/>
    <p:sldLayoutId id="2147485598" r:id="rId7"/>
    <p:sldLayoutId id="2147485657" r:id="rId8"/>
    <p:sldLayoutId id="2147485719" r:id="rId9"/>
    <p:sldLayoutId id="2147485658" r:id="rId10"/>
    <p:sldLayoutId id="2147485715" r:id="rId11"/>
    <p:sldLayoutId id="2147485716" r:id="rId12"/>
    <p:sldLayoutId id="2147485717" r:id="rId13"/>
    <p:sldLayoutId id="2147485516" r:id="rId14"/>
    <p:sldLayoutId id="2147485567" r:id="rId15"/>
    <p:sldLayoutId id="2147485539" r:id="rId16"/>
    <p:sldLayoutId id="2147485540" r:id="rId17"/>
    <p:sldLayoutId id="2147485436" r:id="rId18"/>
    <p:sldLayoutId id="2147485523" r:id="rId19"/>
    <p:sldLayoutId id="2147485574" r:id="rId20"/>
    <p:sldLayoutId id="2147485575" r:id="rId21"/>
    <p:sldLayoutId id="2147485576" r:id="rId22"/>
    <p:sldLayoutId id="2147485440" r:id="rId23"/>
    <p:sldLayoutId id="2147485441" r:id="rId24"/>
    <p:sldLayoutId id="2147485442" r:id="rId25"/>
    <p:sldLayoutId id="2147485443" r:id="rId26"/>
    <p:sldLayoutId id="2147485445" r:id="rId27"/>
    <p:sldLayoutId id="2147485446" r:id="rId28"/>
    <p:sldLayoutId id="2147485447" r:id="rId29"/>
    <p:sldLayoutId id="2147485448" r:id="rId30"/>
    <p:sldLayoutId id="2147485449" r:id="rId31"/>
    <p:sldLayoutId id="2147485450" r:id="rId32"/>
    <p:sldLayoutId id="2147485586" r:id="rId33"/>
    <p:sldLayoutId id="2147485587" r:id="rId34"/>
    <p:sldLayoutId id="2147485588" r:id="rId35"/>
    <p:sldLayoutId id="2147485589" r:id="rId36"/>
    <p:sldLayoutId id="2147485591" r:id="rId37"/>
    <p:sldLayoutId id="2147485592" r:id="rId38"/>
    <p:sldLayoutId id="2147485593" r:id="rId39"/>
    <p:sldLayoutId id="2147485452" r:id="rId40"/>
    <p:sldLayoutId id="2147485590" r:id="rId41"/>
    <p:sldLayoutId id="2147485527" r:id="rId42"/>
    <p:sldLayoutId id="2147485453" r:id="rId43"/>
    <p:sldLayoutId id="2147485561" r:id="rId44"/>
    <p:sldLayoutId id="2147485513" r:id="rId45"/>
    <p:sldLayoutId id="2147485570" r:id="rId46"/>
    <p:sldLayoutId id="2147485529" r:id="rId47"/>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Public © 2025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r:embed="rId50">
            <a:extLst>
              <a:ext uri="{96DAC541-7B7A-43D3-8B79-37D633B846F1}">
                <asvg:svgBlip xmlns:asvg="http://schemas.microsoft.com/office/drawing/2016/SVG/main" r:embed="rId51"/>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70" r:id="rId2"/>
    <p:sldLayoutId id="2147485771" r:id="rId3"/>
    <p:sldLayoutId id="2147485772" r:id="rId4"/>
    <p:sldLayoutId id="2147485773" r:id="rId5"/>
    <p:sldLayoutId id="2147485774" r:id="rId6"/>
    <p:sldLayoutId id="2147485775" r:id="rId7"/>
    <p:sldLayoutId id="2147485776" r:id="rId8"/>
    <p:sldLayoutId id="2147485777" r:id="rId9"/>
    <p:sldLayoutId id="2147485778" r:id="rId10"/>
    <p:sldLayoutId id="2147485779" r:id="rId11"/>
    <p:sldLayoutId id="2147485780" r:id="rId12"/>
    <p:sldLayoutId id="2147485781" r:id="rId13"/>
    <p:sldLayoutId id="2147485782" r:id="rId14"/>
    <p:sldLayoutId id="2147485783" r:id="rId15"/>
    <p:sldLayoutId id="2147485784" r:id="rId16"/>
    <p:sldLayoutId id="2147485785" r:id="rId17"/>
    <p:sldLayoutId id="2147485786" r:id="rId18"/>
    <p:sldLayoutId id="2147485787" r:id="rId19"/>
    <p:sldLayoutId id="2147485788" r:id="rId20"/>
    <p:sldLayoutId id="2147485789" r:id="rId21"/>
    <p:sldLayoutId id="2147485790" r:id="rId22"/>
    <p:sldLayoutId id="2147485680" r:id="rId23"/>
    <p:sldLayoutId id="2147485681" r:id="rId24"/>
    <p:sldLayoutId id="2147485682" r:id="rId25"/>
    <p:sldLayoutId id="2147485683" r:id="rId26"/>
    <p:sldLayoutId id="2147485685" r:id="rId27"/>
    <p:sldLayoutId id="2147485686" r:id="rId28"/>
    <p:sldLayoutId id="2147485687" r:id="rId29"/>
    <p:sldLayoutId id="2147485688" r:id="rId30"/>
    <p:sldLayoutId id="2147485689" r:id="rId31"/>
    <p:sldLayoutId id="2147485690" r:id="rId32"/>
    <p:sldLayoutId id="2147485708" r:id="rId33"/>
    <p:sldLayoutId id="2147485691" r:id="rId34"/>
    <p:sldLayoutId id="2147485692" r:id="rId35"/>
    <p:sldLayoutId id="2147485693" r:id="rId36"/>
    <p:sldLayoutId id="2147485694" r:id="rId37"/>
    <p:sldLayoutId id="2147485695" r:id="rId38"/>
    <p:sldLayoutId id="2147485696" r:id="rId39"/>
    <p:sldLayoutId id="2147485697" r:id="rId40"/>
    <p:sldLayoutId id="2147485761" r:id="rId41"/>
    <p:sldLayoutId id="2147485762" r:id="rId42"/>
    <p:sldLayoutId id="2147485763" r:id="rId43"/>
    <p:sldLayoutId id="2147485764" r:id="rId44"/>
    <p:sldLayoutId id="2147485765" r:id="rId45"/>
    <p:sldLayoutId id="2147485766" r:id="rId46"/>
    <p:sldLayoutId id="2147485767" r:id="rId47"/>
    <p:sldLayoutId id="2147485768"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23.xml"/><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hyperlink" Target="http://lxr.free-electrons.com/source/include/linux/sched.h" TargetMode="External"/><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5FECC-1DE7-E81C-386F-BF4CEA916DFA}"/>
              </a:ext>
            </a:extLst>
          </p:cNvPr>
          <p:cNvSpPr>
            <a:spLocks noGrp="1"/>
          </p:cNvSpPr>
          <p:nvPr>
            <p:ph type="title"/>
          </p:nvPr>
        </p:nvSpPr>
        <p:spPr/>
        <p:txBody>
          <a:bodyPr/>
          <a:lstStyle/>
          <a:p>
            <a:r>
              <a:rPr lang="en-GB" dirty="0"/>
              <a:t>Processes</a:t>
            </a:r>
            <a:endParaRPr lang="en-US" dirty="0"/>
          </a:p>
        </p:txBody>
      </p:sp>
      <p:sp>
        <p:nvSpPr>
          <p:cNvPr id="3" name="Subtitle 2">
            <a:extLst>
              <a:ext uri="{FF2B5EF4-FFF2-40B4-BE49-F238E27FC236}">
                <a16:creationId xmlns:a16="http://schemas.microsoft.com/office/drawing/2014/main" id="{AE020CAD-1E05-5BE2-8C9F-52E50C0F9AA9}"/>
              </a:ext>
            </a:extLst>
          </p:cNvPr>
          <p:cNvSpPr>
            <a:spLocks noGrp="1"/>
          </p:cNvSpPr>
          <p:nvPr>
            <p:ph type="subTitle" idx="1"/>
          </p:nvPr>
        </p:nvSpPr>
        <p:spPr/>
        <p:txBody>
          <a:bodyPr/>
          <a:lstStyle/>
          <a:p>
            <a:r>
              <a:rPr lang="en-GB" dirty="0"/>
              <a:t>Operating System Lab-in-a-Box</a:t>
            </a:r>
            <a:endParaRPr lang="en-US" dirty="0"/>
          </a:p>
          <a:p>
            <a:endParaRPr lang="en-US" dirty="0"/>
          </a:p>
        </p:txBody>
      </p:sp>
      <p:sp>
        <p:nvSpPr>
          <p:cNvPr id="4" name="Text Placeholder 3">
            <a:extLst>
              <a:ext uri="{FF2B5EF4-FFF2-40B4-BE49-F238E27FC236}">
                <a16:creationId xmlns:a16="http://schemas.microsoft.com/office/drawing/2014/main" id="{08C1C0BC-30E0-9D90-4542-47667227ADD5}"/>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8CB532F9-D4E8-8FB5-B147-65A2753865D4}"/>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472925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b="1" dirty="0"/>
              <a:t>Lecture Contents</a:t>
            </a:r>
            <a:br>
              <a:rPr lang="en-GB" b="1" dirty="0"/>
            </a:br>
            <a:endParaRPr lang="en-US" strike="sngStrike" dirty="0"/>
          </a:p>
        </p:txBody>
      </p:sp>
      <p:sp>
        <p:nvSpPr>
          <p:cNvPr id="2" name="Content Placeholder 1"/>
          <p:cNvSpPr>
            <a:spLocks noGrp="1"/>
          </p:cNvSpPr>
          <p:nvPr>
            <p:ph idx="1"/>
          </p:nvPr>
        </p:nvSpPr>
        <p:spPr/>
        <p:txBody>
          <a:bodyPr/>
          <a:lstStyle/>
          <a:p>
            <a:r>
              <a:rPr lang="en-GB" dirty="0"/>
              <a:t>Process– What is it</a:t>
            </a:r>
          </a:p>
          <a:p>
            <a:r>
              <a:rPr lang="en-GB" dirty="0"/>
              <a:t>Memory lay out</a:t>
            </a:r>
          </a:p>
          <a:p>
            <a:r>
              <a:rPr lang="en-GB" dirty="0"/>
              <a:t>Switching between Processes</a:t>
            </a:r>
          </a:p>
          <a:p>
            <a:r>
              <a:rPr lang="en-GB" dirty="0"/>
              <a:t>RTX and Linux Examples</a:t>
            </a:r>
          </a:p>
          <a:p>
            <a:r>
              <a:rPr lang="en-GB" dirty="0"/>
              <a:t>Process Termination</a:t>
            </a:r>
          </a:p>
          <a:p>
            <a:r>
              <a:rPr lang="en-GB" dirty="0"/>
              <a:t>Context Switching and States</a:t>
            </a:r>
            <a:endParaRPr lang="en-US" dirty="0"/>
          </a:p>
          <a:p>
            <a:pPr marL="0" indent="0">
              <a:buNone/>
            </a:pPr>
            <a:endParaRPr lang="en-US" dirty="0"/>
          </a:p>
        </p:txBody>
      </p:sp>
    </p:spTree>
    <p:extLst>
      <p:ext uri="{BB962C8B-B14F-4D97-AF65-F5344CB8AC3E}">
        <p14:creationId xmlns:p14="http://schemas.microsoft.com/office/powerpoint/2010/main" val="3133745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An Instance of a Running Program</a:t>
            </a:r>
            <a:endParaRPr lang="en-US" dirty="0"/>
          </a:p>
        </p:txBody>
      </p:sp>
      <p:sp>
        <p:nvSpPr>
          <p:cNvPr id="16" name="TextBox 15"/>
          <p:cNvSpPr txBox="1"/>
          <p:nvPr/>
        </p:nvSpPr>
        <p:spPr>
          <a:xfrm>
            <a:off x="4150709" y="2422360"/>
            <a:ext cx="3664332" cy="910389"/>
          </a:xfrm>
          <a:prstGeom prst="rect">
            <a:avLst/>
          </a:prstGeom>
        </p:spPr>
        <p:txBody>
          <a:bodyPr vert="horz" wrap="square" lIns="0" tIns="0" rIns="0" bIns="0" rtlCol="0" anchor="t">
            <a:normAutofit/>
          </a:bodyPr>
          <a:lstStyle/>
          <a:p>
            <a:r>
              <a:rPr lang="en-GB" dirty="0"/>
              <a:t>Multiple instances of the µVision5 </a:t>
            </a:r>
          </a:p>
          <a:p>
            <a:r>
              <a:rPr lang="en-GB" dirty="0"/>
              <a:t>Independent memory for each process</a:t>
            </a:r>
          </a:p>
          <a:p>
            <a:r>
              <a:rPr lang="en-GB" dirty="0"/>
              <a:t>“Memory(Private Working Set)”</a:t>
            </a:r>
          </a:p>
          <a:p>
            <a:endParaRPr lang="en-US" dirty="0"/>
          </a:p>
        </p:txBody>
      </p:sp>
      <p:pic>
        <p:nvPicPr>
          <p:cNvPr id="1027" name="Picture 3" descr="C:\Users\rangua01\Desktop\activity_monitor_network.jpg"/>
          <p:cNvPicPr>
            <a:picLocks noChangeAspect="1" noChangeArrowheads="1"/>
          </p:cNvPicPr>
          <p:nvPr/>
        </p:nvPicPr>
        <p:blipFill rotWithShape="1">
          <a:blip r:embed="rId3">
            <a:extLst>
              <a:ext uri="{28A0092B-C50C-407E-A947-70E740481C1C}">
                <a14:useLocalDpi xmlns:a14="http://schemas.microsoft.com/office/drawing/2010/main" val="0"/>
              </a:ext>
            </a:extLst>
          </a:blip>
          <a:srcRect r="-1344"/>
          <a:stretch/>
        </p:blipFill>
        <p:spPr bwMode="auto">
          <a:xfrm>
            <a:off x="7799000" y="1808749"/>
            <a:ext cx="4369611" cy="3048001"/>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8"/>
          <p:cNvSpPr/>
          <p:nvPr/>
        </p:nvSpPr>
        <p:spPr>
          <a:xfrm>
            <a:off x="7919315" y="2438400"/>
            <a:ext cx="512398" cy="103070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ctangle 29"/>
          <p:cNvSpPr/>
          <p:nvPr/>
        </p:nvSpPr>
        <p:spPr>
          <a:xfrm>
            <a:off x="10101042" y="2434318"/>
            <a:ext cx="472294" cy="103887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0589378" y="2434318"/>
            <a:ext cx="561473" cy="103887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p:nvSpPr>
        <p:spPr>
          <a:xfrm>
            <a:off x="11150851" y="2434318"/>
            <a:ext cx="649707" cy="103887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p:cNvSpPr txBox="1"/>
          <p:nvPr/>
        </p:nvSpPr>
        <p:spPr>
          <a:xfrm>
            <a:off x="470336" y="5720278"/>
            <a:ext cx="11330221" cy="560206"/>
          </a:xfrm>
          <a:prstGeom prst="rect">
            <a:avLst/>
          </a:prstGeom>
        </p:spPr>
        <p:txBody>
          <a:bodyPr vert="horz" wrap="square" lIns="0" tIns="0" rIns="0" bIns="0" rtlCol="0" anchor="t">
            <a:normAutofit/>
          </a:bodyPr>
          <a:lstStyle/>
          <a:p>
            <a:pPr algn="ctr"/>
            <a:r>
              <a:rPr lang="en-GB" dirty="0"/>
              <a:t>Try to explore the task manager, activity monitor, or similar utility on your favourite OS</a:t>
            </a:r>
            <a:endParaRPr lang="en-US" dirty="0"/>
          </a:p>
        </p:txBody>
      </p:sp>
      <p:pic>
        <p:nvPicPr>
          <p:cNvPr id="4" name="Picture 3">
            <a:extLst>
              <a:ext uri="{FF2B5EF4-FFF2-40B4-BE49-F238E27FC236}">
                <a16:creationId xmlns:a16="http://schemas.microsoft.com/office/drawing/2014/main" id="{4270E006-18A8-E667-F087-19FE1F4D6147}"/>
              </a:ext>
            </a:extLst>
          </p:cNvPr>
          <p:cNvPicPr>
            <a:picLocks noChangeAspect="1"/>
          </p:cNvPicPr>
          <p:nvPr/>
        </p:nvPicPr>
        <p:blipFill>
          <a:blip r:embed="rId4"/>
          <a:stretch>
            <a:fillRect/>
          </a:stretch>
        </p:blipFill>
        <p:spPr>
          <a:xfrm>
            <a:off x="368674" y="1756935"/>
            <a:ext cx="3564720" cy="3344131"/>
          </a:xfrm>
          <a:prstGeom prst="rect">
            <a:avLst/>
          </a:prstGeom>
        </p:spPr>
      </p:pic>
      <p:sp>
        <p:nvSpPr>
          <p:cNvPr id="12" name="Rectangle 11"/>
          <p:cNvSpPr/>
          <p:nvPr/>
        </p:nvSpPr>
        <p:spPr>
          <a:xfrm>
            <a:off x="388835" y="3025691"/>
            <a:ext cx="3096127" cy="14839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Rectangle 14"/>
          <p:cNvSpPr/>
          <p:nvPr/>
        </p:nvSpPr>
        <p:spPr>
          <a:xfrm>
            <a:off x="368673" y="2157826"/>
            <a:ext cx="641684" cy="24865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flipH="1">
            <a:off x="3411484" y="2823283"/>
            <a:ext cx="687089" cy="14839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8013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An Instance of a Running Program</a:t>
            </a:r>
            <a:endParaRPr lang="en-US" dirty="0"/>
          </a:p>
        </p:txBody>
      </p:sp>
      <p:sp>
        <p:nvSpPr>
          <p:cNvPr id="2" name="Content Placeholder 1"/>
          <p:cNvSpPr>
            <a:spLocks noGrp="1"/>
          </p:cNvSpPr>
          <p:nvPr>
            <p:ph idx="1"/>
          </p:nvPr>
        </p:nvSpPr>
        <p:spPr/>
        <p:txBody>
          <a:bodyPr/>
          <a:lstStyle/>
          <a:p>
            <a:r>
              <a:rPr lang="en-GB" dirty="0"/>
              <a:t>A process can have</a:t>
            </a:r>
          </a:p>
          <a:p>
            <a:pPr lvl="1"/>
            <a:r>
              <a:rPr lang="en-GB" dirty="0"/>
              <a:t>A CPU time allocation (virtual CPU, the role of OS)</a:t>
            </a:r>
          </a:p>
          <a:p>
            <a:pPr lvl="1"/>
            <a:r>
              <a:rPr lang="en-GB" dirty="0"/>
              <a:t>Memory (real or virtual)</a:t>
            </a:r>
          </a:p>
          <a:p>
            <a:pPr lvl="1"/>
            <a:r>
              <a:rPr lang="en-GB" dirty="0"/>
              <a:t>Process ID</a:t>
            </a:r>
          </a:p>
          <a:p>
            <a:pPr lvl="1"/>
            <a:r>
              <a:rPr lang="en-GB" dirty="0"/>
              <a:t>Threads</a:t>
            </a:r>
          </a:p>
          <a:p>
            <a:pPr lvl="1"/>
            <a:endParaRPr lang="en-GB" dirty="0"/>
          </a:p>
          <a:p>
            <a:r>
              <a:rPr lang="en-GB" dirty="0"/>
              <a:t>Are they aware of the existence of other processes?</a:t>
            </a:r>
          </a:p>
          <a:p>
            <a:pPr lvl="1"/>
            <a:r>
              <a:rPr lang="en-GB" dirty="0"/>
              <a:t>The operating system’s role is to create an “illusion” that a process has all it needs to be executed</a:t>
            </a:r>
          </a:p>
          <a:p>
            <a:pPr lvl="1"/>
            <a:r>
              <a:rPr lang="en-GB" dirty="0"/>
              <a:t>An abstraction of hardware resources</a:t>
            </a:r>
          </a:p>
          <a:p>
            <a:pPr lvl="1"/>
            <a:r>
              <a:rPr lang="en-GB" dirty="0"/>
              <a:t>Each process sees one dedicated processor and one segment of memory (although they are often shared with others)</a:t>
            </a:r>
          </a:p>
          <a:p>
            <a:pPr lvl="1"/>
            <a:r>
              <a:rPr lang="en-GB" dirty="0"/>
              <a:t>But they can be aware of each other</a:t>
            </a:r>
            <a:r>
              <a:rPr lang="en-US" dirty="0"/>
              <a:t> – inter-process communication (IPC)</a:t>
            </a:r>
            <a:endParaRPr lang="en-GB" dirty="0"/>
          </a:p>
        </p:txBody>
      </p:sp>
    </p:spTree>
    <p:extLst>
      <p:ext uri="{BB962C8B-B14F-4D97-AF65-F5344CB8AC3E}">
        <p14:creationId xmlns:p14="http://schemas.microsoft.com/office/powerpoint/2010/main" val="918887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7330" b="2281"/>
          <a:stretch/>
        </p:blipFill>
        <p:spPr bwMode="auto">
          <a:xfrm>
            <a:off x="8760308" y="312822"/>
            <a:ext cx="2639195" cy="5871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normAutofit/>
          </a:bodyPr>
          <a:lstStyle/>
          <a:p>
            <a:r>
              <a:rPr lang="en-GB" dirty="0"/>
              <a:t>Memory Layout of an Executing Program</a:t>
            </a:r>
            <a:endParaRPr lang="en-US" dirty="0"/>
          </a:p>
        </p:txBody>
      </p:sp>
      <p:sp>
        <p:nvSpPr>
          <p:cNvPr id="2" name="Content Placeholder 1"/>
          <p:cNvSpPr>
            <a:spLocks noGrp="1"/>
          </p:cNvSpPr>
          <p:nvPr>
            <p:ph idx="1"/>
          </p:nvPr>
        </p:nvSpPr>
        <p:spPr>
          <a:xfrm>
            <a:off x="475114" y="1223432"/>
            <a:ext cx="11155753" cy="4680000"/>
          </a:xfrm>
        </p:spPr>
        <p:txBody>
          <a:bodyPr/>
          <a:lstStyle/>
          <a:p>
            <a:r>
              <a:rPr lang="en-GB" dirty="0"/>
              <a:t>Code or Text</a:t>
            </a:r>
          </a:p>
          <a:p>
            <a:pPr lvl="1"/>
            <a:r>
              <a:rPr lang="en-GB" dirty="0"/>
              <a:t>Binary instructions to be executed</a:t>
            </a:r>
          </a:p>
          <a:p>
            <a:pPr lvl="1"/>
            <a:r>
              <a:rPr lang="en-GB" dirty="0"/>
              <a:t>A clone of the program</a:t>
            </a:r>
          </a:p>
          <a:p>
            <a:pPr lvl="1"/>
            <a:r>
              <a:rPr lang="en-GB" dirty="0"/>
              <a:t>Usually read-only</a:t>
            </a:r>
          </a:p>
          <a:p>
            <a:pPr lvl="1"/>
            <a:r>
              <a:rPr lang="en-GB" dirty="0"/>
              <a:t>Program counter (PC), points to the next instruction</a:t>
            </a:r>
          </a:p>
          <a:p>
            <a:r>
              <a:rPr lang="en-GB" dirty="0"/>
              <a:t>Static Data</a:t>
            </a:r>
          </a:p>
          <a:p>
            <a:pPr lvl="1"/>
            <a:r>
              <a:rPr lang="en-GB" dirty="0"/>
              <a:t>Global/Constant/Static variables - shared between threads</a:t>
            </a:r>
          </a:p>
          <a:p>
            <a:pPr lvl="1"/>
            <a:r>
              <a:rPr lang="en-GB" dirty="0"/>
              <a:t>If not initialized by program, will be zero or null pointer</a:t>
            </a:r>
          </a:p>
          <a:p>
            <a:r>
              <a:rPr lang="en-GB" dirty="0"/>
              <a:t>Heap</a:t>
            </a:r>
          </a:p>
          <a:p>
            <a:pPr lvl="1"/>
            <a:r>
              <a:rPr lang="en-GB" dirty="0" err="1"/>
              <a:t>malloc</a:t>
            </a:r>
            <a:r>
              <a:rPr lang="en-GB" dirty="0"/>
              <a:t>/free</a:t>
            </a:r>
          </a:p>
          <a:p>
            <a:r>
              <a:rPr lang="en-GB" dirty="0"/>
              <a:t>Stack</a:t>
            </a:r>
          </a:p>
          <a:p>
            <a:pPr lvl="1"/>
            <a:r>
              <a:rPr lang="en-GB" dirty="0"/>
              <a:t>Used for procedure calls and return</a:t>
            </a:r>
          </a:p>
          <a:p>
            <a:pPr lvl="1"/>
            <a:r>
              <a:rPr lang="en-GB" dirty="0"/>
              <a:t>Stack Pointer(SP)</a:t>
            </a:r>
          </a:p>
          <a:p>
            <a:pPr lvl="2"/>
            <a:r>
              <a:rPr lang="en-GB" dirty="0"/>
              <a:t>FILO (First In, Last Out)</a:t>
            </a:r>
            <a:endParaRPr lang="en-US" dirty="0"/>
          </a:p>
        </p:txBody>
      </p:sp>
    </p:spTree>
    <p:extLst>
      <p:ext uri="{BB962C8B-B14F-4D97-AF65-F5344CB8AC3E}">
        <p14:creationId xmlns:p14="http://schemas.microsoft.com/office/powerpoint/2010/main" val="2499584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Process – The Abstraction</a:t>
            </a:r>
            <a:endParaRPr lang="en-US" dirty="0"/>
          </a:p>
        </p:txBody>
      </p:sp>
      <p:sp>
        <p:nvSpPr>
          <p:cNvPr id="2" name="Content Placeholder 1"/>
          <p:cNvSpPr>
            <a:spLocks noGrp="1"/>
          </p:cNvSpPr>
          <p:nvPr>
            <p:ph idx="1"/>
          </p:nvPr>
        </p:nvSpPr>
        <p:spPr/>
        <p:txBody>
          <a:bodyPr/>
          <a:lstStyle/>
          <a:p>
            <a:r>
              <a:rPr lang="en-GB" dirty="0"/>
              <a:t>Switching between executions means the operating system has to keep track of all the execution context</a:t>
            </a:r>
          </a:p>
          <a:p>
            <a:r>
              <a:rPr lang="en-GB" dirty="0"/>
              <a:t>Includes: </a:t>
            </a:r>
          </a:p>
          <a:p>
            <a:pPr lvl="1"/>
            <a:r>
              <a:rPr lang="en-GB" dirty="0"/>
              <a:t>Memory State (code, data, heap and stack)</a:t>
            </a:r>
          </a:p>
          <a:p>
            <a:pPr lvl="2"/>
            <a:r>
              <a:rPr lang="en-GB" dirty="0"/>
              <a:t>CPU state (PC, SP and other registers)</a:t>
            </a:r>
          </a:p>
          <a:p>
            <a:pPr lvl="1"/>
            <a:r>
              <a:rPr lang="en-GB" dirty="0"/>
              <a:t>Also the OS state</a:t>
            </a:r>
          </a:p>
          <a:p>
            <a:r>
              <a:rPr lang="en-GB" dirty="0"/>
              <a:t>Hence the abstraction of the process</a:t>
            </a:r>
          </a:p>
          <a:p>
            <a:r>
              <a:rPr lang="en-GB" dirty="0"/>
              <a:t>Program usually refers to the instructions that are stored on disk</a:t>
            </a:r>
          </a:p>
          <a:p>
            <a:r>
              <a:rPr lang="en-GB" dirty="0"/>
              <a:t>Process is the program with execution context</a:t>
            </a:r>
          </a:p>
          <a:p>
            <a:r>
              <a:rPr lang="en-GB" dirty="0"/>
              <a:t>Some OSs may use the term “Thread”, particularly in an embedded system context. We will use both terms interchangeably for this course</a:t>
            </a:r>
          </a:p>
          <a:p>
            <a:r>
              <a:rPr lang="en-GB" dirty="0"/>
              <a:t>Thread: a lightweight process; a process may have multiple threads which share the same system resources - faster creation, termination, switching and communication</a:t>
            </a:r>
          </a:p>
        </p:txBody>
      </p:sp>
    </p:spTree>
    <p:extLst>
      <p:ext uri="{BB962C8B-B14F-4D97-AF65-F5344CB8AC3E}">
        <p14:creationId xmlns:p14="http://schemas.microsoft.com/office/powerpoint/2010/main" val="1668954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Process Control Block</a:t>
            </a:r>
            <a:endParaRPr lang="en-US" dirty="0"/>
          </a:p>
        </p:txBody>
      </p:sp>
      <p:sp>
        <p:nvSpPr>
          <p:cNvPr id="2" name="Content Placeholder 1"/>
          <p:cNvSpPr>
            <a:spLocks noGrp="1"/>
          </p:cNvSpPr>
          <p:nvPr>
            <p:ph idx="1"/>
          </p:nvPr>
        </p:nvSpPr>
        <p:spPr>
          <a:xfrm>
            <a:off x="483135" y="1271552"/>
            <a:ext cx="11155753" cy="4680000"/>
          </a:xfrm>
        </p:spPr>
        <p:txBody>
          <a:bodyPr/>
          <a:lstStyle/>
          <a:p>
            <a:r>
              <a:rPr lang="en-GB" dirty="0"/>
              <a:t>The Process Control Block (PCB) or Task Control Block (TCB) maintains all the relevant information for the process:</a:t>
            </a:r>
          </a:p>
          <a:p>
            <a:pPr lvl="1"/>
            <a:r>
              <a:rPr lang="en-GB" dirty="0"/>
              <a:t>Process ID</a:t>
            </a:r>
          </a:p>
          <a:p>
            <a:pPr lvl="1"/>
            <a:r>
              <a:rPr lang="en-GB" dirty="0"/>
              <a:t>Process state</a:t>
            </a:r>
          </a:p>
          <a:p>
            <a:pPr lvl="1"/>
            <a:r>
              <a:rPr lang="en-GB" dirty="0"/>
              <a:t>PC, SP and other registers (stored)</a:t>
            </a:r>
          </a:p>
          <a:p>
            <a:pPr lvl="1"/>
            <a:r>
              <a:rPr lang="en-GB" dirty="0"/>
              <a:t>Scheduling information (priority)</a:t>
            </a:r>
          </a:p>
          <a:p>
            <a:pPr lvl="1"/>
            <a:r>
              <a:rPr lang="en-GB" dirty="0"/>
              <a:t>Memory management information</a:t>
            </a:r>
          </a:p>
          <a:p>
            <a:pPr lvl="1"/>
            <a:r>
              <a:rPr lang="en-GB" dirty="0"/>
              <a:t>Accounting information</a:t>
            </a:r>
          </a:p>
          <a:p>
            <a:pPr lvl="1"/>
            <a:r>
              <a:rPr lang="en-GB" dirty="0"/>
              <a:t>User information</a:t>
            </a:r>
          </a:p>
          <a:p>
            <a:pPr lvl="2"/>
            <a:r>
              <a:rPr lang="en-US" dirty="0"/>
              <a:t>Inter-Process Communication (IPC)</a:t>
            </a:r>
            <a:endParaRPr lang="en-GB" dirty="0"/>
          </a:p>
          <a:p>
            <a:pPr lvl="1"/>
            <a:r>
              <a:rPr lang="en-GB" dirty="0"/>
              <a:t>Other information</a:t>
            </a:r>
          </a:p>
          <a:p>
            <a:pPr lvl="1"/>
            <a:endParaRPr lang="en-GB" dirty="0"/>
          </a:p>
          <a:p>
            <a:r>
              <a:rPr lang="en-GB" dirty="0"/>
              <a:t>The ID points to the entry in the process table where the pointer to the PCB is stored</a:t>
            </a:r>
            <a:endParaRPr lang="en-US" dirty="0"/>
          </a:p>
        </p:txBody>
      </p:sp>
    </p:spTree>
    <p:extLst>
      <p:ext uri="{BB962C8B-B14F-4D97-AF65-F5344CB8AC3E}">
        <p14:creationId xmlns:p14="http://schemas.microsoft.com/office/powerpoint/2010/main" val="437783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Linux Example</a:t>
            </a:r>
            <a:endParaRPr lang="en-US" dirty="0"/>
          </a:p>
        </p:txBody>
      </p:sp>
      <p:sp>
        <p:nvSpPr>
          <p:cNvPr id="2" name="Content Placeholder 1"/>
          <p:cNvSpPr>
            <a:spLocks noGrp="1"/>
          </p:cNvSpPr>
          <p:nvPr>
            <p:ph idx="1"/>
          </p:nvPr>
        </p:nvSpPr>
        <p:spPr/>
        <p:txBody>
          <a:bodyPr numCol="2"/>
          <a:lstStyle/>
          <a:p>
            <a:pPr marL="0" indent="0">
              <a:buNone/>
            </a:pPr>
            <a:r>
              <a:rPr lang="en-US" sz="1050" dirty="0"/>
              <a:t>1164 </a:t>
            </a:r>
            <a:r>
              <a:rPr lang="en-US" sz="1050" dirty="0" err="1"/>
              <a:t>struct</a:t>
            </a:r>
            <a:r>
              <a:rPr lang="en-US" sz="1050" dirty="0"/>
              <a:t> </a:t>
            </a:r>
            <a:r>
              <a:rPr lang="en-US" sz="1050" dirty="0" err="1"/>
              <a:t>task_struct</a:t>
            </a:r>
            <a:r>
              <a:rPr lang="en-US" sz="1050" dirty="0"/>
              <a:t> {</a:t>
            </a:r>
          </a:p>
          <a:p>
            <a:pPr marL="0" indent="0">
              <a:buNone/>
            </a:pPr>
            <a:r>
              <a:rPr lang="en-US" sz="1050" dirty="0">
                <a:solidFill>
                  <a:srgbClr val="FF0000"/>
                </a:solidFill>
              </a:rPr>
              <a:t>1165         volatile long state;    /* -1 </a:t>
            </a:r>
            <a:r>
              <a:rPr lang="en-US" sz="1050" dirty="0" err="1">
                <a:solidFill>
                  <a:srgbClr val="FF0000"/>
                </a:solidFill>
              </a:rPr>
              <a:t>unrunnable</a:t>
            </a:r>
            <a:r>
              <a:rPr lang="en-US" sz="1050" dirty="0">
                <a:solidFill>
                  <a:srgbClr val="FF0000"/>
                </a:solidFill>
              </a:rPr>
              <a:t>, 0 runnable, &gt;0 stopped */</a:t>
            </a:r>
          </a:p>
          <a:p>
            <a:pPr marL="0" indent="0">
              <a:buNone/>
            </a:pPr>
            <a:r>
              <a:rPr lang="en-US" sz="1050" dirty="0"/>
              <a:t>1166         void *stack;</a:t>
            </a:r>
          </a:p>
          <a:p>
            <a:pPr marL="0" indent="0">
              <a:buNone/>
            </a:pPr>
            <a:r>
              <a:rPr lang="en-US" sz="1050" dirty="0"/>
              <a:t>1167         </a:t>
            </a:r>
            <a:r>
              <a:rPr lang="en-US" sz="1050" dirty="0" err="1"/>
              <a:t>atomic_t</a:t>
            </a:r>
            <a:r>
              <a:rPr lang="en-US" sz="1050" dirty="0"/>
              <a:t> usage;</a:t>
            </a:r>
          </a:p>
          <a:p>
            <a:pPr marL="0" indent="0">
              <a:buNone/>
            </a:pPr>
            <a:r>
              <a:rPr lang="en-US" sz="1050" dirty="0"/>
              <a:t>1168         unsigned </a:t>
            </a:r>
            <a:r>
              <a:rPr lang="en-US" sz="1050" dirty="0" err="1"/>
              <a:t>int</a:t>
            </a:r>
            <a:r>
              <a:rPr lang="en-US" sz="1050" dirty="0"/>
              <a:t> flags;     /* per process flags, defined below */</a:t>
            </a:r>
          </a:p>
          <a:p>
            <a:pPr marL="0" indent="0">
              <a:buNone/>
            </a:pPr>
            <a:r>
              <a:rPr lang="en-US" sz="1050" dirty="0"/>
              <a:t>1169         unsigned </a:t>
            </a:r>
            <a:r>
              <a:rPr lang="en-US" sz="1050" dirty="0" err="1"/>
              <a:t>int</a:t>
            </a:r>
            <a:r>
              <a:rPr lang="en-US" sz="1050" dirty="0"/>
              <a:t> </a:t>
            </a:r>
            <a:r>
              <a:rPr lang="en-US" sz="1050" dirty="0" err="1"/>
              <a:t>ptrace</a:t>
            </a:r>
            <a:r>
              <a:rPr lang="en-US" sz="1050" dirty="0"/>
              <a:t>;</a:t>
            </a:r>
          </a:p>
          <a:p>
            <a:pPr marL="0" indent="0">
              <a:buNone/>
            </a:pPr>
            <a:r>
              <a:rPr lang="en-US" sz="1050" dirty="0"/>
              <a:t>1170 </a:t>
            </a:r>
          </a:p>
          <a:p>
            <a:pPr marL="0" indent="0">
              <a:buNone/>
            </a:pPr>
            <a:r>
              <a:rPr lang="en-US" sz="1050" dirty="0"/>
              <a:t>1171 #</a:t>
            </a:r>
            <a:r>
              <a:rPr lang="en-US" sz="1050" dirty="0" err="1"/>
              <a:t>ifdef</a:t>
            </a:r>
            <a:r>
              <a:rPr lang="en-US" sz="1050" dirty="0"/>
              <a:t> CONFIG_SMP</a:t>
            </a:r>
          </a:p>
          <a:p>
            <a:pPr marL="0" indent="0">
              <a:buNone/>
            </a:pPr>
            <a:r>
              <a:rPr lang="en-US" sz="1050" dirty="0"/>
              <a:t>1172         </a:t>
            </a:r>
            <a:r>
              <a:rPr lang="en-US" sz="1050" dirty="0" err="1"/>
              <a:t>struct</a:t>
            </a:r>
            <a:r>
              <a:rPr lang="en-US" sz="1050" dirty="0"/>
              <a:t> </a:t>
            </a:r>
            <a:r>
              <a:rPr lang="en-US" sz="1050" dirty="0" err="1"/>
              <a:t>llist_node</a:t>
            </a:r>
            <a:r>
              <a:rPr lang="en-US" sz="1050" dirty="0"/>
              <a:t> </a:t>
            </a:r>
            <a:r>
              <a:rPr lang="en-US" sz="1050" dirty="0" err="1"/>
              <a:t>wake_entry</a:t>
            </a:r>
            <a:r>
              <a:rPr lang="en-US" sz="1050" dirty="0"/>
              <a:t>;</a:t>
            </a:r>
          </a:p>
          <a:p>
            <a:pPr marL="0" indent="0">
              <a:buNone/>
            </a:pPr>
            <a:r>
              <a:rPr lang="en-US" sz="1050" dirty="0"/>
              <a:t>1173         </a:t>
            </a:r>
            <a:r>
              <a:rPr lang="en-US" sz="1050" dirty="0" err="1"/>
              <a:t>int</a:t>
            </a:r>
            <a:r>
              <a:rPr lang="en-US" sz="1050" dirty="0"/>
              <a:t> </a:t>
            </a:r>
            <a:r>
              <a:rPr lang="en-US" sz="1050" dirty="0" err="1"/>
              <a:t>on_cpu</a:t>
            </a:r>
            <a:r>
              <a:rPr lang="en-US" sz="1050" dirty="0"/>
              <a:t>;</a:t>
            </a:r>
          </a:p>
          <a:p>
            <a:pPr marL="0" indent="0">
              <a:buNone/>
            </a:pPr>
            <a:r>
              <a:rPr lang="en-US" sz="1050" dirty="0"/>
              <a:t>1174         </a:t>
            </a:r>
            <a:r>
              <a:rPr lang="en-US" sz="1050" dirty="0" err="1"/>
              <a:t>struct</a:t>
            </a:r>
            <a:r>
              <a:rPr lang="en-US" sz="1050" dirty="0"/>
              <a:t> </a:t>
            </a:r>
            <a:r>
              <a:rPr lang="en-US" sz="1050" dirty="0" err="1"/>
              <a:t>task_struct</a:t>
            </a:r>
            <a:r>
              <a:rPr lang="en-US" sz="1050" dirty="0"/>
              <a:t> *</a:t>
            </a:r>
            <a:r>
              <a:rPr lang="en-US" sz="1050" dirty="0" err="1"/>
              <a:t>last_wakee</a:t>
            </a:r>
            <a:r>
              <a:rPr lang="en-US" sz="1050" dirty="0"/>
              <a:t>;</a:t>
            </a:r>
          </a:p>
          <a:p>
            <a:pPr marL="0" indent="0">
              <a:buNone/>
            </a:pPr>
            <a:r>
              <a:rPr lang="en-US" sz="1050" dirty="0"/>
              <a:t>1175         unsigned long </a:t>
            </a:r>
            <a:r>
              <a:rPr lang="en-US" sz="1050" dirty="0" err="1"/>
              <a:t>wakee_flips</a:t>
            </a:r>
            <a:r>
              <a:rPr lang="en-US" sz="1050" dirty="0"/>
              <a:t>;</a:t>
            </a:r>
          </a:p>
          <a:p>
            <a:pPr marL="0" indent="0">
              <a:buNone/>
            </a:pPr>
            <a:r>
              <a:rPr lang="en-GB" sz="1050" dirty="0"/>
              <a:t>……</a:t>
            </a:r>
          </a:p>
          <a:p>
            <a:pPr marL="0" indent="0">
              <a:buNone/>
            </a:pPr>
            <a:r>
              <a:rPr lang="en-GB" sz="1050" dirty="0"/>
              <a:t>1234 /* task state */</a:t>
            </a:r>
          </a:p>
          <a:p>
            <a:pPr marL="0" indent="0">
              <a:buNone/>
            </a:pPr>
            <a:r>
              <a:rPr lang="en-GB" sz="1050" dirty="0"/>
              <a:t>1235         </a:t>
            </a:r>
            <a:r>
              <a:rPr lang="en-GB" sz="1050" dirty="0" err="1"/>
              <a:t>int</a:t>
            </a:r>
            <a:r>
              <a:rPr lang="en-GB" sz="1050" dirty="0"/>
              <a:t> </a:t>
            </a:r>
            <a:r>
              <a:rPr lang="en-GB" sz="1050" dirty="0" err="1"/>
              <a:t>exit_state</a:t>
            </a:r>
            <a:r>
              <a:rPr lang="en-GB" sz="1050" dirty="0"/>
              <a:t>;</a:t>
            </a:r>
          </a:p>
          <a:p>
            <a:pPr marL="0" indent="0">
              <a:buNone/>
            </a:pPr>
            <a:r>
              <a:rPr lang="en-GB" sz="1050" dirty="0"/>
              <a:t>1236         </a:t>
            </a:r>
            <a:r>
              <a:rPr lang="en-GB" sz="1050" dirty="0" err="1"/>
              <a:t>int</a:t>
            </a:r>
            <a:r>
              <a:rPr lang="en-GB" sz="1050" dirty="0"/>
              <a:t> </a:t>
            </a:r>
            <a:r>
              <a:rPr lang="en-GB" sz="1050" dirty="0" err="1"/>
              <a:t>exit_code</a:t>
            </a:r>
            <a:r>
              <a:rPr lang="en-GB" sz="1050" dirty="0"/>
              <a:t>, </a:t>
            </a:r>
            <a:r>
              <a:rPr lang="en-GB" sz="1050" dirty="0" err="1"/>
              <a:t>exit_signal</a:t>
            </a:r>
            <a:r>
              <a:rPr lang="en-GB" sz="1050" dirty="0"/>
              <a:t>;</a:t>
            </a:r>
          </a:p>
          <a:p>
            <a:pPr marL="0" indent="0">
              <a:buNone/>
            </a:pPr>
            <a:r>
              <a:rPr lang="en-GB" sz="1050" dirty="0"/>
              <a:t>1237         </a:t>
            </a:r>
            <a:r>
              <a:rPr lang="en-GB" sz="1050" dirty="0" err="1"/>
              <a:t>int</a:t>
            </a:r>
            <a:r>
              <a:rPr lang="en-GB" sz="1050" dirty="0"/>
              <a:t> </a:t>
            </a:r>
            <a:r>
              <a:rPr lang="en-GB" sz="1050" dirty="0" err="1"/>
              <a:t>pdeath_signal</a:t>
            </a:r>
            <a:r>
              <a:rPr lang="en-GB" sz="1050" dirty="0"/>
              <a:t>;  /*  The signal sent when the parent dies  */</a:t>
            </a:r>
          </a:p>
          <a:p>
            <a:pPr marL="0" indent="0">
              <a:buNone/>
            </a:pPr>
            <a:r>
              <a:rPr lang="en-GB" sz="1050" dirty="0"/>
              <a:t>1238         unsigned </a:t>
            </a:r>
            <a:r>
              <a:rPr lang="en-GB" sz="1050" dirty="0" err="1"/>
              <a:t>int</a:t>
            </a:r>
            <a:r>
              <a:rPr lang="en-GB" sz="1050" dirty="0"/>
              <a:t> </a:t>
            </a:r>
            <a:r>
              <a:rPr lang="en-GB" sz="1050" dirty="0" err="1"/>
              <a:t>jobctl</a:t>
            </a:r>
            <a:r>
              <a:rPr lang="en-GB" sz="1050" dirty="0"/>
              <a:t>;    /* JOBCTL_*, </a:t>
            </a:r>
            <a:r>
              <a:rPr lang="en-GB" sz="1050" dirty="0" err="1"/>
              <a:t>siglock</a:t>
            </a:r>
            <a:r>
              <a:rPr lang="en-GB" sz="1050" dirty="0"/>
              <a:t> protected */</a:t>
            </a:r>
          </a:p>
          <a:p>
            <a:pPr marL="0" indent="0">
              <a:buNone/>
            </a:pPr>
            <a:r>
              <a:rPr lang="en-GB" sz="1050" dirty="0"/>
              <a:t>1239 </a:t>
            </a:r>
          </a:p>
          <a:p>
            <a:pPr marL="0" indent="0">
              <a:buNone/>
            </a:pPr>
            <a:r>
              <a:rPr lang="en-GB" sz="1050" dirty="0"/>
              <a:t>1240         /* Used for emulating ABI </a:t>
            </a:r>
            <a:r>
              <a:rPr lang="en-GB" sz="1050" dirty="0" err="1"/>
              <a:t>behavior</a:t>
            </a:r>
            <a:r>
              <a:rPr lang="en-GB" sz="1050" dirty="0"/>
              <a:t> of previous Linux versions */</a:t>
            </a:r>
          </a:p>
          <a:p>
            <a:pPr marL="0" indent="0">
              <a:buNone/>
            </a:pPr>
            <a:r>
              <a:rPr lang="en-GB" sz="1050" dirty="0"/>
              <a:t>1241         unsigned </a:t>
            </a:r>
            <a:r>
              <a:rPr lang="en-GB" sz="1050" dirty="0" err="1"/>
              <a:t>int</a:t>
            </a:r>
            <a:r>
              <a:rPr lang="en-GB" sz="1050" dirty="0"/>
              <a:t> personality;</a:t>
            </a:r>
          </a:p>
          <a:p>
            <a:pPr marL="0" indent="0">
              <a:buNone/>
            </a:pPr>
            <a:r>
              <a:rPr lang="en-GB" sz="1050" dirty="0"/>
              <a:t>1242 </a:t>
            </a:r>
          </a:p>
          <a:p>
            <a:pPr marL="0" indent="0">
              <a:buNone/>
            </a:pPr>
            <a:r>
              <a:rPr lang="en-GB" sz="1050" dirty="0"/>
              <a:t>1243         unsigned in_execve:1;   /* Tell the LSMs that the process is doing an</a:t>
            </a:r>
          </a:p>
          <a:p>
            <a:pPr marL="0" indent="0">
              <a:buNone/>
            </a:pPr>
            <a:r>
              <a:rPr lang="en-GB" sz="1050" dirty="0"/>
              <a:t>1244                                  * </a:t>
            </a:r>
            <a:r>
              <a:rPr lang="en-GB" sz="1050" dirty="0" err="1"/>
              <a:t>execve</a:t>
            </a:r>
            <a:r>
              <a:rPr lang="en-GB" sz="1050" dirty="0"/>
              <a:t> */</a:t>
            </a:r>
          </a:p>
          <a:p>
            <a:pPr marL="0" indent="0">
              <a:buNone/>
            </a:pPr>
            <a:r>
              <a:rPr lang="en-GB" sz="1050" dirty="0"/>
              <a:t>1245         unsigned in_iowait:1;</a:t>
            </a:r>
          </a:p>
          <a:p>
            <a:pPr marL="0" indent="0">
              <a:buNone/>
            </a:pPr>
            <a:r>
              <a:rPr lang="en-GB" sz="1050" dirty="0"/>
              <a:t>1246 </a:t>
            </a:r>
          </a:p>
          <a:p>
            <a:pPr marL="0" indent="0">
              <a:buNone/>
            </a:pPr>
            <a:r>
              <a:rPr lang="en-GB" sz="1050" dirty="0"/>
              <a:t>1247         /* task may not gain privileges */</a:t>
            </a:r>
          </a:p>
          <a:p>
            <a:pPr marL="0" indent="0">
              <a:buNone/>
            </a:pPr>
            <a:r>
              <a:rPr lang="en-GB" sz="1050" dirty="0"/>
              <a:t>1248         unsigned no_new_privs:1;</a:t>
            </a:r>
          </a:p>
          <a:p>
            <a:pPr marL="0" indent="0">
              <a:buNone/>
            </a:pPr>
            <a:r>
              <a:rPr lang="en-GB" sz="1050" dirty="0"/>
              <a:t>1249 </a:t>
            </a:r>
          </a:p>
          <a:p>
            <a:pPr marL="0" indent="0">
              <a:buNone/>
            </a:pPr>
            <a:r>
              <a:rPr lang="en-GB" sz="1050" dirty="0"/>
              <a:t>1250         /* Revert to default priority/policy when forking */</a:t>
            </a:r>
          </a:p>
          <a:p>
            <a:pPr marL="0" indent="0">
              <a:buNone/>
            </a:pPr>
            <a:r>
              <a:rPr lang="en-GB" sz="1050" dirty="0"/>
              <a:t>1251         unsigned sched_reset_on_fork:1;</a:t>
            </a:r>
          </a:p>
          <a:p>
            <a:pPr marL="0" indent="0">
              <a:buNone/>
            </a:pPr>
            <a:r>
              <a:rPr lang="en-GB" sz="1050" dirty="0"/>
              <a:t>1252         unsigned sched_contributes_to_load:1;</a:t>
            </a:r>
          </a:p>
          <a:p>
            <a:pPr marL="0" indent="0">
              <a:buNone/>
            </a:pPr>
            <a:r>
              <a:rPr lang="en-GB" sz="1050" dirty="0"/>
              <a:t>1253 </a:t>
            </a:r>
          </a:p>
          <a:p>
            <a:pPr marL="0" indent="0">
              <a:buNone/>
            </a:pPr>
            <a:r>
              <a:rPr lang="en-GB" sz="1050" dirty="0">
                <a:solidFill>
                  <a:srgbClr val="FF0000"/>
                </a:solidFill>
              </a:rPr>
              <a:t>1254         </a:t>
            </a:r>
            <a:r>
              <a:rPr lang="en-GB" sz="1050" dirty="0" err="1">
                <a:solidFill>
                  <a:srgbClr val="FF0000"/>
                </a:solidFill>
              </a:rPr>
              <a:t>pid_t</a:t>
            </a:r>
            <a:r>
              <a:rPr lang="en-GB" sz="1050" dirty="0">
                <a:solidFill>
                  <a:srgbClr val="FF0000"/>
                </a:solidFill>
              </a:rPr>
              <a:t> </a:t>
            </a:r>
            <a:r>
              <a:rPr lang="en-GB" sz="1050" dirty="0" err="1">
                <a:solidFill>
                  <a:srgbClr val="FF0000"/>
                </a:solidFill>
              </a:rPr>
              <a:t>pid</a:t>
            </a:r>
            <a:r>
              <a:rPr lang="en-GB" sz="1050" dirty="0">
                <a:solidFill>
                  <a:srgbClr val="FF0000"/>
                </a:solidFill>
              </a:rPr>
              <a:t>;</a:t>
            </a:r>
          </a:p>
          <a:p>
            <a:pPr marL="0" indent="0">
              <a:buNone/>
            </a:pPr>
            <a:r>
              <a:rPr lang="en-GB" sz="1050" dirty="0">
                <a:solidFill>
                  <a:srgbClr val="FF0000"/>
                </a:solidFill>
              </a:rPr>
              <a:t>1255         </a:t>
            </a:r>
            <a:r>
              <a:rPr lang="en-GB" sz="1050" dirty="0" err="1">
                <a:solidFill>
                  <a:srgbClr val="FF0000"/>
                </a:solidFill>
              </a:rPr>
              <a:t>pid_t</a:t>
            </a:r>
            <a:r>
              <a:rPr lang="en-GB" sz="1050" dirty="0">
                <a:solidFill>
                  <a:srgbClr val="FF0000"/>
                </a:solidFill>
              </a:rPr>
              <a:t> </a:t>
            </a:r>
            <a:r>
              <a:rPr lang="en-GB" sz="1050" dirty="0" err="1">
                <a:solidFill>
                  <a:srgbClr val="FF0000"/>
                </a:solidFill>
              </a:rPr>
              <a:t>tgid</a:t>
            </a:r>
            <a:r>
              <a:rPr lang="en-GB" sz="1050" dirty="0">
                <a:solidFill>
                  <a:srgbClr val="FF0000"/>
                </a:solidFill>
              </a:rPr>
              <a:t>;</a:t>
            </a:r>
          </a:p>
          <a:p>
            <a:pPr marL="0" indent="0">
              <a:buNone/>
            </a:pPr>
            <a:r>
              <a:rPr lang="en-GB" sz="1050" dirty="0"/>
              <a:t>……</a:t>
            </a:r>
          </a:p>
          <a:p>
            <a:pPr marL="0" indent="0">
              <a:buNone/>
            </a:pPr>
            <a:r>
              <a:rPr lang="en-US" sz="1050" dirty="0"/>
              <a:t>1577 #</a:t>
            </a:r>
            <a:r>
              <a:rPr lang="en-US" sz="1050" dirty="0" err="1"/>
              <a:t>ifdef</a:t>
            </a:r>
            <a:r>
              <a:rPr lang="en-US" sz="1050" dirty="0"/>
              <a:t> CONFIG_UPROBES</a:t>
            </a:r>
          </a:p>
          <a:p>
            <a:pPr marL="0" indent="0">
              <a:buNone/>
            </a:pPr>
            <a:r>
              <a:rPr lang="en-US" sz="1050" dirty="0"/>
              <a:t>1578         </a:t>
            </a:r>
            <a:r>
              <a:rPr lang="en-US" sz="1050" dirty="0" err="1"/>
              <a:t>struct</a:t>
            </a:r>
            <a:r>
              <a:rPr lang="en-US" sz="1050" dirty="0"/>
              <a:t> </a:t>
            </a:r>
            <a:r>
              <a:rPr lang="en-US" sz="1050" dirty="0" err="1"/>
              <a:t>uprobe_task</a:t>
            </a:r>
            <a:r>
              <a:rPr lang="en-US" sz="1050" dirty="0"/>
              <a:t> *</a:t>
            </a:r>
            <a:r>
              <a:rPr lang="en-US" sz="1050" dirty="0" err="1"/>
              <a:t>utask</a:t>
            </a:r>
            <a:r>
              <a:rPr lang="en-US" sz="1050" dirty="0"/>
              <a:t>;</a:t>
            </a:r>
          </a:p>
          <a:p>
            <a:pPr marL="0" indent="0">
              <a:buNone/>
            </a:pPr>
            <a:r>
              <a:rPr lang="en-US" sz="1050" dirty="0"/>
              <a:t>1579 #</a:t>
            </a:r>
            <a:r>
              <a:rPr lang="en-US" sz="1050" dirty="0" err="1"/>
              <a:t>endif</a:t>
            </a:r>
            <a:endParaRPr lang="en-US" sz="1050" dirty="0"/>
          </a:p>
          <a:p>
            <a:pPr marL="0" indent="0">
              <a:buNone/>
            </a:pPr>
            <a:r>
              <a:rPr lang="en-US" sz="1050" dirty="0"/>
              <a:t>1580 #if defined(CONFIG_BCACHE) || defined(CONFIG_BCACHE_MODULE)</a:t>
            </a:r>
          </a:p>
          <a:p>
            <a:pPr marL="0" indent="0">
              <a:buNone/>
            </a:pPr>
            <a:r>
              <a:rPr lang="en-US" sz="1050" dirty="0"/>
              <a:t>1581         unsigned </a:t>
            </a:r>
            <a:r>
              <a:rPr lang="en-US" sz="1050" dirty="0" err="1"/>
              <a:t>int</a:t>
            </a:r>
            <a:r>
              <a:rPr lang="en-US" sz="1050" dirty="0"/>
              <a:t>    </a:t>
            </a:r>
            <a:r>
              <a:rPr lang="en-US" sz="1050" dirty="0" err="1"/>
              <a:t>sequential_io</a:t>
            </a:r>
            <a:r>
              <a:rPr lang="en-US" sz="1050" dirty="0"/>
              <a:t>;</a:t>
            </a:r>
          </a:p>
          <a:p>
            <a:pPr marL="0" indent="0">
              <a:buNone/>
            </a:pPr>
            <a:r>
              <a:rPr lang="en-US" sz="1050" dirty="0"/>
              <a:t>1582         unsigned </a:t>
            </a:r>
            <a:r>
              <a:rPr lang="en-US" sz="1050" dirty="0" err="1"/>
              <a:t>int</a:t>
            </a:r>
            <a:r>
              <a:rPr lang="en-US" sz="1050" dirty="0"/>
              <a:t>    </a:t>
            </a:r>
            <a:r>
              <a:rPr lang="en-US" sz="1050" dirty="0" err="1"/>
              <a:t>sequential_io_avg</a:t>
            </a:r>
            <a:r>
              <a:rPr lang="en-US" sz="1050" dirty="0"/>
              <a:t>;</a:t>
            </a:r>
          </a:p>
          <a:p>
            <a:pPr marL="0" indent="0">
              <a:buNone/>
            </a:pPr>
            <a:r>
              <a:rPr lang="en-US" sz="1050" dirty="0"/>
              <a:t>1583 #</a:t>
            </a:r>
            <a:r>
              <a:rPr lang="en-US" sz="1050" dirty="0" err="1"/>
              <a:t>endif</a:t>
            </a:r>
            <a:endParaRPr lang="en-US" sz="1050" dirty="0"/>
          </a:p>
          <a:p>
            <a:pPr marL="0" indent="0">
              <a:buNone/>
            </a:pPr>
            <a:r>
              <a:rPr lang="en-US" sz="1050" dirty="0"/>
              <a:t>1584 };</a:t>
            </a:r>
          </a:p>
        </p:txBody>
      </p:sp>
      <p:sp>
        <p:nvSpPr>
          <p:cNvPr id="4" name="TextBox 3"/>
          <p:cNvSpPr txBox="1"/>
          <p:nvPr/>
        </p:nvSpPr>
        <p:spPr>
          <a:xfrm>
            <a:off x="596380" y="6558599"/>
            <a:ext cx="3593432" cy="132347"/>
          </a:xfrm>
          <a:prstGeom prst="rect">
            <a:avLst/>
          </a:prstGeom>
        </p:spPr>
        <p:txBody>
          <a:bodyPr vert="horz" wrap="none" lIns="0" tIns="0" rIns="0" bIns="0" rtlCol="0" anchor="t">
            <a:noAutofit/>
          </a:bodyPr>
          <a:lstStyle/>
          <a:p>
            <a:r>
              <a:rPr lang="en-US" sz="1000" dirty="0"/>
              <a:t>linux3.14:</a:t>
            </a:r>
            <a:r>
              <a:rPr lang="en-US" sz="1000" dirty="0">
                <a:hlinkClick r:id="rId3"/>
              </a:rPr>
              <a:t>http://lxr.free-electrons.com/source/include/linux/sched.h</a:t>
            </a:r>
            <a:endParaRPr lang="en-US" sz="1000" dirty="0"/>
          </a:p>
        </p:txBody>
      </p:sp>
    </p:spTree>
    <p:extLst>
      <p:ext uri="{BB962C8B-B14F-4D97-AF65-F5344CB8AC3E}">
        <p14:creationId xmlns:p14="http://schemas.microsoft.com/office/powerpoint/2010/main" val="250768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AFD22-0F3D-1EC2-F3F9-14EBCFA93FC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E233F0-4E26-F8DE-E7EF-5060C54595DE}"/>
              </a:ext>
            </a:extLst>
          </p:cNvPr>
          <p:cNvSpPr>
            <a:spLocks noGrp="1"/>
          </p:cNvSpPr>
          <p:nvPr>
            <p:ph type="title"/>
          </p:nvPr>
        </p:nvSpPr>
        <p:spPr/>
        <p:txBody>
          <a:bodyPr>
            <a:normAutofit/>
          </a:bodyPr>
          <a:lstStyle/>
          <a:p>
            <a:r>
              <a:rPr lang="en-GB" dirty="0"/>
              <a:t>CMSIS-RTOS2 Example</a:t>
            </a:r>
            <a:endParaRPr lang="en-US" dirty="0"/>
          </a:p>
        </p:txBody>
      </p:sp>
      <p:sp>
        <p:nvSpPr>
          <p:cNvPr id="2" name="Content Placeholder 1">
            <a:extLst>
              <a:ext uri="{FF2B5EF4-FFF2-40B4-BE49-F238E27FC236}">
                <a16:creationId xmlns:a16="http://schemas.microsoft.com/office/drawing/2014/main" id="{CF832189-0338-2D87-DDFF-2DB8615B1460}"/>
              </a:ext>
            </a:extLst>
          </p:cNvPr>
          <p:cNvSpPr>
            <a:spLocks noGrp="1"/>
          </p:cNvSpPr>
          <p:nvPr>
            <p:ph idx="1"/>
          </p:nvPr>
        </p:nvSpPr>
        <p:spPr/>
        <p:txBody>
          <a:bodyPr numCol="2"/>
          <a:lstStyle/>
          <a:p>
            <a:pPr marL="0" indent="0">
              <a:buNone/>
            </a:pPr>
            <a:r>
              <a:rPr lang="en-US" sz="1050" dirty="0"/>
              <a:t>#include "cmsis_os2.h"</a:t>
            </a:r>
          </a:p>
          <a:p>
            <a:pPr marL="0" indent="0">
              <a:buNone/>
            </a:pPr>
            <a:r>
              <a:rPr lang="en-US" sz="1050" dirty="0"/>
              <a:t>// Task function</a:t>
            </a:r>
          </a:p>
          <a:p>
            <a:pPr marL="0" indent="0">
              <a:buNone/>
            </a:pPr>
            <a:r>
              <a:rPr lang="en-US" sz="1050" dirty="0"/>
              <a:t>void </a:t>
            </a:r>
            <a:r>
              <a:rPr lang="en-US" sz="1050" dirty="0" err="1"/>
              <a:t>BlinkyThread</a:t>
            </a:r>
            <a:r>
              <a:rPr lang="en-US" sz="1050" dirty="0"/>
              <a:t>(void *argument) {</a:t>
            </a:r>
          </a:p>
          <a:p>
            <a:pPr marL="0" indent="0">
              <a:buNone/>
            </a:pPr>
            <a:r>
              <a:rPr lang="en-US" sz="1050" dirty="0"/>
              <a:t>  while (1) {</a:t>
            </a:r>
          </a:p>
          <a:p>
            <a:pPr marL="0" indent="0">
              <a:buNone/>
            </a:pPr>
            <a:r>
              <a:rPr lang="en-US" sz="1050" dirty="0"/>
              <a:t>    </a:t>
            </a:r>
            <a:r>
              <a:rPr lang="en-US" sz="1050" dirty="0" err="1"/>
              <a:t>Toggle_LED</a:t>
            </a:r>
            <a:r>
              <a:rPr lang="en-US" sz="1050" dirty="0"/>
              <a:t>();</a:t>
            </a:r>
          </a:p>
          <a:p>
            <a:pPr marL="0" indent="0">
              <a:buNone/>
            </a:pPr>
            <a:r>
              <a:rPr lang="en-US" sz="1050" dirty="0"/>
              <a:t>    </a:t>
            </a:r>
            <a:r>
              <a:rPr lang="en-US" sz="1050" dirty="0" err="1"/>
              <a:t>osDelay</a:t>
            </a:r>
            <a:r>
              <a:rPr lang="en-US" sz="1050" dirty="0"/>
              <a:t>(500);</a:t>
            </a:r>
          </a:p>
          <a:p>
            <a:pPr marL="0" indent="0">
              <a:buNone/>
            </a:pPr>
            <a:r>
              <a:rPr lang="en-US" sz="1050" dirty="0"/>
              <a:t>  }</a:t>
            </a:r>
          </a:p>
          <a:p>
            <a:pPr marL="0" indent="0">
              <a:buNone/>
            </a:pPr>
            <a:r>
              <a:rPr lang="en-US" sz="1050" dirty="0"/>
              <a:t>}</a:t>
            </a:r>
          </a:p>
          <a:p>
            <a:pPr marL="0" indent="0">
              <a:buNone/>
            </a:pPr>
            <a:r>
              <a:rPr lang="en-US" sz="1050" dirty="0"/>
              <a:t>// Define Thread attributes (like parts of a TCB)</a:t>
            </a:r>
          </a:p>
          <a:p>
            <a:pPr marL="0" indent="0">
              <a:buNone/>
            </a:pPr>
            <a:r>
              <a:rPr lang="en-US" sz="1050" dirty="0"/>
              <a:t>const </a:t>
            </a:r>
            <a:r>
              <a:rPr lang="en-US" sz="1050" dirty="0" err="1"/>
              <a:t>osThreadAttr_t</a:t>
            </a:r>
            <a:r>
              <a:rPr lang="en-US" sz="1050" dirty="0"/>
              <a:t> </a:t>
            </a:r>
            <a:r>
              <a:rPr lang="en-US" sz="1050" dirty="0" err="1"/>
              <a:t>blinkyAttr</a:t>
            </a:r>
            <a:r>
              <a:rPr lang="en-US" sz="1050" dirty="0"/>
              <a:t> = {</a:t>
            </a:r>
          </a:p>
          <a:p>
            <a:pPr marL="0" indent="0">
              <a:buNone/>
            </a:pPr>
            <a:r>
              <a:rPr lang="en-US" sz="1050" dirty="0"/>
              <a:t>  .name = "</a:t>
            </a:r>
            <a:r>
              <a:rPr lang="en-US" sz="1050" dirty="0" err="1"/>
              <a:t>BlinkyThread</a:t>
            </a:r>
            <a:r>
              <a:rPr lang="en-US" sz="1050" dirty="0"/>
              <a:t>",             // Name (metadata)</a:t>
            </a:r>
          </a:p>
          <a:p>
            <a:pPr marL="0" indent="0">
              <a:buNone/>
            </a:pPr>
            <a:r>
              <a:rPr lang="en-US" sz="1050" dirty="0"/>
              <a:t>  .priority = </a:t>
            </a:r>
            <a:r>
              <a:rPr lang="en-US" sz="1050" dirty="0" err="1"/>
              <a:t>osPriorityNormal</a:t>
            </a:r>
            <a:r>
              <a:rPr lang="en-US" sz="1050" dirty="0"/>
              <a:t>,     // Priority</a:t>
            </a:r>
          </a:p>
          <a:p>
            <a:pPr marL="0" indent="0">
              <a:buNone/>
            </a:pPr>
            <a:r>
              <a:rPr lang="en-US" sz="1050" dirty="0"/>
              <a:t>  .</a:t>
            </a:r>
            <a:r>
              <a:rPr lang="en-US" sz="1050" dirty="0" err="1"/>
              <a:t>stack_size</a:t>
            </a:r>
            <a:r>
              <a:rPr lang="en-US" sz="1050" dirty="0"/>
              <a:t> = 512                 // Stack size in bytes</a:t>
            </a:r>
          </a:p>
          <a:p>
            <a:pPr marL="0" indent="0">
              <a:buNone/>
            </a:pPr>
            <a:r>
              <a:rPr lang="en-US" sz="1050" dirty="0"/>
              <a:t>};</a:t>
            </a:r>
          </a:p>
          <a:p>
            <a:pPr marL="0" indent="0">
              <a:buNone/>
            </a:pPr>
            <a:r>
              <a:rPr lang="en-US" sz="1050" dirty="0"/>
              <a:t>// Create Thread (TCB is created internally)</a:t>
            </a:r>
          </a:p>
          <a:p>
            <a:pPr marL="0" indent="0">
              <a:buNone/>
            </a:pPr>
            <a:r>
              <a:rPr lang="en-US" sz="1050" dirty="0" err="1"/>
              <a:t>osThreadId_t</a:t>
            </a:r>
            <a:r>
              <a:rPr lang="en-US" sz="1050" dirty="0"/>
              <a:t> </a:t>
            </a:r>
            <a:r>
              <a:rPr lang="en-US" sz="1050" dirty="0" err="1"/>
              <a:t>blinky_id</a:t>
            </a:r>
            <a:r>
              <a:rPr lang="en-US" sz="1050" dirty="0"/>
              <a:t>;</a:t>
            </a:r>
          </a:p>
          <a:p>
            <a:pPr marL="0" indent="0">
              <a:buNone/>
            </a:pPr>
            <a:r>
              <a:rPr lang="en-US" sz="1050" dirty="0"/>
              <a:t>void </a:t>
            </a:r>
            <a:r>
              <a:rPr lang="en-US" sz="1050" dirty="0" err="1"/>
              <a:t>main_app</a:t>
            </a:r>
            <a:r>
              <a:rPr lang="en-US" sz="1050" dirty="0"/>
              <a:t>(void) {</a:t>
            </a:r>
          </a:p>
          <a:p>
            <a:pPr marL="0" indent="0">
              <a:buNone/>
            </a:pPr>
            <a:r>
              <a:rPr lang="en-US" sz="1050" dirty="0"/>
              <a:t>  </a:t>
            </a:r>
            <a:r>
              <a:rPr lang="en-US" sz="1050" dirty="0" err="1"/>
              <a:t>osKernelInitialize</a:t>
            </a:r>
            <a:r>
              <a:rPr lang="en-US" sz="1050" dirty="0"/>
              <a:t>();</a:t>
            </a:r>
          </a:p>
          <a:p>
            <a:pPr marL="0" indent="0">
              <a:buNone/>
            </a:pPr>
            <a:r>
              <a:rPr lang="en-US" sz="1050" dirty="0"/>
              <a:t>  </a:t>
            </a:r>
            <a:r>
              <a:rPr lang="en-US" sz="1050" dirty="0" err="1"/>
              <a:t>blinky_id</a:t>
            </a:r>
            <a:r>
              <a:rPr lang="en-US" sz="1050" dirty="0"/>
              <a:t> = </a:t>
            </a:r>
            <a:r>
              <a:rPr lang="en-US" sz="1050" dirty="0" err="1"/>
              <a:t>osThreadNew</a:t>
            </a:r>
            <a:r>
              <a:rPr lang="en-US" sz="1050" dirty="0"/>
              <a:t>(</a:t>
            </a:r>
            <a:r>
              <a:rPr lang="en-US" sz="1050" dirty="0" err="1"/>
              <a:t>BlinkyThread</a:t>
            </a:r>
            <a:r>
              <a:rPr lang="en-US" sz="1050" dirty="0"/>
              <a:t>, NULL, &amp;</a:t>
            </a:r>
            <a:r>
              <a:rPr lang="en-US" sz="1050" dirty="0" err="1"/>
              <a:t>blinkyAttr</a:t>
            </a:r>
            <a:r>
              <a:rPr lang="en-US" sz="1050" dirty="0"/>
              <a:t>);</a:t>
            </a:r>
          </a:p>
          <a:p>
            <a:pPr marL="0" indent="0">
              <a:buNone/>
            </a:pPr>
            <a:r>
              <a:rPr lang="en-US" sz="1050" dirty="0"/>
              <a:t>  </a:t>
            </a:r>
            <a:r>
              <a:rPr lang="en-US" sz="1050" dirty="0" err="1"/>
              <a:t>osKernelStart</a:t>
            </a:r>
            <a:r>
              <a:rPr lang="en-US" sz="1050" dirty="0"/>
              <a:t>();</a:t>
            </a:r>
          </a:p>
          <a:p>
            <a:pPr marL="0" indent="0">
              <a:buNone/>
            </a:pPr>
            <a:r>
              <a:rPr lang="en-US" sz="1050" dirty="0"/>
              <a:t>}</a:t>
            </a:r>
          </a:p>
          <a:p>
            <a:pPr marL="0" indent="0">
              <a:buNone/>
            </a:pPr>
            <a:endParaRPr lang="en-GB" sz="1050" dirty="0"/>
          </a:p>
          <a:p>
            <a:r>
              <a:rPr lang="en-GB" sz="1600" dirty="0"/>
              <a:t>We will come back to this later</a:t>
            </a:r>
          </a:p>
          <a:p>
            <a:r>
              <a:rPr lang="en-GB" sz="1600" dirty="0"/>
              <a:t>Check with the source code yourself - not really as intimidating as you might expect!</a:t>
            </a:r>
            <a:endParaRPr lang="en-US" sz="1600" dirty="0"/>
          </a:p>
        </p:txBody>
      </p:sp>
    </p:spTree>
    <p:extLst>
      <p:ext uri="{BB962C8B-B14F-4D97-AF65-F5344CB8AC3E}">
        <p14:creationId xmlns:p14="http://schemas.microsoft.com/office/powerpoint/2010/main" val="3073905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Process Creation</a:t>
            </a:r>
            <a:endParaRPr lang="en-US" dirty="0"/>
          </a:p>
        </p:txBody>
      </p:sp>
      <p:sp>
        <p:nvSpPr>
          <p:cNvPr id="2" name="Content Placeholder 1"/>
          <p:cNvSpPr>
            <a:spLocks noGrp="1"/>
          </p:cNvSpPr>
          <p:nvPr>
            <p:ph idx="1"/>
          </p:nvPr>
        </p:nvSpPr>
        <p:spPr/>
        <p:txBody>
          <a:bodyPr/>
          <a:lstStyle/>
          <a:p>
            <a:r>
              <a:rPr lang="en-GB" dirty="0"/>
              <a:t>By initialization, by request of a process, or by request of a user</a:t>
            </a:r>
          </a:p>
          <a:p>
            <a:endParaRPr lang="en-GB" dirty="0"/>
          </a:p>
          <a:p>
            <a:r>
              <a:rPr lang="en-GB" dirty="0"/>
              <a:t>Unique ID for the process</a:t>
            </a:r>
          </a:p>
          <a:p>
            <a:pPr lvl="1"/>
            <a:r>
              <a:rPr lang="en-GB" dirty="0"/>
              <a:t> </a:t>
            </a:r>
            <a:r>
              <a:rPr lang="en-GB" dirty="0" err="1"/>
              <a:t>init_task_pid</a:t>
            </a:r>
            <a:r>
              <a:rPr lang="en-GB" dirty="0"/>
              <a:t>() in Linux</a:t>
            </a:r>
          </a:p>
          <a:p>
            <a:r>
              <a:rPr lang="en-GB" dirty="0"/>
              <a:t>Allocate memory for the PCB and other control structures (kernel) and user memory</a:t>
            </a:r>
          </a:p>
          <a:p>
            <a:r>
              <a:rPr lang="en-GB" dirty="0"/>
              <a:t>Initialize the PCB and memory management</a:t>
            </a:r>
          </a:p>
          <a:p>
            <a:r>
              <a:rPr lang="en-GB" dirty="0"/>
              <a:t>Link the PCB in the queue (see later)</a:t>
            </a:r>
          </a:p>
          <a:p>
            <a:pPr marL="0" indent="0">
              <a:buNone/>
            </a:pPr>
            <a:endParaRPr lang="en-GB" dirty="0"/>
          </a:p>
        </p:txBody>
      </p:sp>
    </p:spTree>
    <p:extLst>
      <p:ext uri="{BB962C8B-B14F-4D97-AF65-F5344CB8AC3E}">
        <p14:creationId xmlns:p14="http://schemas.microsoft.com/office/powerpoint/2010/main" val="1176494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Process Termination</a:t>
            </a:r>
            <a:endParaRPr lang="en-US" dirty="0"/>
          </a:p>
        </p:txBody>
      </p:sp>
      <p:sp>
        <p:nvSpPr>
          <p:cNvPr id="2" name="Content Placeholder 1"/>
          <p:cNvSpPr>
            <a:spLocks noGrp="1"/>
          </p:cNvSpPr>
          <p:nvPr>
            <p:ph idx="1"/>
          </p:nvPr>
        </p:nvSpPr>
        <p:spPr/>
        <p:txBody>
          <a:bodyPr/>
          <a:lstStyle/>
          <a:p>
            <a:r>
              <a:rPr lang="en-GB" dirty="0"/>
              <a:t>Stopped by the OS/user (why?) or terminate itself</a:t>
            </a:r>
          </a:p>
          <a:p>
            <a:endParaRPr lang="en-GB" dirty="0"/>
          </a:p>
          <a:p>
            <a:r>
              <a:rPr lang="en-GB" dirty="0"/>
              <a:t>Handle the output of the process</a:t>
            </a:r>
          </a:p>
          <a:p>
            <a:r>
              <a:rPr lang="en-GB" dirty="0"/>
              <a:t>Release the resources and reclaim the memory</a:t>
            </a:r>
          </a:p>
          <a:p>
            <a:r>
              <a:rPr lang="en-GB" dirty="0"/>
              <a:t>Unlink the PCB</a:t>
            </a:r>
          </a:p>
          <a:p>
            <a:endParaRPr lang="en-GB" dirty="0"/>
          </a:p>
          <a:p>
            <a:r>
              <a:rPr lang="en-GB" dirty="0"/>
              <a:t>In embedded software, some processes may never terminate. Terminating implies a fault.</a:t>
            </a:r>
            <a:endParaRPr lang="en-US" dirty="0"/>
          </a:p>
        </p:txBody>
      </p:sp>
    </p:spTree>
    <p:extLst>
      <p:ext uri="{BB962C8B-B14F-4D97-AF65-F5344CB8AC3E}">
        <p14:creationId xmlns:p14="http://schemas.microsoft.com/office/powerpoint/2010/main" val="3192187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Context Switching</a:t>
            </a:r>
            <a:endParaRPr lang="en-US" dirty="0"/>
          </a:p>
        </p:txBody>
      </p:sp>
      <p:sp>
        <p:nvSpPr>
          <p:cNvPr id="2" name="Content Placeholder 1"/>
          <p:cNvSpPr>
            <a:spLocks noGrp="1"/>
          </p:cNvSpPr>
          <p:nvPr>
            <p:ph idx="1"/>
          </p:nvPr>
        </p:nvSpPr>
        <p:spPr>
          <a:xfrm>
            <a:off x="483135" y="1440000"/>
            <a:ext cx="7466700" cy="4680000"/>
          </a:xfrm>
        </p:spPr>
        <p:txBody>
          <a:bodyPr/>
          <a:lstStyle/>
          <a:p>
            <a:r>
              <a:rPr lang="en-GB" dirty="0"/>
              <a:t>The PCB makes context switching a bit easier</a:t>
            </a:r>
          </a:p>
          <a:p>
            <a:pPr lvl="1"/>
            <a:r>
              <a:rPr lang="en-GB" dirty="0"/>
              <a:t>Scheduler will start or stop a process accordingly</a:t>
            </a:r>
          </a:p>
          <a:p>
            <a:pPr lvl="1"/>
            <a:r>
              <a:rPr lang="en-GB" dirty="0"/>
              <a:t>Stores necessary information in the PCB to stop</a:t>
            </a:r>
          </a:p>
          <a:p>
            <a:pPr lvl="5"/>
            <a:r>
              <a:rPr lang="en-GB" dirty="0"/>
              <a:t>Hardware registers</a:t>
            </a:r>
          </a:p>
          <a:p>
            <a:pPr lvl="5"/>
            <a:r>
              <a:rPr lang="en-GB" dirty="0"/>
              <a:t>Program Counter</a:t>
            </a:r>
          </a:p>
          <a:p>
            <a:pPr lvl="5"/>
            <a:r>
              <a:rPr lang="en-GB" dirty="0"/>
              <a:t>Memory states, stack and heap</a:t>
            </a:r>
          </a:p>
          <a:p>
            <a:pPr lvl="5"/>
            <a:r>
              <a:rPr lang="en-GB" dirty="0"/>
              <a:t>State</a:t>
            </a:r>
          </a:p>
          <a:p>
            <a:pPr lvl="4"/>
            <a:r>
              <a:rPr lang="en-GB" dirty="0"/>
              <a:t>Similarly, loads necessary information from the PCB</a:t>
            </a:r>
          </a:p>
          <a:p>
            <a:r>
              <a:rPr lang="en-GB" dirty="0"/>
              <a:t>Notice that context switching does consume time! </a:t>
            </a:r>
          </a:p>
          <a:p>
            <a:pPr lvl="1"/>
            <a:r>
              <a:rPr lang="en-GB" dirty="0"/>
              <a:t>Could be up to several thousand CPU cycles</a:t>
            </a:r>
          </a:p>
          <a:p>
            <a:pPr lvl="1"/>
            <a:r>
              <a:rPr lang="en-GB" dirty="0"/>
              <a:t>Overhead and bottleneck</a:t>
            </a:r>
          </a:p>
          <a:p>
            <a:pPr lvl="1"/>
            <a:r>
              <a:rPr lang="en-GB" dirty="0"/>
              <a:t>Hardware support is also needed</a:t>
            </a:r>
          </a:p>
          <a:p>
            <a:r>
              <a:rPr lang="en-GB" dirty="0"/>
              <a:t>Multiprogramming, although only one active process at any given time</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9835" y="1697478"/>
            <a:ext cx="4011735" cy="44362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2324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Process States</a:t>
            </a:r>
            <a:endParaRPr lang="en-US" dirty="0"/>
          </a:p>
        </p:txBody>
      </p:sp>
      <p:sp>
        <p:nvSpPr>
          <p:cNvPr id="2" name="Content Placeholder 1"/>
          <p:cNvSpPr>
            <a:spLocks noGrp="1"/>
          </p:cNvSpPr>
          <p:nvPr>
            <p:ph idx="1"/>
          </p:nvPr>
        </p:nvSpPr>
        <p:spPr/>
        <p:txBody>
          <a:bodyPr/>
          <a:lstStyle/>
          <a:p>
            <a:r>
              <a:rPr lang="en-GB" dirty="0"/>
              <a:t>Different process states during the lifetime cycle</a:t>
            </a:r>
          </a:p>
          <a:p>
            <a:r>
              <a:rPr lang="en-GB" dirty="0"/>
              <a:t>Many variants but a standard model has five states:</a:t>
            </a:r>
          </a:p>
          <a:p>
            <a:pPr lvl="1"/>
            <a:r>
              <a:rPr lang="en-GB" dirty="0"/>
              <a:t>New:  just been created, not ready for the queue</a:t>
            </a:r>
          </a:p>
          <a:p>
            <a:pPr lvl="1"/>
            <a:r>
              <a:rPr lang="en-GB" dirty="0"/>
              <a:t>Ready: can be loaded by the OS</a:t>
            </a:r>
          </a:p>
          <a:p>
            <a:pPr lvl="1"/>
            <a:r>
              <a:rPr lang="en-GB" dirty="0"/>
              <a:t>Running: scheduler has picked this process from the queue and executed it, usually only one</a:t>
            </a:r>
          </a:p>
          <a:p>
            <a:pPr lvl="1"/>
            <a:r>
              <a:rPr lang="en-GB" dirty="0"/>
              <a:t>Blocked: not in the queue, waiting</a:t>
            </a:r>
          </a:p>
          <a:p>
            <a:pPr lvl="1"/>
            <a:r>
              <a:rPr lang="en-GB" dirty="0"/>
              <a:t>Exit: finished, needs to terminate</a:t>
            </a:r>
          </a:p>
          <a:p>
            <a:pPr lvl="1"/>
            <a:endParaRPr lang="en-GB" dirty="0"/>
          </a:p>
          <a:p>
            <a:r>
              <a:rPr lang="en-GB" dirty="0"/>
              <a:t>Linux Example:</a:t>
            </a:r>
          </a:p>
          <a:p>
            <a:pPr lvl="1"/>
            <a:r>
              <a:rPr lang="en-GB" dirty="0"/>
              <a:t>TASK_RUNNING; TASK_INTERRUPTIBLE; TASK_UNINTERRUPTIBLE; __TASK_STOPPED;  __TASK_TRACED; EXIT_ZOMBIE; EXIT_DEAD; TASK_DEAD; TASK_WAKEKILL; TASK_WAKING; TASK_PARKED; TASK_STATE_MAX</a:t>
            </a:r>
          </a:p>
          <a:p>
            <a:endParaRPr lang="en-GB" dirty="0"/>
          </a:p>
        </p:txBody>
      </p:sp>
    </p:spTree>
    <p:extLst>
      <p:ext uri="{BB962C8B-B14F-4D97-AF65-F5344CB8AC3E}">
        <p14:creationId xmlns:p14="http://schemas.microsoft.com/office/powerpoint/2010/main" val="1978846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81462" y="239744"/>
            <a:ext cx="11160000" cy="576000"/>
          </a:xfrm>
        </p:spPr>
        <p:txBody>
          <a:bodyPr>
            <a:normAutofit/>
          </a:bodyPr>
          <a:lstStyle/>
          <a:p>
            <a:r>
              <a:rPr lang="en-GB" dirty="0"/>
              <a:t>State Transition</a:t>
            </a:r>
            <a:endParaRPr lang="en-US" dirty="0"/>
          </a:p>
        </p:txBody>
      </p:sp>
      <p:sp>
        <p:nvSpPr>
          <p:cNvPr id="4" name="Content Placeholder 3"/>
          <p:cNvSpPr>
            <a:spLocks noGrp="1"/>
          </p:cNvSpPr>
          <p:nvPr>
            <p:ph idx="1"/>
          </p:nvPr>
        </p:nvSpPr>
        <p:spPr>
          <a:xfrm>
            <a:off x="483135" y="4285103"/>
            <a:ext cx="11155753" cy="1834897"/>
          </a:xfrm>
        </p:spPr>
        <p:txBody>
          <a:bodyPr/>
          <a:lstStyle/>
          <a:p>
            <a:r>
              <a:rPr lang="en-GB" dirty="0"/>
              <a:t>State transition as a result of OS scheduling, external interrupts or program requests</a:t>
            </a:r>
          </a:p>
          <a:p>
            <a:r>
              <a:rPr lang="en-GB" dirty="0"/>
              <a:t>Try to fill in the states in each block</a:t>
            </a:r>
            <a:endParaRPr lang="en-US" dirty="0"/>
          </a:p>
        </p:txBody>
      </p:sp>
      <p:pic>
        <p:nvPicPr>
          <p:cNvPr id="512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4160" y="760535"/>
            <a:ext cx="8029575" cy="3543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64598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81462" y="227712"/>
            <a:ext cx="11160000" cy="576000"/>
          </a:xfrm>
        </p:spPr>
        <p:txBody>
          <a:bodyPr>
            <a:normAutofit/>
          </a:bodyPr>
          <a:lstStyle/>
          <a:p>
            <a:r>
              <a:rPr lang="en-GB" dirty="0"/>
              <a:t>State Transition</a:t>
            </a:r>
            <a:endParaRPr lang="en-US" dirty="0"/>
          </a:p>
        </p:txBody>
      </p:sp>
      <p:sp>
        <p:nvSpPr>
          <p:cNvPr id="4" name="Content Placeholder 3"/>
          <p:cNvSpPr>
            <a:spLocks noGrp="1"/>
          </p:cNvSpPr>
          <p:nvPr>
            <p:ph idx="1"/>
          </p:nvPr>
        </p:nvSpPr>
        <p:spPr>
          <a:xfrm>
            <a:off x="491928" y="4109256"/>
            <a:ext cx="11155753" cy="2326713"/>
          </a:xfrm>
        </p:spPr>
        <p:txBody>
          <a:bodyPr/>
          <a:lstStyle/>
          <a:p>
            <a:r>
              <a:rPr lang="en-GB" sz="1800" dirty="0"/>
              <a:t>Admit: process is fully loaded into memory and control is established</a:t>
            </a:r>
          </a:p>
          <a:p>
            <a:r>
              <a:rPr lang="en-GB" sz="1800" dirty="0"/>
              <a:t>Dispatch: scheduler assigns CPU to the process</a:t>
            </a:r>
          </a:p>
          <a:p>
            <a:r>
              <a:rPr lang="en-GB" sz="1800" dirty="0"/>
              <a:t>Time out: expired or preempted, pushed back to the queue</a:t>
            </a:r>
          </a:p>
          <a:p>
            <a:r>
              <a:rPr lang="en-GB" sz="1800" dirty="0"/>
              <a:t>Event Wait/Event Occurs: generally requests that cannot be met at the moment, has to wait until something occurs</a:t>
            </a:r>
          </a:p>
          <a:p>
            <a:pPr lvl="1"/>
            <a:r>
              <a:rPr lang="en-GB" sz="1600" dirty="0"/>
              <a:t>OS not ready for a service</a:t>
            </a:r>
          </a:p>
          <a:p>
            <a:pPr lvl="1"/>
            <a:r>
              <a:rPr lang="en-GB" sz="1600" dirty="0"/>
              <a:t>Unavailable resource</a:t>
            </a:r>
          </a:p>
          <a:p>
            <a:pPr lvl="1"/>
            <a:r>
              <a:rPr lang="en-GB" sz="1600" dirty="0"/>
              <a:t>Wait for an input</a:t>
            </a:r>
          </a:p>
          <a:p>
            <a:r>
              <a:rPr lang="en-GB" sz="1800" dirty="0"/>
              <a:t>Release: release resources and end the process</a:t>
            </a:r>
            <a:endParaRPr lang="en-US" sz="1800"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8180" y="774455"/>
            <a:ext cx="7810500" cy="3409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9047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Process State</a:t>
            </a:r>
            <a:endParaRPr lang="en-US" dirty="0"/>
          </a:p>
        </p:txBody>
      </p:sp>
      <p:sp>
        <p:nvSpPr>
          <p:cNvPr id="2" name="Content Placeholder 1"/>
          <p:cNvSpPr>
            <a:spLocks noGrp="1"/>
          </p:cNvSpPr>
          <p:nvPr>
            <p:ph idx="1"/>
          </p:nvPr>
        </p:nvSpPr>
        <p:spPr/>
        <p:txBody>
          <a:bodyPr/>
          <a:lstStyle/>
          <a:p>
            <a:r>
              <a:rPr lang="en-GB" dirty="0"/>
              <a:t>State information is also recorded by the PCB</a:t>
            </a:r>
          </a:p>
          <a:p>
            <a:r>
              <a:rPr lang="en-GB" dirty="0"/>
              <a:t>Context switch takes place whenever a process leaves/enters the running state</a:t>
            </a:r>
          </a:p>
          <a:p>
            <a:r>
              <a:rPr lang="en-GB" dirty="0"/>
              <a:t>Processes may make a transition voluntarily or involuntarily, e.g., end the program vs error</a:t>
            </a:r>
          </a:p>
          <a:p>
            <a:r>
              <a:rPr lang="en-GB" dirty="0"/>
              <a:t>OS typically maintains queue or queue-like (list) structures for processes in the same states (many pointers in the PCB)</a:t>
            </a:r>
          </a:p>
          <a:p>
            <a:r>
              <a:rPr lang="en-GB" dirty="0"/>
              <a:t>More complicated models possible:</a:t>
            </a:r>
          </a:p>
          <a:p>
            <a:pPr lvl="1"/>
            <a:r>
              <a:rPr lang="en-GB" dirty="0"/>
              <a:t>Some processes are stored in the secondary storage in their Ready or Blocked states</a:t>
            </a:r>
          </a:p>
          <a:p>
            <a:pPr lvl="1"/>
            <a:r>
              <a:rPr lang="en-GB" dirty="0"/>
              <a:t>“Suspended” Ready and Blocked – the seven states model</a:t>
            </a:r>
          </a:p>
          <a:p>
            <a:pPr lvl="1"/>
            <a:r>
              <a:rPr lang="en-GB" dirty="0"/>
              <a:t>To support </a:t>
            </a:r>
            <a:r>
              <a:rPr lang="en-GB" dirty="0">
                <a:solidFill>
                  <a:srgbClr val="FF0000"/>
                </a:solidFill>
              </a:rPr>
              <a:t>swapping</a:t>
            </a:r>
          </a:p>
          <a:p>
            <a:pPr lvl="1"/>
            <a:r>
              <a:rPr lang="en-GB" dirty="0"/>
              <a:t>Scheduler prefer those sit in main the memory</a:t>
            </a:r>
          </a:p>
        </p:txBody>
      </p:sp>
    </p:spTree>
    <p:extLst>
      <p:ext uri="{BB962C8B-B14F-4D97-AF65-F5344CB8AC3E}">
        <p14:creationId xmlns:p14="http://schemas.microsoft.com/office/powerpoint/2010/main" val="1366633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B4E1D-EBBF-50AD-C5D7-29037F1CA1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75F7744-B755-BAE0-8EBA-23FB97637750}"/>
              </a:ext>
            </a:extLst>
          </p:cNvPr>
          <p:cNvSpPr>
            <a:spLocks noGrp="1"/>
          </p:cNvSpPr>
          <p:nvPr>
            <p:ph type="title"/>
          </p:nvPr>
        </p:nvSpPr>
        <p:spPr/>
        <p:txBody>
          <a:bodyPr>
            <a:normAutofit/>
          </a:bodyPr>
          <a:lstStyle/>
          <a:p>
            <a:r>
              <a:rPr lang="en-GB" dirty="0"/>
              <a:t>RTOS Thread States</a:t>
            </a:r>
            <a:endParaRPr lang="en-US" dirty="0"/>
          </a:p>
        </p:txBody>
      </p:sp>
      <p:sp>
        <p:nvSpPr>
          <p:cNvPr id="2" name="Content Placeholder 1">
            <a:extLst>
              <a:ext uri="{FF2B5EF4-FFF2-40B4-BE49-F238E27FC236}">
                <a16:creationId xmlns:a16="http://schemas.microsoft.com/office/drawing/2014/main" id="{19B6EBC5-29BA-B280-F776-7E2DB3C86921}"/>
              </a:ext>
            </a:extLst>
          </p:cNvPr>
          <p:cNvSpPr>
            <a:spLocks noGrp="1"/>
          </p:cNvSpPr>
          <p:nvPr>
            <p:ph idx="1"/>
          </p:nvPr>
        </p:nvSpPr>
        <p:spPr/>
        <p:txBody>
          <a:bodyPr numCol="2"/>
          <a:lstStyle/>
          <a:p>
            <a:pPr marL="0" indent="0">
              <a:buNone/>
            </a:pPr>
            <a:r>
              <a:rPr lang="en-US" dirty="0"/>
              <a:t>typedef </a:t>
            </a:r>
            <a:r>
              <a:rPr lang="en-US" dirty="0" err="1"/>
              <a:t>enum</a:t>
            </a:r>
            <a:r>
              <a:rPr lang="en-US" dirty="0"/>
              <a:t> {</a:t>
            </a:r>
          </a:p>
          <a:p>
            <a:pPr marL="0" indent="0">
              <a:buNone/>
            </a:pPr>
            <a:r>
              <a:rPr lang="en-US" dirty="0"/>
              <a:t>  </a:t>
            </a:r>
            <a:r>
              <a:rPr lang="en-US" dirty="0" err="1"/>
              <a:t>osThreadInactive</a:t>
            </a:r>
            <a:r>
              <a:rPr lang="en-US" dirty="0"/>
              <a:t>    = 0,  // Not created or terminated</a:t>
            </a:r>
          </a:p>
          <a:p>
            <a:pPr marL="0" indent="0">
              <a:buNone/>
            </a:pPr>
            <a:r>
              <a:rPr lang="en-US" dirty="0"/>
              <a:t>  </a:t>
            </a:r>
            <a:r>
              <a:rPr lang="en-US" dirty="0" err="1"/>
              <a:t>osThreadReady</a:t>
            </a:r>
            <a:r>
              <a:rPr lang="en-US" dirty="0"/>
              <a:t>       = 1,  // Ready to run</a:t>
            </a:r>
          </a:p>
          <a:p>
            <a:pPr marL="0" indent="0">
              <a:buNone/>
            </a:pPr>
            <a:r>
              <a:rPr lang="en-US" dirty="0"/>
              <a:t>  </a:t>
            </a:r>
            <a:r>
              <a:rPr lang="en-US" dirty="0" err="1"/>
              <a:t>osThreadRunning</a:t>
            </a:r>
            <a:r>
              <a:rPr lang="en-US" dirty="0"/>
              <a:t>     = 2,  // Currently running</a:t>
            </a:r>
          </a:p>
          <a:p>
            <a:pPr marL="0" indent="0">
              <a:buNone/>
            </a:pPr>
            <a:r>
              <a:rPr lang="en-US" dirty="0"/>
              <a:t>  </a:t>
            </a:r>
            <a:r>
              <a:rPr lang="en-US" dirty="0" err="1"/>
              <a:t>osThreadBlocked</a:t>
            </a:r>
            <a:r>
              <a:rPr lang="en-US" dirty="0"/>
              <a:t>     = 3,  // Waiting (delay, semaphore, etc.)</a:t>
            </a:r>
          </a:p>
          <a:p>
            <a:pPr marL="0" indent="0">
              <a:buNone/>
            </a:pPr>
            <a:r>
              <a:rPr lang="en-US" dirty="0"/>
              <a:t>  </a:t>
            </a:r>
            <a:r>
              <a:rPr lang="en-US" dirty="0" err="1"/>
              <a:t>osThreadTerminated</a:t>
            </a:r>
            <a:r>
              <a:rPr lang="en-US" dirty="0"/>
              <a:t>  = 4   // Has been deleted</a:t>
            </a:r>
          </a:p>
          <a:p>
            <a:pPr marL="0" indent="0">
              <a:buNone/>
            </a:pPr>
            <a:r>
              <a:rPr lang="en-US" dirty="0"/>
              <a:t>} </a:t>
            </a:r>
            <a:r>
              <a:rPr lang="en-US" dirty="0" err="1"/>
              <a:t>osThreadState_t</a:t>
            </a:r>
            <a:r>
              <a:rPr lang="en-US" dirty="0"/>
              <a: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lvl="1"/>
            <a:r>
              <a:rPr lang="en-GB" dirty="0"/>
              <a:t>No Exit state</a:t>
            </a:r>
          </a:p>
          <a:p>
            <a:pPr lvl="1"/>
            <a:r>
              <a:rPr lang="en-GB" dirty="0"/>
              <a:t>Embedded  software don’t really enjoy the concept of termination</a:t>
            </a:r>
          </a:p>
          <a:p>
            <a:pPr lvl="1"/>
            <a:r>
              <a:rPr lang="en-GB" dirty="0"/>
              <a:t>More on this in later lectures and labs	</a:t>
            </a:r>
            <a:endParaRPr lang="en-US" dirty="0"/>
          </a:p>
        </p:txBody>
      </p:sp>
    </p:spTree>
    <p:extLst>
      <p:ext uri="{BB962C8B-B14F-4D97-AF65-F5344CB8AC3E}">
        <p14:creationId xmlns:p14="http://schemas.microsoft.com/office/powerpoint/2010/main" val="3132565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Next</a:t>
            </a:r>
            <a:endParaRPr lang="en-US" dirty="0"/>
          </a:p>
        </p:txBody>
      </p:sp>
      <p:sp>
        <p:nvSpPr>
          <p:cNvPr id="2" name="Content Placeholder 1"/>
          <p:cNvSpPr>
            <a:spLocks noGrp="1"/>
          </p:cNvSpPr>
          <p:nvPr>
            <p:ph idx="1"/>
          </p:nvPr>
        </p:nvSpPr>
        <p:spPr/>
        <p:txBody>
          <a:bodyPr/>
          <a:lstStyle/>
          <a:p>
            <a:r>
              <a:rPr lang="en-GB" dirty="0"/>
              <a:t>Lab</a:t>
            </a:r>
          </a:p>
          <a:p>
            <a:pPr lvl="1"/>
            <a:r>
              <a:rPr lang="en-GB" dirty="0"/>
              <a:t>Set up the IDE and get you familiar with C and assembly (if not already)</a:t>
            </a:r>
          </a:p>
          <a:p>
            <a:pPr lvl="1"/>
            <a:r>
              <a:rPr lang="en-GB" dirty="0"/>
              <a:t>Context switching at processor level</a:t>
            </a:r>
          </a:p>
          <a:p>
            <a:pPr lvl="1"/>
            <a:r>
              <a:rPr lang="en-GB" dirty="0"/>
              <a:t>Basic </a:t>
            </a:r>
            <a:r>
              <a:rPr lang="en-GB" dirty="0" err="1"/>
              <a:t>FreeRTOS</a:t>
            </a:r>
            <a:r>
              <a:rPr lang="en-GB" dirty="0"/>
              <a:t> task operations</a:t>
            </a:r>
          </a:p>
          <a:p>
            <a:r>
              <a:rPr lang="en-GB" dirty="0"/>
              <a:t>Scheduling</a:t>
            </a:r>
            <a:endParaRPr lang="en-US" dirty="0"/>
          </a:p>
        </p:txBody>
      </p:sp>
    </p:spTree>
    <p:extLst>
      <p:ext uri="{BB962C8B-B14F-4D97-AF65-F5344CB8AC3E}">
        <p14:creationId xmlns:p14="http://schemas.microsoft.com/office/powerpoint/2010/main" val="1760685204"/>
      </p:ext>
    </p:extLst>
  </p:cSld>
  <p:clrMapOvr>
    <a:masterClrMapping/>
  </p:clrMapOvr>
</p:sld>
</file>

<file path=ppt/theme/theme1.xml><?xml version="1.0" encoding="utf-8"?>
<a:theme xmlns:a="http://schemas.openxmlformats.org/drawingml/2006/main" name="Arm_Confidential_2025_Light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6E2FF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Confidential_2024" id="{B887AF75-78AC-2747-9C70-2F9B0537D1BE}" vid="{DC9635A4-99AE-AB49-82FD-BA973AC4A79C}"/>
    </a:ext>
  </a:extLst>
</a:theme>
</file>

<file path=ppt/theme/theme2.xml><?xml version="1.0" encoding="utf-8"?>
<a:theme xmlns:a="http://schemas.openxmlformats.org/drawingml/2006/main" name="Arm_Confidential_2025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Confidential_2024" id="{B887AF75-78AC-2747-9C70-2F9B0537D1BE}" vid="{DC9635A4-99AE-AB49-82FD-BA973AC4A79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B61D4E06-5D3F-4994-A4A7-4BA626FA722D}">
  <ds:schemaRefs>
    <ds:schemaRef ds:uri="http://purl.org/dc/terms/"/>
    <ds:schemaRef ds:uri="http://schemas.microsoft.com/office/2006/metadata/properties"/>
    <ds:schemaRef ds:uri="http://www.w3.org/XML/1998/namespace"/>
    <ds:schemaRef ds:uri="c0950e01-db07-4e41-9c32-b7a8e9fccc9b"/>
    <ds:schemaRef ds:uri="http://schemas.microsoft.com/office/infopath/2007/PartnerControls"/>
    <ds:schemaRef ds:uri="http://schemas.openxmlformats.org/package/2006/metadata/core-properties"/>
    <ds:schemaRef ds:uri="http://schemas.microsoft.com/office/2006/documentManagement/types"/>
    <ds:schemaRef ds:uri="http://purl.org/dc/dcmitype/"/>
    <ds:schemaRef ds:uri="http://schemas.microsoft.com/sharepoint/v3/fields"/>
    <ds:schemaRef ds:uri="f2ad5090-61a8-4b8c-ab70-68f4ff4d1933"/>
    <ds:schemaRef ds:uri="http://schemas.microsoft.com/sharepoint/v3"/>
    <ds:schemaRef ds:uri="http://purl.org/dc/elements/1.1/"/>
  </ds:schemaRefs>
</ds:datastoreItem>
</file>

<file path=customXml/itemProps5.xml><?xml version="1.0" encoding="utf-8"?>
<ds:datastoreItem xmlns:ds="http://schemas.openxmlformats.org/officeDocument/2006/customXml" ds:itemID="{1E7F2E56-8924-419D-99E9-79DB71144EB2}">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Arm_Confidential_2024</Template>
  <TotalTime>12729</TotalTime>
  <Words>3118</Words>
  <Application>Microsoft Office PowerPoint</Application>
  <PresentationFormat>Widescreen</PresentationFormat>
  <Paragraphs>267</Paragraphs>
  <Slides>18</Slides>
  <Notes>17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18</vt:i4>
      </vt:variant>
    </vt:vector>
  </HeadingPairs>
  <TitlesOfParts>
    <vt:vector size="23" baseType="lpstr">
      <vt:lpstr>Arial</vt:lpstr>
      <vt:lpstr>Calibri</vt:lpstr>
      <vt:lpstr>Wingdings</vt:lpstr>
      <vt:lpstr>Arm_Confidential_2025_Lightmode</vt:lpstr>
      <vt:lpstr>Arm_Confidential_2025_Darkmode</vt:lpstr>
      <vt:lpstr>Processes</vt:lpstr>
      <vt:lpstr>Lecture Contents </vt:lpstr>
      <vt:lpstr>An Instance of a Running Program</vt:lpstr>
      <vt:lpstr>An Instance of a Running Program</vt:lpstr>
      <vt:lpstr>Memory Layout of an Executing Program</vt:lpstr>
      <vt:lpstr>Process – The Abstraction</vt:lpstr>
      <vt:lpstr>Process Control Block</vt:lpstr>
      <vt:lpstr>Linux Example</vt:lpstr>
      <vt:lpstr>CMSIS-RTOS2 Example</vt:lpstr>
      <vt:lpstr>Process Creation</vt:lpstr>
      <vt:lpstr>Process Termination</vt:lpstr>
      <vt:lpstr>Context Switching</vt:lpstr>
      <vt:lpstr>Process States</vt:lpstr>
      <vt:lpstr>State Transition</vt:lpstr>
      <vt:lpstr>State Transition</vt:lpstr>
      <vt:lpstr>Process State</vt:lpstr>
      <vt:lpstr>RTOS Thread States</vt:lpstr>
      <vt:lpstr>Next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Future of AI is Built on Arm</dc:title>
  <dc:subject/>
  <dc:creator/>
  <cp:keywords/>
  <dc:description/>
  <cp:lastModifiedBy>Tom Carter</cp:lastModifiedBy>
  <cp:revision>113</cp:revision>
  <dcterms:created xsi:type="dcterms:W3CDTF">2024-12-11T13:44:04Z</dcterms:created>
  <dcterms:modified xsi:type="dcterms:W3CDTF">2025-10-14T13:42:32Z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