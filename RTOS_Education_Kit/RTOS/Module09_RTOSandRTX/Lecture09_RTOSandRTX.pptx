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customXml/itemProps5.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5431" r:id="rId6"/>
    <p:sldMasterId id="2147485659" r:id="rId7"/>
  </p:sldMasterIdLst>
  <p:notesMasterIdLst>
    <p:notesMasterId r:id="rId25"/>
  </p:notesMasterIdLst>
  <p:handoutMasterIdLst>
    <p:handoutMasterId r:id="rId26"/>
  </p:handoutMasterIdLst>
  <p:sldIdLst>
    <p:sldId id="496" r:id="rId8"/>
    <p:sldId id="258" r:id="rId9"/>
    <p:sldId id="272" r:id="rId10"/>
    <p:sldId id="259" r:id="rId11"/>
    <p:sldId id="260" r:id="rId12"/>
    <p:sldId id="261" r:id="rId13"/>
    <p:sldId id="275" r:id="rId14"/>
    <p:sldId id="274" r:id="rId15"/>
    <p:sldId id="276" r:id="rId16"/>
    <p:sldId id="277" r:id="rId17"/>
    <p:sldId id="264" r:id="rId18"/>
    <p:sldId id="278" r:id="rId19"/>
    <p:sldId id="279" r:id="rId20"/>
    <p:sldId id="266" r:id="rId21"/>
    <p:sldId id="280" r:id="rId22"/>
    <p:sldId id="281" r:id="rId23"/>
    <p:sldId id="497" r:id="rId24"/>
  </p:sldIdLst>
  <p:sldSz cx="12192000" cy="6858000"/>
  <p:notesSz cx="6858000" cy="9144000"/>
  <p:defaultTextStyle>
    <a:defPPr>
      <a:defRPr lang="en-US"/>
    </a:defPPr>
    <a:lvl1pPr algn="l"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883F7"/>
    <a:srgbClr val="7233F7"/>
    <a:srgbClr val="6E2FF1"/>
    <a:srgbClr val="E0D1FC"/>
    <a:srgbClr val="000000"/>
    <a:srgbClr val="FFFFFF"/>
    <a:srgbClr val="080225"/>
    <a:srgbClr val="FF6900"/>
    <a:srgbClr val="00C1DE"/>
    <a:srgbClr val="7F7F7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E221970-3E21-4CB5-82AC-A3484073BC99}" v="2" dt="2026-08-06T09:46:01.257"/>
  </p1510:revLst>
</p1510:revInfo>
</file>

<file path=ppt/tableStyles.xml><?xml version="1.0" encoding="utf-8"?>
<a:tblStyleLst xmlns:a="http://schemas.openxmlformats.org/drawingml/2006/main" def="{2D5ABB26-0587-4C30-8999-92F81FD0307C}">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420" autoAdjust="0"/>
    <p:restoredTop sz="96305"/>
  </p:normalViewPr>
  <p:slideViewPr>
    <p:cSldViewPr snapToGrid="0">
      <p:cViewPr varScale="1">
        <p:scale>
          <a:sx n="70" d="100"/>
          <a:sy n="70" d="100"/>
        </p:scale>
        <p:origin x="560" y="52"/>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sorterViewPr>
    <p:cViewPr varScale="1">
      <p:scale>
        <a:sx n="100" d="100"/>
        <a:sy n="100" d="100"/>
      </p:scale>
      <p:origin x="0" y="0"/>
    </p:cViewPr>
  </p:sorterViewPr>
  <p:notesViewPr>
    <p:cSldViewPr snapToGrid="0">
      <p:cViewPr varScale="1">
        <p:scale>
          <a:sx n="97" d="100"/>
          <a:sy n="97" d="100"/>
        </p:scale>
        <p:origin x="3456" y="20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1.xml"/><Relationship Id="rId13" Type="http://schemas.openxmlformats.org/officeDocument/2006/relationships/slide" Target="slides/slide6.xml"/><Relationship Id="rId18" Type="http://schemas.openxmlformats.org/officeDocument/2006/relationships/slide" Target="slides/slide11.xml"/><Relationship Id="rId26" Type="http://schemas.openxmlformats.org/officeDocument/2006/relationships/handoutMaster" Target="handoutMasters/handoutMaster1.xml"/><Relationship Id="rId3" Type="http://schemas.openxmlformats.org/officeDocument/2006/relationships/customXml" Target="../customXml/item3.xml"/><Relationship Id="rId21" Type="http://schemas.openxmlformats.org/officeDocument/2006/relationships/slide" Target="slides/slide14.xml"/><Relationship Id="rId7" Type="http://schemas.openxmlformats.org/officeDocument/2006/relationships/slideMaster" Target="slideMasters/slideMaster2.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9.xml"/><Relationship Id="rId20" Type="http://schemas.openxmlformats.org/officeDocument/2006/relationships/slide" Target="slides/slide13.xml"/><Relationship Id="rId29"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Master" Target="slideMasters/slideMaster1.xml"/><Relationship Id="rId11" Type="http://schemas.openxmlformats.org/officeDocument/2006/relationships/slide" Target="slides/slide4.xml"/><Relationship Id="rId24" Type="http://schemas.openxmlformats.org/officeDocument/2006/relationships/slide" Target="slides/slide17.xml"/><Relationship Id="rId32" Type="http://schemas.microsoft.com/office/2015/10/relationships/revisionInfo" Target="revisionInfo.xml"/><Relationship Id="rId5" Type="http://schemas.openxmlformats.org/officeDocument/2006/relationships/customXml" Target="../customXml/item5.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viewProps" Target="viewProps.xml"/><Relationship Id="rId10" Type="http://schemas.openxmlformats.org/officeDocument/2006/relationships/slide" Target="slides/slide3.xml"/><Relationship Id="rId19" Type="http://schemas.openxmlformats.org/officeDocument/2006/relationships/slide" Target="slides/slide12.xml"/><Relationship Id="rId31" Type="http://schemas.microsoft.com/office/2016/11/relationships/changesInfo" Target="changesInfos/changesInfo1.xml"/><Relationship Id="rId4" Type="http://schemas.openxmlformats.org/officeDocument/2006/relationships/customXml" Target="../customXml/item4.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presProps" Target="presProps.xml"/><Relationship Id="rId30"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om Carter" userId="db1a6269-4a98-40f4-850a-a379349c8455" providerId="ADAL" clId="{ABAF003C-6A2E-48CA-BA6D-D6D12E9B1187}"/>
    <pc:docChg chg="addSld modSld">
      <pc:chgData name="Tom Carter" userId="db1a6269-4a98-40f4-850a-a379349c8455" providerId="ADAL" clId="{ABAF003C-6A2E-48CA-BA6D-D6D12E9B1187}" dt="2026-08-06T09:46:01.129" v="34"/>
      <pc:docMkLst>
        <pc:docMk/>
      </pc:docMkLst>
      <pc:sldChg chg="modSp mod">
        <pc:chgData name="Tom Carter" userId="db1a6269-4a98-40f4-850a-a379349c8455" providerId="ADAL" clId="{ABAF003C-6A2E-48CA-BA6D-D6D12E9B1187}" dt="2026-08-06T09:43:50.332" v="15" actId="20577"/>
        <pc:sldMkLst>
          <pc:docMk/>
          <pc:sldMk cId="4032707410" sldId="258"/>
        </pc:sldMkLst>
        <pc:spChg chg="mod">
          <ac:chgData name="Tom Carter" userId="db1a6269-4a98-40f4-850a-a379349c8455" providerId="ADAL" clId="{ABAF003C-6A2E-48CA-BA6D-D6D12E9B1187}" dt="2026-08-06T09:43:50.332" v="15" actId="20577"/>
          <ac:spMkLst>
            <pc:docMk/>
            <pc:sldMk cId="4032707410" sldId="258"/>
            <ac:spMk id="2" creationId="{00000000-0000-0000-0000-000000000000}"/>
          </ac:spMkLst>
        </pc:spChg>
      </pc:sldChg>
      <pc:sldChg chg="modSp mod">
        <pc:chgData name="Tom Carter" userId="db1a6269-4a98-40f4-850a-a379349c8455" providerId="ADAL" clId="{ABAF003C-6A2E-48CA-BA6D-D6D12E9B1187}" dt="2026-08-06T09:44:27.676" v="25" actId="20577"/>
        <pc:sldMkLst>
          <pc:docMk/>
          <pc:sldMk cId="1410020145" sldId="259"/>
        </pc:sldMkLst>
        <pc:spChg chg="mod">
          <ac:chgData name="Tom Carter" userId="db1a6269-4a98-40f4-850a-a379349c8455" providerId="ADAL" clId="{ABAF003C-6A2E-48CA-BA6D-D6D12E9B1187}" dt="2026-08-06T09:44:27.676" v="25" actId="20577"/>
          <ac:spMkLst>
            <pc:docMk/>
            <pc:sldMk cId="1410020145" sldId="259"/>
            <ac:spMk id="2" creationId="{00000000-0000-0000-0000-000000000000}"/>
          </ac:spMkLst>
        </pc:spChg>
      </pc:sldChg>
      <pc:sldChg chg="modSp mod">
        <pc:chgData name="Tom Carter" userId="db1a6269-4a98-40f4-850a-a379349c8455" providerId="ADAL" clId="{ABAF003C-6A2E-48CA-BA6D-D6D12E9B1187}" dt="2026-08-06T09:44:32.065" v="26" actId="20577"/>
        <pc:sldMkLst>
          <pc:docMk/>
          <pc:sldMk cId="2391395920" sldId="260"/>
        </pc:sldMkLst>
        <pc:spChg chg="mod">
          <ac:chgData name="Tom Carter" userId="db1a6269-4a98-40f4-850a-a379349c8455" providerId="ADAL" clId="{ABAF003C-6A2E-48CA-BA6D-D6D12E9B1187}" dt="2026-08-06T09:44:32.065" v="26" actId="20577"/>
          <ac:spMkLst>
            <pc:docMk/>
            <pc:sldMk cId="2391395920" sldId="260"/>
            <ac:spMk id="2" creationId="{00000000-0000-0000-0000-000000000000}"/>
          </ac:spMkLst>
        </pc:spChg>
      </pc:sldChg>
      <pc:sldChg chg="modSp mod">
        <pc:chgData name="Tom Carter" userId="db1a6269-4a98-40f4-850a-a379349c8455" providerId="ADAL" clId="{ABAF003C-6A2E-48CA-BA6D-D6D12E9B1187}" dt="2026-08-06T09:45:08.827" v="30" actId="20577"/>
        <pc:sldMkLst>
          <pc:docMk/>
          <pc:sldMk cId="1014721547" sldId="264"/>
        </pc:sldMkLst>
        <pc:spChg chg="mod">
          <ac:chgData name="Tom Carter" userId="db1a6269-4a98-40f4-850a-a379349c8455" providerId="ADAL" clId="{ABAF003C-6A2E-48CA-BA6D-D6D12E9B1187}" dt="2026-08-06T09:45:08.827" v="30" actId="20577"/>
          <ac:spMkLst>
            <pc:docMk/>
            <pc:sldMk cId="1014721547" sldId="264"/>
            <ac:spMk id="2" creationId="{00000000-0000-0000-0000-000000000000}"/>
          </ac:spMkLst>
        </pc:spChg>
      </pc:sldChg>
      <pc:sldChg chg="modSp mod">
        <pc:chgData name="Tom Carter" userId="db1a6269-4a98-40f4-850a-a379349c8455" providerId="ADAL" clId="{ABAF003C-6A2E-48CA-BA6D-D6D12E9B1187}" dt="2026-08-06T09:45:34.506" v="32" actId="1076"/>
        <pc:sldMkLst>
          <pc:docMk/>
          <pc:sldMk cId="2373006722" sldId="266"/>
        </pc:sldMkLst>
        <pc:spChg chg="mod">
          <ac:chgData name="Tom Carter" userId="db1a6269-4a98-40f4-850a-a379349c8455" providerId="ADAL" clId="{ABAF003C-6A2E-48CA-BA6D-D6D12E9B1187}" dt="2026-08-06T09:45:34.506" v="32" actId="1076"/>
          <ac:spMkLst>
            <pc:docMk/>
            <pc:sldMk cId="2373006722" sldId="266"/>
            <ac:spMk id="4" creationId="{00000000-0000-0000-0000-000000000000}"/>
          </ac:spMkLst>
        </pc:spChg>
      </pc:sldChg>
      <pc:sldChg chg="modSp mod">
        <pc:chgData name="Tom Carter" userId="db1a6269-4a98-40f4-850a-a379349c8455" providerId="ADAL" clId="{ABAF003C-6A2E-48CA-BA6D-D6D12E9B1187}" dt="2026-08-06T09:44:20.561" v="24" actId="15"/>
        <pc:sldMkLst>
          <pc:docMk/>
          <pc:sldMk cId="1014830090" sldId="272"/>
        </pc:sldMkLst>
        <pc:spChg chg="mod">
          <ac:chgData name="Tom Carter" userId="db1a6269-4a98-40f4-850a-a379349c8455" providerId="ADAL" clId="{ABAF003C-6A2E-48CA-BA6D-D6D12E9B1187}" dt="2026-08-06T09:44:20.561" v="24" actId="15"/>
          <ac:spMkLst>
            <pc:docMk/>
            <pc:sldMk cId="1014830090" sldId="272"/>
            <ac:spMk id="2" creationId="{00000000-0000-0000-0000-000000000000}"/>
          </ac:spMkLst>
        </pc:spChg>
      </pc:sldChg>
      <pc:sldChg chg="modSp mod">
        <pc:chgData name="Tom Carter" userId="db1a6269-4a98-40f4-850a-a379349c8455" providerId="ADAL" clId="{ABAF003C-6A2E-48CA-BA6D-D6D12E9B1187}" dt="2026-08-06T09:44:49.627" v="28" actId="20577"/>
        <pc:sldMkLst>
          <pc:docMk/>
          <pc:sldMk cId="937300207" sldId="274"/>
        </pc:sldMkLst>
        <pc:spChg chg="mod">
          <ac:chgData name="Tom Carter" userId="db1a6269-4a98-40f4-850a-a379349c8455" providerId="ADAL" clId="{ABAF003C-6A2E-48CA-BA6D-D6D12E9B1187}" dt="2026-08-06T09:44:49.627" v="28" actId="20577"/>
          <ac:spMkLst>
            <pc:docMk/>
            <pc:sldMk cId="937300207" sldId="274"/>
            <ac:spMk id="2" creationId="{92C046A9-94F8-E8A1-3715-B4F4284C66EF}"/>
          </ac:spMkLst>
        </pc:spChg>
      </pc:sldChg>
      <pc:sldChg chg="modSp mod">
        <pc:chgData name="Tom Carter" userId="db1a6269-4a98-40f4-850a-a379349c8455" providerId="ADAL" clId="{ABAF003C-6A2E-48CA-BA6D-D6D12E9B1187}" dt="2026-08-06T09:44:45.355" v="27" actId="20577"/>
        <pc:sldMkLst>
          <pc:docMk/>
          <pc:sldMk cId="2842379147" sldId="275"/>
        </pc:sldMkLst>
        <pc:spChg chg="mod">
          <ac:chgData name="Tom Carter" userId="db1a6269-4a98-40f4-850a-a379349c8455" providerId="ADAL" clId="{ABAF003C-6A2E-48CA-BA6D-D6D12E9B1187}" dt="2026-08-06T09:44:45.355" v="27" actId="20577"/>
          <ac:spMkLst>
            <pc:docMk/>
            <pc:sldMk cId="2842379147" sldId="275"/>
            <ac:spMk id="2" creationId="{FDD886A1-F655-7761-7E46-3DA25F1EA81A}"/>
          </ac:spMkLst>
        </pc:spChg>
      </pc:sldChg>
      <pc:sldChg chg="modSp">
        <pc:chgData name="Tom Carter" userId="db1a6269-4a98-40f4-850a-a379349c8455" providerId="ADAL" clId="{ABAF003C-6A2E-48CA-BA6D-D6D12E9B1187}" dt="2026-08-06T09:45:01.158" v="29" actId="1076"/>
        <pc:sldMkLst>
          <pc:docMk/>
          <pc:sldMk cId="370904765" sldId="276"/>
        </pc:sldMkLst>
        <pc:picChg chg="mod">
          <ac:chgData name="Tom Carter" userId="db1a6269-4a98-40f4-850a-a379349c8455" providerId="ADAL" clId="{ABAF003C-6A2E-48CA-BA6D-D6D12E9B1187}" dt="2026-08-06T09:45:01.158" v="29" actId="1076"/>
          <ac:picMkLst>
            <pc:docMk/>
            <pc:sldMk cId="370904765" sldId="276"/>
            <ac:picMk id="1028" creationId="{29A5BCF0-C2AE-141A-1ED7-A6194758C0A3}"/>
          </ac:picMkLst>
        </pc:picChg>
      </pc:sldChg>
      <pc:sldChg chg="modSp mod">
        <pc:chgData name="Tom Carter" userId="db1a6269-4a98-40f4-850a-a379349c8455" providerId="ADAL" clId="{ABAF003C-6A2E-48CA-BA6D-D6D12E9B1187}" dt="2026-08-06T09:45:13.194" v="31" actId="20577"/>
        <pc:sldMkLst>
          <pc:docMk/>
          <pc:sldMk cId="3835345104" sldId="278"/>
        </pc:sldMkLst>
        <pc:spChg chg="mod">
          <ac:chgData name="Tom Carter" userId="db1a6269-4a98-40f4-850a-a379349c8455" providerId="ADAL" clId="{ABAF003C-6A2E-48CA-BA6D-D6D12E9B1187}" dt="2026-08-06T09:45:13.194" v="31" actId="20577"/>
          <ac:spMkLst>
            <pc:docMk/>
            <pc:sldMk cId="3835345104" sldId="278"/>
            <ac:spMk id="2" creationId="{DB0BEB91-D7BF-A622-8BC9-78C623A10E3F}"/>
          </ac:spMkLst>
        </pc:spChg>
      </pc:sldChg>
      <pc:sldChg chg="modSp mod">
        <pc:chgData name="Tom Carter" userId="db1a6269-4a98-40f4-850a-a379349c8455" providerId="ADAL" clId="{ABAF003C-6A2E-48CA-BA6D-D6D12E9B1187}" dt="2026-08-06T09:45:50.944" v="33" actId="20577"/>
        <pc:sldMkLst>
          <pc:docMk/>
          <pc:sldMk cId="2595527400" sldId="281"/>
        </pc:sldMkLst>
        <pc:spChg chg="mod">
          <ac:chgData name="Tom Carter" userId="db1a6269-4a98-40f4-850a-a379349c8455" providerId="ADAL" clId="{ABAF003C-6A2E-48CA-BA6D-D6D12E9B1187}" dt="2026-08-06T09:45:50.944" v="33" actId="20577"/>
          <ac:spMkLst>
            <pc:docMk/>
            <pc:sldMk cId="2595527400" sldId="281"/>
            <ac:spMk id="2" creationId="{C6AD74BE-32F7-CBA5-EEB9-DAC02F23F3F4}"/>
          </ac:spMkLst>
        </pc:spChg>
      </pc:sldChg>
      <pc:sldChg chg="add">
        <pc:chgData name="Tom Carter" userId="db1a6269-4a98-40f4-850a-a379349c8455" providerId="ADAL" clId="{ABAF003C-6A2E-48CA-BA6D-D6D12E9B1187}" dt="2026-08-06T09:46:01.129" v="34"/>
        <pc:sldMkLst>
          <pc:docMk/>
          <pc:sldMk cId="213049170" sldId="497"/>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7B394A5-FD1F-430F-BB3A-F7878AC293E0}"/>
              </a:ext>
            </a:extLst>
          </p:cNvPr>
          <p:cNvSpPr>
            <a:spLocks noGrp="1"/>
          </p:cNvSpPr>
          <p:nvPr>
            <p:ph type="hdr" sz="quarter"/>
          </p:nvPr>
        </p:nvSpPr>
        <p:spPr>
          <a:xfrm>
            <a:off x="0" y="0"/>
            <a:ext cx="2971800" cy="458788"/>
          </a:xfrm>
          <a:prstGeom prst="rect">
            <a:avLst/>
          </a:prstGeom>
        </p:spPr>
        <p:txBody>
          <a:bodyPr vert="horz" wrap="square" lIns="91440" tIns="45720" rIns="91440" bIns="45720" numCol="1" anchor="t" anchorCtr="0" compatLnSpc="1">
            <a:prstTxWarp prst="textNoShape">
              <a:avLst/>
            </a:prstTxWarp>
          </a:bodyPr>
          <a:lstStyle>
            <a:lvl1pPr eaLnBrk="1" hangingPunct="1">
              <a:defRPr sz="1200">
                <a:latin typeface="Calibri" charset="0"/>
                <a:ea typeface="ＭＳ Ｐゴシック" charset="0"/>
                <a:cs typeface="ＭＳ Ｐゴシック" charset="0"/>
              </a:defRPr>
            </a:lvl1pPr>
          </a:lstStyle>
          <a:p>
            <a:pPr>
              <a:defRPr/>
            </a:pPr>
            <a:endParaRPr lang="en-US"/>
          </a:p>
        </p:txBody>
      </p:sp>
      <p:sp>
        <p:nvSpPr>
          <p:cNvPr id="4" name="Footer Placeholder 3">
            <a:extLst>
              <a:ext uri="{FF2B5EF4-FFF2-40B4-BE49-F238E27FC236}">
                <a16:creationId xmlns:a16="http://schemas.microsoft.com/office/drawing/2014/main" id="{363CE605-DAD4-4C64-BE6E-BE3D8E5504AE}"/>
              </a:ext>
            </a:extLst>
          </p:cNvPr>
          <p:cNvSpPr>
            <a:spLocks noGrp="1"/>
          </p:cNvSpPr>
          <p:nvPr>
            <p:ph type="ftr" sz="quarter" idx="2"/>
          </p:nvPr>
        </p:nvSpPr>
        <p:spPr>
          <a:xfrm>
            <a:off x="0" y="8685213"/>
            <a:ext cx="2971800" cy="458787"/>
          </a:xfrm>
          <a:prstGeom prst="rect">
            <a:avLst/>
          </a:prstGeom>
        </p:spPr>
        <p:txBody>
          <a:bodyPr vert="horz" wrap="square" lIns="91440" tIns="45720" rIns="91440" bIns="45720" numCol="1" anchor="b" anchorCtr="0" compatLnSpc="1">
            <a:prstTxWarp prst="textNoShape">
              <a:avLst/>
            </a:prstTxWarp>
          </a:bodyPr>
          <a:lstStyle>
            <a:lvl1pPr eaLnBrk="1" hangingPunct="1">
              <a:defRPr sz="1200">
                <a:latin typeface="Calibri" charset="0"/>
                <a:ea typeface="ＭＳ Ｐゴシック" charset="0"/>
                <a:cs typeface="ＭＳ Ｐゴシック" charset="0"/>
              </a:defRPr>
            </a:lvl1pPr>
          </a:lstStyle>
          <a:p>
            <a:pPr>
              <a:defRPr/>
            </a:pPr>
            <a:endParaRPr lang="en-US"/>
          </a:p>
        </p:txBody>
      </p:sp>
      <p:sp>
        <p:nvSpPr>
          <p:cNvPr id="5" name="Slide Number Placeholder 4">
            <a:extLst>
              <a:ext uri="{FF2B5EF4-FFF2-40B4-BE49-F238E27FC236}">
                <a16:creationId xmlns:a16="http://schemas.microsoft.com/office/drawing/2014/main" id="{5F699187-58AF-4D6B-8526-D5C98A6AF82B}"/>
              </a:ext>
            </a:extLst>
          </p:cNvPr>
          <p:cNvSpPr>
            <a:spLocks noGrp="1"/>
          </p:cNvSpPr>
          <p:nvPr>
            <p:ph type="sldNum" sz="quarter" idx="3"/>
          </p:nvPr>
        </p:nvSpPr>
        <p:spPr>
          <a:xfrm>
            <a:off x="3884613" y="8685213"/>
            <a:ext cx="2971800" cy="458787"/>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atin typeface="Calibri" charset="0"/>
                <a:ea typeface="ＭＳ Ｐゴシック" charset="-128"/>
              </a:defRPr>
            </a:lvl1pPr>
          </a:lstStyle>
          <a:p>
            <a:pPr>
              <a:defRPr/>
            </a:pPr>
            <a:fld id="{79C45C6D-DBFC-4B67-A8DE-9C2360ACC98E}" type="slidenum">
              <a:rPr lang="en-US" altLang="en-US"/>
              <a:pPr>
                <a:defRPr/>
              </a:pPr>
              <a:t>‹#›</a:t>
            </a:fld>
            <a:endParaRPr lang="en-US" altLang="en-US"/>
          </a:p>
        </p:txBody>
      </p:sp>
    </p:spTree>
    <p:extLst>
      <p:ext uri="{BB962C8B-B14F-4D97-AF65-F5344CB8AC3E}">
        <p14:creationId xmlns:p14="http://schemas.microsoft.com/office/powerpoint/2010/main" val="85318220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597C0424-39BA-4205-9510-7D8372B40FAD}"/>
              </a:ext>
            </a:extLst>
          </p:cNvPr>
          <p:cNvSpPr>
            <a:spLocks noGrp="1"/>
          </p:cNvSpPr>
          <p:nvPr>
            <p:ph type="hdr" sz="quarter"/>
          </p:nvPr>
        </p:nvSpPr>
        <p:spPr>
          <a:xfrm>
            <a:off x="0" y="0"/>
            <a:ext cx="2971800" cy="458788"/>
          </a:xfrm>
          <a:prstGeom prst="rect">
            <a:avLst/>
          </a:prstGeom>
        </p:spPr>
        <p:txBody>
          <a:bodyPr vert="horz" wrap="square" lIns="91440" tIns="45720" rIns="91440" bIns="45720" numCol="1" anchor="t" anchorCtr="0" compatLnSpc="1">
            <a:prstTxWarp prst="textNoShape">
              <a:avLst/>
            </a:prstTxWarp>
          </a:bodyPr>
          <a:lstStyle>
            <a:lvl1pPr eaLnBrk="1" hangingPunct="1">
              <a:defRPr sz="1200">
                <a:latin typeface="Calibri" charset="0"/>
                <a:ea typeface="ＭＳ Ｐゴシック" charset="0"/>
                <a:cs typeface="ＭＳ Ｐゴシック" charset="0"/>
              </a:defRPr>
            </a:lvl1pPr>
          </a:lstStyle>
          <a:p>
            <a:pPr>
              <a:defRPr/>
            </a:pPr>
            <a:endParaRPr lang="en-US"/>
          </a:p>
        </p:txBody>
      </p:sp>
      <p:sp>
        <p:nvSpPr>
          <p:cNvPr id="3" name="Date Placeholder 2">
            <a:extLst>
              <a:ext uri="{FF2B5EF4-FFF2-40B4-BE49-F238E27FC236}">
                <a16:creationId xmlns:a16="http://schemas.microsoft.com/office/drawing/2014/main" id="{190861BC-4E89-4909-9F41-7A6E20183733}"/>
              </a:ext>
            </a:extLst>
          </p:cNvPr>
          <p:cNvSpPr>
            <a:spLocks noGrp="1"/>
          </p:cNvSpPr>
          <p:nvPr>
            <p:ph type="dt" idx="1"/>
          </p:nvPr>
        </p:nvSpPr>
        <p:spPr>
          <a:xfrm>
            <a:off x="3884613" y="0"/>
            <a:ext cx="2971800" cy="458788"/>
          </a:xfrm>
          <a:prstGeom prst="rect">
            <a:avLst/>
          </a:prstGeom>
        </p:spPr>
        <p:txBody>
          <a:bodyPr vert="horz" wrap="square" lIns="91440" tIns="45720" rIns="91440" bIns="45720" numCol="1" anchor="t" anchorCtr="0" compatLnSpc="1">
            <a:prstTxWarp prst="textNoShape">
              <a:avLst/>
            </a:prstTxWarp>
          </a:bodyPr>
          <a:lstStyle>
            <a:lvl1pPr algn="r" eaLnBrk="1" hangingPunct="1">
              <a:defRPr sz="1200">
                <a:latin typeface="Calibri" charset="0"/>
                <a:ea typeface="ＭＳ Ｐゴシック" charset="-128"/>
              </a:defRPr>
            </a:lvl1pPr>
          </a:lstStyle>
          <a:p>
            <a:pPr>
              <a:defRPr/>
            </a:pPr>
            <a:fld id="{5B25F150-DB0B-4758-AFA9-222A6E446235}" type="datetimeFigureOut">
              <a:rPr lang="en-US" altLang="en-US"/>
              <a:pPr>
                <a:defRPr/>
              </a:pPr>
              <a:t>8/6/2026</a:t>
            </a:fld>
            <a:endParaRPr lang="en-US" altLang="en-US"/>
          </a:p>
        </p:txBody>
      </p:sp>
      <p:sp>
        <p:nvSpPr>
          <p:cNvPr id="4" name="Slide Image Placeholder 3">
            <a:extLst>
              <a:ext uri="{FF2B5EF4-FFF2-40B4-BE49-F238E27FC236}">
                <a16:creationId xmlns:a16="http://schemas.microsoft.com/office/drawing/2014/main" id="{D5B20C51-CC4D-4C34-9C63-92F50CE02E99}"/>
              </a:ext>
            </a:extLst>
          </p:cNvPr>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a:extLst>
              <a:ext uri="{FF2B5EF4-FFF2-40B4-BE49-F238E27FC236}">
                <a16:creationId xmlns:a16="http://schemas.microsoft.com/office/drawing/2014/main" id="{DAC138B7-E2A5-4B5D-ADC2-E53A511B52FC}"/>
              </a:ext>
            </a:extLst>
          </p:cNvPr>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dirty="0"/>
              <a:t>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6" name="Footer Placeholder 5">
            <a:extLst>
              <a:ext uri="{FF2B5EF4-FFF2-40B4-BE49-F238E27FC236}">
                <a16:creationId xmlns:a16="http://schemas.microsoft.com/office/drawing/2014/main" id="{59A61A1A-4481-471C-A253-BE997586AA04}"/>
              </a:ext>
            </a:extLst>
          </p:cNvPr>
          <p:cNvSpPr>
            <a:spLocks noGrp="1"/>
          </p:cNvSpPr>
          <p:nvPr>
            <p:ph type="ftr" sz="quarter" idx="4"/>
          </p:nvPr>
        </p:nvSpPr>
        <p:spPr>
          <a:xfrm>
            <a:off x="0" y="8685213"/>
            <a:ext cx="2971800" cy="458787"/>
          </a:xfrm>
          <a:prstGeom prst="rect">
            <a:avLst/>
          </a:prstGeom>
        </p:spPr>
        <p:txBody>
          <a:bodyPr vert="horz" wrap="square" lIns="91440" tIns="45720" rIns="91440" bIns="45720" numCol="1" anchor="b" anchorCtr="0" compatLnSpc="1">
            <a:prstTxWarp prst="textNoShape">
              <a:avLst/>
            </a:prstTxWarp>
          </a:bodyPr>
          <a:lstStyle>
            <a:lvl1pPr eaLnBrk="1" hangingPunct="1">
              <a:defRPr sz="1200">
                <a:latin typeface="Calibri" charset="0"/>
                <a:ea typeface="ＭＳ Ｐゴシック" charset="0"/>
                <a:cs typeface="ＭＳ Ｐゴシック" charset="0"/>
              </a:defRPr>
            </a:lvl1pPr>
          </a:lstStyle>
          <a:p>
            <a:pPr>
              <a:defRPr/>
            </a:pPr>
            <a:endParaRPr lang="en-US"/>
          </a:p>
        </p:txBody>
      </p:sp>
      <p:sp>
        <p:nvSpPr>
          <p:cNvPr id="7" name="Slide Number Placeholder 6">
            <a:extLst>
              <a:ext uri="{FF2B5EF4-FFF2-40B4-BE49-F238E27FC236}">
                <a16:creationId xmlns:a16="http://schemas.microsoft.com/office/drawing/2014/main" id="{1BC0DDD9-A1C6-46BA-89ED-AF0DD2672605}"/>
              </a:ext>
            </a:extLst>
          </p:cNvPr>
          <p:cNvSpPr>
            <a:spLocks noGrp="1"/>
          </p:cNvSpPr>
          <p:nvPr>
            <p:ph type="sldNum" sz="quarter" idx="5"/>
          </p:nvPr>
        </p:nvSpPr>
        <p:spPr>
          <a:xfrm>
            <a:off x="3884613" y="8685213"/>
            <a:ext cx="2971800" cy="458787"/>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atin typeface="Calibri" charset="0"/>
                <a:ea typeface="ＭＳ Ｐゴシック" charset="-128"/>
              </a:defRPr>
            </a:lvl1pPr>
          </a:lstStyle>
          <a:p>
            <a:pPr>
              <a:defRPr/>
            </a:pPr>
            <a:fld id="{3B16354E-6974-4833-AB87-3220A0835E84}" type="slidenum">
              <a:rPr lang="en-US" altLang="en-US"/>
              <a:pPr>
                <a:defRPr/>
              </a:pPr>
              <a:t>‹#›</a:t>
            </a:fld>
            <a:endParaRPr lang="en-US" altLang="en-US"/>
          </a:p>
        </p:txBody>
      </p:sp>
    </p:spTree>
    <p:extLst>
      <p:ext uri="{BB962C8B-B14F-4D97-AF65-F5344CB8AC3E}">
        <p14:creationId xmlns:p14="http://schemas.microsoft.com/office/powerpoint/2010/main" val="976758004"/>
      </p:ext>
    </p:extLst>
  </p:cSld>
  <p:clrMap bg1="lt1" tx1="dk1" bg2="lt2" tx2="dk2" accent1="accent1" accent2="accent2" accent3="accent3" accent4="accent4" accent5="accent5" accent6="accent6" hlink="hlink" folHlink="folHlink"/>
  <p:notesStyle>
    <a:lvl1pPr algn="l" rtl="0" eaLnBrk="0" fontAlgn="base" hangingPunct="0">
      <a:spcBef>
        <a:spcPts val="600"/>
      </a:spcBef>
      <a:spcAft>
        <a:spcPct val="0"/>
      </a:spcAft>
      <a:defRPr sz="1200" kern="1200">
        <a:solidFill>
          <a:schemeClr val="tx1"/>
        </a:solidFill>
        <a:latin typeface="+mn-lt"/>
        <a:ea typeface="ＭＳ Ｐゴシック" charset="0"/>
        <a:cs typeface="ＭＳ Ｐゴシック" charset="0"/>
      </a:defRPr>
    </a:lvl1pPr>
    <a:lvl2pPr marL="457200" algn="l" rtl="0" eaLnBrk="0" fontAlgn="base" hangingPunct="0">
      <a:spcBef>
        <a:spcPts val="0"/>
      </a:spcBef>
      <a:spcAft>
        <a:spcPct val="0"/>
      </a:spcAft>
      <a:defRPr sz="1200" kern="1200">
        <a:solidFill>
          <a:schemeClr val="tx1"/>
        </a:solidFill>
        <a:latin typeface="+mn-lt"/>
        <a:ea typeface="ＭＳ Ｐゴシック" charset="0"/>
        <a:cs typeface="+mn-cs"/>
      </a:defRPr>
    </a:lvl2pPr>
    <a:lvl3pPr marL="914400" algn="l" rtl="0" eaLnBrk="0" fontAlgn="base" hangingPunct="0">
      <a:spcBef>
        <a:spcPts val="0"/>
      </a:spcBef>
      <a:spcAft>
        <a:spcPct val="0"/>
      </a:spcAft>
      <a:defRPr sz="1200" kern="1200">
        <a:solidFill>
          <a:schemeClr val="tx1"/>
        </a:solidFill>
        <a:latin typeface="+mn-lt"/>
        <a:ea typeface="ＭＳ Ｐゴシック" charset="0"/>
        <a:cs typeface="+mn-cs"/>
      </a:defRPr>
    </a:lvl3pPr>
    <a:lvl4pPr marL="1371600" algn="l" rtl="0" eaLnBrk="0" fontAlgn="base" hangingPunct="0">
      <a:spcBef>
        <a:spcPts val="0"/>
      </a:spcBef>
      <a:spcAft>
        <a:spcPct val="0"/>
      </a:spcAft>
      <a:defRPr sz="1200" kern="1200">
        <a:solidFill>
          <a:schemeClr val="tx1"/>
        </a:solidFill>
        <a:latin typeface="+mn-lt"/>
        <a:ea typeface="ＭＳ Ｐゴシック" charset="0"/>
        <a:cs typeface="+mn-cs"/>
      </a:defRPr>
    </a:lvl4pPr>
    <a:lvl5pPr marL="1828800" algn="l" rtl="0" eaLnBrk="0" fontAlgn="base" hangingPunct="0">
      <a:spcBef>
        <a:spcPts val="0"/>
      </a:spcBef>
      <a:spcAft>
        <a:spcPct val="0"/>
      </a:spcAft>
      <a:defRPr sz="1200" kern="1200">
        <a:solidFill>
          <a:schemeClr val="tx1"/>
        </a:solidFill>
        <a:latin typeface="+mn-lt"/>
        <a:ea typeface="ＭＳ Ｐゴシック" charset="0"/>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aseline="0" dirty="0"/>
              <a:t>inputs and environment conditions.</a:t>
            </a:r>
            <a:endParaRPr lang="en-GB" dirty="0"/>
          </a:p>
        </p:txBody>
      </p:sp>
      <p:sp>
        <p:nvSpPr>
          <p:cNvPr id="4" name="Slide Number Placeholder 3"/>
          <p:cNvSpPr>
            <a:spLocks noGrp="1"/>
          </p:cNvSpPr>
          <p:nvPr>
            <p:ph type="sldNum" sz="quarter" idx="10"/>
          </p:nvPr>
        </p:nvSpPr>
        <p:spPr/>
        <p:txBody>
          <a:bodyPr/>
          <a:lstStyle/>
          <a:p>
            <a:fld id="{579786E7-EDAB-724E-B5AE-1BDD6B8AC677}" type="slidenum">
              <a:rPr lang="en-US" smtClean="0"/>
              <a:pPr/>
              <a:t>2</a:t>
            </a:fld>
            <a:endParaRPr lang="en-US"/>
          </a:p>
        </p:txBody>
      </p:sp>
    </p:spTree>
    <p:extLst>
      <p:ext uri="{BB962C8B-B14F-4D97-AF65-F5344CB8AC3E}">
        <p14:creationId xmlns:p14="http://schemas.microsoft.com/office/powerpoint/2010/main" val="113458076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Real-time operating systems</a:t>
            </a:r>
            <a:r>
              <a:rPr lang="en-GB" baseline="0" dirty="0"/>
              <a:t> make sure that the Threads meet the timing requirements, i.e. finish execution before the dead line. The Thread can be hard real time – where the Threads need to finish before the deadline always. Example is an engine fuel to air ratio control is a hard real time Thread. The Thread can be a soft real time where the Thread may miss the deadline once in a while. Example is an automotive speed display on the dashboard. Examples can be found in robots, aircraft control etc. The real time system design requirements are determinism, speed to meet the deadlines, accuracy, fail safe operation, respond to various inputs and environment conditions.</a:t>
            </a:r>
            <a:endParaRPr lang="en-GB" dirty="0"/>
          </a:p>
        </p:txBody>
      </p:sp>
      <p:sp>
        <p:nvSpPr>
          <p:cNvPr id="4" name="Slide Number Placeholder 3"/>
          <p:cNvSpPr>
            <a:spLocks noGrp="1"/>
          </p:cNvSpPr>
          <p:nvPr>
            <p:ph type="sldNum" sz="quarter" idx="10"/>
          </p:nvPr>
        </p:nvSpPr>
        <p:spPr/>
        <p:txBody>
          <a:bodyPr/>
          <a:lstStyle/>
          <a:p>
            <a:fld id="{579786E7-EDAB-724E-B5AE-1BDD6B8AC677}" type="slidenum">
              <a:rPr lang="en-US" smtClean="0"/>
              <a:pPr/>
              <a:t>3</a:t>
            </a:fld>
            <a:endParaRPr lang="en-US"/>
          </a:p>
        </p:txBody>
      </p:sp>
    </p:spTree>
    <p:extLst>
      <p:ext uri="{BB962C8B-B14F-4D97-AF65-F5344CB8AC3E}">
        <p14:creationId xmlns:p14="http://schemas.microsoft.com/office/powerpoint/2010/main" val="258767376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can assign</a:t>
            </a:r>
            <a:r>
              <a:rPr lang="en-US" baseline="0" dirty="0"/>
              <a:t> one interrupt for each Thread and whenever there is an interrupt, execute the Thread with the interrupt service routine (ISR). The interrupt can be generated at periodic intervals or due to an external or internal condition.</a:t>
            </a:r>
          </a:p>
          <a:p>
            <a:endParaRPr lang="en-US" baseline="0" dirty="0"/>
          </a:p>
          <a:p>
            <a:r>
              <a:rPr lang="en-US" baseline="0" dirty="0"/>
              <a:t>If the system has too many interrupts, then predictably, problems can occur due to nested interrupt etc. may appear.</a:t>
            </a:r>
          </a:p>
          <a:p>
            <a:r>
              <a:rPr lang="en-US" baseline="0" dirty="0"/>
              <a:t>RTOS eliminates the above problem and provides a better program flow, better event response, provides good </a:t>
            </a:r>
            <a:r>
              <a:rPr lang="en-US" baseline="0" dirty="0" err="1"/>
              <a:t>multiThreading</a:t>
            </a:r>
            <a:r>
              <a:rPr lang="en-US" baseline="0" dirty="0"/>
              <a:t>, predictable Thread scheduling, meet the dead lines of all the Threads and many more advantages.</a:t>
            </a:r>
            <a:endParaRPr lang="en-US" dirty="0"/>
          </a:p>
        </p:txBody>
      </p:sp>
      <p:sp>
        <p:nvSpPr>
          <p:cNvPr id="4" name="Slide Number Placeholder 3"/>
          <p:cNvSpPr>
            <a:spLocks noGrp="1"/>
          </p:cNvSpPr>
          <p:nvPr>
            <p:ph type="sldNum" sz="quarter" idx="10"/>
          </p:nvPr>
        </p:nvSpPr>
        <p:spPr/>
        <p:txBody>
          <a:bodyPr/>
          <a:lstStyle/>
          <a:p>
            <a:fld id="{579786E7-EDAB-724E-B5AE-1BDD6B8AC677}" type="slidenum">
              <a:rPr lang="en-US" smtClean="0"/>
              <a:pPr/>
              <a:t>4</a:t>
            </a:fld>
            <a:endParaRPr lang="en-US"/>
          </a:p>
        </p:txBody>
      </p:sp>
    </p:spTree>
    <p:extLst>
      <p:ext uri="{BB962C8B-B14F-4D97-AF65-F5344CB8AC3E}">
        <p14:creationId xmlns:p14="http://schemas.microsoft.com/office/powerpoint/2010/main" val="296539311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Example: An example real</a:t>
            </a:r>
            <a:r>
              <a:rPr lang="en-GB" baseline="0" dirty="0"/>
              <a:t>-time system is a speed camera alarm system which uses GPS information of the current location of the vehicle which is moving at a high speed and a map with camera locations around the current location of the vehicle.</a:t>
            </a:r>
          </a:p>
          <a:p>
            <a:r>
              <a:rPr lang="en-GB" baseline="0" dirty="0"/>
              <a:t> </a:t>
            </a:r>
          </a:p>
          <a:p>
            <a:r>
              <a:rPr lang="en-GB" baseline="0" dirty="0"/>
              <a:t>The Threads for achieving this are: </a:t>
            </a:r>
          </a:p>
          <a:p>
            <a:r>
              <a:rPr lang="en-GB" baseline="0" dirty="0"/>
              <a:t>Decode the GPS information to find the current location of the vehicle</a:t>
            </a:r>
          </a:p>
          <a:p>
            <a:r>
              <a:rPr lang="en-GB" baseline="0" dirty="0"/>
              <a:t>Check the locations of the camera around the current vehicle location</a:t>
            </a:r>
          </a:p>
          <a:p>
            <a:r>
              <a:rPr lang="en-GB" baseline="0" dirty="0"/>
              <a:t>Record: Log driver’s position in the flash</a:t>
            </a:r>
          </a:p>
          <a:p>
            <a:r>
              <a:rPr lang="en-GB" baseline="0" dirty="0"/>
              <a:t>Read user’s input settings or switches</a:t>
            </a:r>
          </a:p>
          <a:p>
            <a:r>
              <a:rPr lang="en-GB" baseline="0" dirty="0"/>
              <a:t>Sound an alarm if the vehicle is approaching a speed camera</a:t>
            </a:r>
          </a:p>
          <a:p>
            <a:endParaRPr lang="en-GB" baseline="0" dirty="0"/>
          </a:p>
          <a:p>
            <a:r>
              <a:rPr lang="en-GB" baseline="0" dirty="0"/>
              <a:t>All the above Threads can be in a super-loop in the same order or with interrupt service routine.</a:t>
            </a:r>
            <a:endParaRPr lang="en-GB" dirty="0"/>
          </a:p>
        </p:txBody>
      </p:sp>
      <p:sp>
        <p:nvSpPr>
          <p:cNvPr id="4" name="Slide Number Placeholder 3"/>
          <p:cNvSpPr>
            <a:spLocks noGrp="1"/>
          </p:cNvSpPr>
          <p:nvPr>
            <p:ph type="sldNum" sz="quarter" idx="10"/>
          </p:nvPr>
        </p:nvSpPr>
        <p:spPr/>
        <p:txBody>
          <a:bodyPr/>
          <a:lstStyle/>
          <a:p>
            <a:fld id="{579786E7-EDAB-724E-B5AE-1BDD6B8AC677}" type="slidenum">
              <a:rPr lang="en-US" smtClean="0"/>
              <a:pPr/>
              <a:t>5</a:t>
            </a:fld>
            <a:endParaRPr lang="en-US"/>
          </a:p>
        </p:txBody>
      </p:sp>
    </p:spTree>
    <p:extLst>
      <p:ext uri="{BB962C8B-B14F-4D97-AF65-F5344CB8AC3E}">
        <p14:creationId xmlns:p14="http://schemas.microsoft.com/office/powerpoint/2010/main" val="40334718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Slide Image Placeholder 1"/>
          <p:cNvSpPr>
            <a:spLocks noGrp="1" noRot="1" noChangeAspect="1" noTextEdit="1"/>
          </p:cNvSpPr>
          <p:nvPr>
            <p:ph type="sldImg"/>
          </p:nvPr>
        </p:nvSpPr>
        <p:spPr>
          <a:ln/>
        </p:spPr>
      </p:sp>
      <p:sp>
        <p:nvSpPr>
          <p:cNvPr id="4608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a:t>A super-loop</a:t>
            </a:r>
            <a:r>
              <a:rPr lang="en-US" baseline="0" dirty="0"/>
              <a:t> may execute each Thread in the same order and it can not respond to changing conditions in the input, recording time etc.</a:t>
            </a:r>
            <a:endParaRPr lang="en-US" dirty="0"/>
          </a:p>
        </p:txBody>
      </p:sp>
      <p:sp>
        <p:nvSpPr>
          <p:cNvPr id="4608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fld id="{F19FF0A5-3245-4834-A291-D0F4458FA3A1}" type="slidenum">
              <a:rPr lang="en-US" sz="1300"/>
              <a:pPr/>
              <a:t>6</a:t>
            </a:fld>
            <a:endParaRPr lang="en-US" sz="1300"/>
          </a:p>
        </p:txBody>
      </p:sp>
    </p:spTree>
    <p:extLst>
      <p:ext uri="{BB962C8B-B14F-4D97-AF65-F5344CB8AC3E}">
        <p14:creationId xmlns:p14="http://schemas.microsoft.com/office/powerpoint/2010/main" val="356107131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3CADDE-B021-1D09-14C1-5A442EC3B0C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88E1EDE-EBEB-409A-6D7E-B07DC104E02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E6C74EA-EF23-74E4-ABA9-7C873B806184}"/>
              </a:ext>
            </a:extLst>
          </p:cNvPr>
          <p:cNvSpPr>
            <a:spLocks noGrp="1"/>
          </p:cNvSpPr>
          <p:nvPr>
            <p:ph type="body" idx="1"/>
          </p:nvPr>
        </p:nvSpPr>
        <p:spPr/>
        <p:txBody>
          <a:bodyPr/>
          <a:lstStyle/>
          <a:p>
            <a:r>
              <a:rPr lang="en-GB" dirty="0"/>
              <a:t>CMSIS-RTOS2 is a real time operating</a:t>
            </a:r>
            <a:r>
              <a:rPr lang="en-GB" baseline="0" dirty="0"/>
              <a:t> system from Keil. </a:t>
            </a:r>
            <a:r>
              <a:rPr lang="en-GB" dirty="0"/>
              <a:t>The Keil RTX5 is a royalty-free, deterministic real-time operating system designed for Arm and Cortex-M devices. It allows you to create programs that simultaneously perform multiple functions and helps to create applications which are better structured and more easily maintained.</a:t>
            </a:r>
          </a:p>
        </p:txBody>
      </p:sp>
      <p:sp>
        <p:nvSpPr>
          <p:cNvPr id="4" name="Slide Number Placeholder 3">
            <a:extLst>
              <a:ext uri="{FF2B5EF4-FFF2-40B4-BE49-F238E27FC236}">
                <a16:creationId xmlns:a16="http://schemas.microsoft.com/office/drawing/2014/main" id="{C1D671C0-AE98-EEB8-33B9-BD18A6F01D63}"/>
              </a:ext>
            </a:extLst>
          </p:cNvPr>
          <p:cNvSpPr>
            <a:spLocks noGrp="1"/>
          </p:cNvSpPr>
          <p:nvPr>
            <p:ph type="sldNum" sz="quarter" idx="10"/>
          </p:nvPr>
        </p:nvSpPr>
        <p:spPr/>
        <p:txBody>
          <a:bodyPr/>
          <a:lstStyle/>
          <a:p>
            <a:fld id="{579786E7-EDAB-724E-B5AE-1BDD6B8AC677}" type="slidenum">
              <a:rPr lang="en-US" smtClean="0"/>
              <a:pPr/>
              <a:t>7</a:t>
            </a:fld>
            <a:endParaRPr lang="en-US"/>
          </a:p>
        </p:txBody>
      </p:sp>
    </p:spTree>
    <p:extLst>
      <p:ext uri="{BB962C8B-B14F-4D97-AF65-F5344CB8AC3E}">
        <p14:creationId xmlns:p14="http://schemas.microsoft.com/office/powerpoint/2010/main" val="280249744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21F0DC-A287-B7C6-909F-FBD75E69D57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4C1248A-970E-54C5-BB1E-A92905ADD9E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2ACE1C6-FC4D-A456-1CCA-B7A538D2593D}"/>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436DAEC9-7ED5-43EC-E41F-162D069BD1A3}"/>
              </a:ext>
            </a:extLst>
          </p:cNvPr>
          <p:cNvSpPr>
            <a:spLocks noGrp="1"/>
          </p:cNvSpPr>
          <p:nvPr>
            <p:ph type="sldNum" sz="quarter" idx="10"/>
          </p:nvPr>
        </p:nvSpPr>
        <p:spPr/>
        <p:txBody>
          <a:bodyPr/>
          <a:lstStyle/>
          <a:p>
            <a:fld id="{579786E7-EDAB-724E-B5AE-1BDD6B8AC677}" type="slidenum">
              <a:rPr lang="en-US" smtClean="0"/>
              <a:pPr/>
              <a:t>8</a:t>
            </a:fld>
            <a:endParaRPr lang="en-US"/>
          </a:p>
        </p:txBody>
      </p:sp>
    </p:spTree>
    <p:extLst>
      <p:ext uri="{BB962C8B-B14F-4D97-AF65-F5344CB8AC3E}">
        <p14:creationId xmlns:p14="http://schemas.microsoft.com/office/powerpoint/2010/main" val="215240206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DD0896-098D-A25A-4405-5FCDE0DB1A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97CE2BA-4A5B-FF08-AF14-AE4355E154E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37EAE54-2E94-483E-400E-84D684A442B7}"/>
              </a:ext>
            </a:extLst>
          </p:cNvPr>
          <p:cNvSpPr>
            <a:spLocks noGrp="1"/>
          </p:cNvSpPr>
          <p:nvPr>
            <p:ph type="body" idx="1"/>
          </p:nvPr>
        </p:nvSpPr>
        <p:spPr/>
        <p:txBody>
          <a:bodyPr/>
          <a:lstStyle/>
          <a:p>
            <a:r>
              <a:rPr lang="en-GB" dirty="0"/>
              <a:t>The </a:t>
            </a:r>
            <a:r>
              <a:rPr lang="en-GB" dirty="0" err="1"/>
              <a:t>Keil</a:t>
            </a:r>
            <a:r>
              <a:rPr lang="en-GB" baseline="0" dirty="0"/>
              <a:t> real-time library is on top of the RTX kernel and contains libraries for flash file system, TCP/IP, CAN interface, USB interface etc.</a:t>
            </a:r>
          </a:p>
          <a:p>
            <a:r>
              <a:rPr lang="en-GB" baseline="0" dirty="0"/>
              <a:t>The RTX kernel helps in scheduling Threads. I</a:t>
            </a:r>
            <a:r>
              <a:rPr lang="en-GB" baseline="0"/>
              <a:t>t </a:t>
            </a:r>
            <a:r>
              <a:rPr lang="en-GB" baseline="0" dirty="0"/>
              <a:t>supports mutex, memory pool</a:t>
            </a:r>
            <a:r>
              <a:rPr lang="en-GB" baseline="0"/>
              <a:t>, mailbox</a:t>
            </a:r>
            <a:r>
              <a:rPr lang="en-GB" baseline="0" dirty="0"/>
              <a:t>, timing functions and event/semaphores.</a:t>
            </a:r>
            <a:endParaRPr lang="en-GB" dirty="0"/>
          </a:p>
        </p:txBody>
      </p:sp>
      <p:sp>
        <p:nvSpPr>
          <p:cNvPr id="4" name="Slide Number Placeholder 3">
            <a:extLst>
              <a:ext uri="{FF2B5EF4-FFF2-40B4-BE49-F238E27FC236}">
                <a16:creationId xmlns:a16="http://schemas.microsoft.com/office/drawing/2014/main" id="{E83AD4ED-5022-50C6-D0F1-18FDE48A9A41}"/>
              </a:ext>
            </a:extLst>
          </p:cNvPr>
          <p:cNvSpPr>
            <a:spLocks noGrp="1"/>
          </p:cNvSpPr>
          <p:nvPr>
            <p:ph type="sldNum" sz="quarter" idx="10"/>
          </p:nvPr>
        </p:nvSpPr>
        <p:spPr/>
        <p:txBody>
          <a:bodyPr/>
          <a:lstStyle/>
          <a:p>
            <a:fld id="{579786E7-EDAB-724E-B5AE-1BDD6B8AC677}" type="slidenum">
              <a:rPr lang="en-US" smtClean="0"/>
              <a:pPr/>
              <a:t>9</a:t>
            </a:fld>
            <a:endParaRPr lang="en-US"/>
          </a:p>
        </p:txBody>
      </p:sp>
    </p:spTree>
    <p:extLst>
      <p:ext uri="{BB962C8B-B14F-4D97-AF65-F5344CB8AC3E}">
        <p14:creationId xmlns:p14="http://schemas.microsoft.com/office/powerpoint/2010/main" val="258804366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366B86-01D5-2FD1-709D-12AF0EBF5CE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E854997-8215-C3A4-74DD-F86E108ACC1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327EFFF-3780-5D54-5AC3-1373D6657512}"/>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78051E19-22F9-90D4-1C5B-DC8916813935}"/>
              </a:ext>
            </a:extLst>
          </p:cNvPr>
          <p:cNvSpPr>
            <a:spLocks noGrp="1"/>
          </p:cNvSpPr>
          <p:nvPr>
            <p:ph type="sldNum" sz="quarter" idx="10"/>
          </p:nvPr>
        </p:nvSpPr>
        <p:spPr/>
        <p:txBody>
          <a:bodyPr/>
          <a:lstStyle/>
          <a:p>
            <a:fld id="{579786E7-EDAB-724E-B5AE-1BDD6B8AC677}" type="slidenum">
              <a:rPr lang="en-US" smtClean="0"/>
              <a:pPr/>
              <a:t>10</a:t>
            </a:fld>
            <a:endParaRPr lang="en-US"/>
          </a:p>
        </p:txBody>
      </p:sp>
    </p:spTree>
    <p:extLst>
      <p:ext uri="{BB962C8B-B14F-4D97-AF65-F5344CB8AC3E}">
        <p14:creationId xmlns:p14="http://schemas.microsoft.com/office/powerpoint/2010/main" val="87407810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RTX can be included in the project created</a:t>
            </a:r>
            <a:r>
              <a:rPr lang="en-GB" baseline="0" dirty="0"/>
              <a:t> using Keil MDK-Arm development environment.</a:t>
            </a:r>
            <a:endParaRPr lang="en-GB" dirty="0"/>
          </a:p>
        </p:txBody>
      </p:sp>
      <p:sp>
        <p:nvSpPr>
          <p:cNvPr id="4" name="Slide Number Placeholder 3"/>
          <p:cNvSpPr>
            <a:spLocks noGrp="1"/>
          </p:cNvSpPr>
          <p:nvPr>
            <p:ph type="sldNum" sz="quarter" idx="10"/>
          </p:nvPr>
        </p:nvSpPr>
        <p:spPr/>
        <p:txBody>
          <a:bodyPr/>
          <a:lstStyle/>
          <a:p>
            <a:fld id="{579786E7-EDAB-724E-B5AE-1BDD6B8AC677}" type="slidenum">
              <a:rPr lang="en-US" smtClean="0"/>
              <a:pPr/>
              <a:t>11</a:t>
            </a:fld>
            <a:endParaRPr lang="en-US"/>
          </a:p>
        </p:txBody>
      </p:sp>
    </p:spTree>
    <p:extLst>
      <p:ext uri="{BB962C8B-B14F-4D97-AF65-F5344CB8AC3E}">
        <p14:creationId xmlns:p14="http://schemas.microsoft.com/office/powerpoint/2010/main" val="92931053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2AF2B1-A5AE-95D4-9100-7D3AD1E5868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6C2F91-D29D-DD20-F025-923E4764618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4986247-E443-7BB7-72A2-FF9013B1010E}"/>
              </a:ext>
            </a:extLst>
          </p:cNvPr>
          <p:cNvSpPr>
            <a:spLocks noGrp="1"/>
          </p:cNvSpPr>
          <p:nvPr>
            <p:ph type="body" idx="1"/>
          </p:nvPr>
        </p:nvSpPr>
        <p:spPr/>
        <p:txBody>
          <a:bodyPr/>
          <a:lstStyle/>
          <a:p>
            <a:r>
              <a:rPr lang="en-GB" dirty="0"/>
              <a:t>RTX can be included in the project created</a:t>
            </a:r>
            <a:r>
              <a:rPr lang="en-GB" baseline="0" dirty="0"/>
              <a:t> using Keil MDK-Arm development environment.</a:t>
            </a:r>
            <a:endParaRPr lang="en-GB" dirty="0"/>
          </a:p>
        </p:txBody>
      </p:sp>
      <p:sp>
        <p:nvSpPr>
          <p:cNvPr id="4" name="Slide Number Placeholder 3">
            <a:extLst>
              <a:ext uri="{FF2B5EF4-FFF2-40B4-BE49-F238E27FC236}">
                <a16:creationId xmlns:a16="http://schemas.microsoft.com/office/drawing/2014/main" id="{9C38D34E-8741-E319-FE89-531F2002EE56}"/>
              </a:ext>
            </a:extLst>
          </p:cNvPr>
          <p:cNvSpPr>
            <a:spLocks noGrp="1"/>
          </p:cNvSpPr>
          <p:nvPr>
            <p:ph type="sldNum" sz="quarter" idx="10"/>
          </p:nvPr>
        </p:nvSpPr>
        <p:spPr/>
        <p:txBody>
          <a:bodyPr/>
          <a:lstStyle/>
          <a:p>
            <a:fld id="{579786E7-EDAB-724E-B5AE-1BDD6B8AC677}" type="slidenum">
              <a:rPr lang="en-US" smtClean="0"/>
              <a:pPr/>
              <a:t>12</a:t>
            </a:fld>
            <a:endParaRPr lang="en-US"/>
          </a:p>
        </p:txBody>
      </p:sp>
    </p:spTree>
    <p:extLst>
      <p:ext uri="{BB962C8B-B14F-4D97-AF65-F5344CB8AC3E}">
        <p14:creationId xmlns:p14="http://schemas.microsoft.com/office/powerpoint/2010/main" val="32971894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8E664F-CBAC-CCE2-70BE-75E8A1F1138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751D237-1D2C-5067-A89E-282978C69E0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6BD4D06-2179-62DF-E7C7-C957E9B58CF0}"/>
              </a:ext>
            </a:extLst>
          </p:cNvPr>
          <p:cNvSpPr>
            <a:spLocks noGrp="1"/>
          </p:cNvSpPr>
          <p:nvPr>
            <p:ph type="body" idx="1"/>
          </p:nvPr>
        </p:nvSpPr>
        <p:spPr/>
        <p:txBody>
          <a:bodyPr/>
          <a:lstStyle/>
          <a:p>
            <a:r>
              <a:rPr lang="en-US" dirty="0"/>
              <a:t>Arm Cortex Microcontroller Software Interface Standard (CMSIS) provides</a:t>
            </a:r>
            <a:r>
              <a:rPr lang="en-US" baseline="0" dirty="0"/>
              <a:t> board independent hardware abstraction layer. The supported boards are Cortex M processor boards.</a:t>
            </a:r>
          </a:p>
          <a:p>
            <a:endParaRPr lang="en-US" baseline="0" dirty="0"/>
          </a:p>
          <a:p>
            <a:pPr>
              <a:spcBef>
                <a:spcPts val="1200"/>
              </a:spcBef>
            </a:pPr>
            <a:r>
              <a:rPr lang="en-GB" dirty="0"/>
              <a:t>The CMSIS-RTOS API– provides</a:t>
            </a:r>
            <a:r>
              <a:rPr lang="en-GB" baseline="0" dirty="0"/>
              <a:t> generic</a:t>
            </a:r>
            <a:r>
              <a:rPr lang="en-GB" dirty="0"/>
              <a:t> RTOS interfaces.</a:t>
            </a:r>
          </a:p>
        </p:txBody>
      </p:sp>
      <p:sp>
        <p:nvSpPr>
          <p:cNvPr id="4" name="Slide Number Placeholder 3">
            <a:extLst>
              <a:ext uri="{FF2B5EF4-FFF2-40B4-BE49-F238E27FC236}">
                <a16:creationId xmlns:a16="http://schemas.microsoft.com/office/drawing/2014/main" id="{CB4B7283-867C-2F02-FBE3-8C1788AF3164}"/>
              </a:ext>
            </a:extLst>
          </p:cNvPr>
          <p:cNvSpPr>
            <a:spLocks noGrp="1"/>
          </p:cNvSpPr>
          <p:nvPr>
            <p:ph type="sldNum" sz="quarter" idx="10"/>
          </p:nvPr>
        </p:nvSpPr>
        <p:spPr/>
        <p:txBody>
          <a:bodyPr/>
          <a:lstStyle/>
          <a:p>
            <a:fld id="{579786E7-EDAB-724E-B5AE-1BDD6B8AC677}" type="slidenum">
              <a:rPr lang="en-US" smtClean="0"/>
              <a:pPr/>
              <a:t>13</a:t>
            </a:fld>
            <a:endParaRPr lang="en-US"/>
          </a:p>
        </p:txBody>
      </p:sp>
    </p:spTree>
    <p:extLst>
      <p:ext uri="{BB962C8B-B14F-4D97-AF65-F5344CB8AC3E}">
        <p14:creationId xmlns:p14="http://schemas.microsoft.com/office/powerpoint/2010/main" val="408992322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RTX_Conf_CM.C</a:t>
            </a:r>
            <a:r>
              <a:rPr lang="en-US" baseline="0" dirty="0"/>
              <a:t> is a configuration wizard with an easy to use graphical user interface as shown in the slide.</a:t>
            </a:r>
            <a:endParaRPr lang="en-US" dirty="0"/>
          </a:p>
        </p:txBody>
      </p:sp>
      <p:sp>
        <p:nvSpPr>
          <p:cNvPr id="4" name="Slide Number Placeholder 3"/>
          <p:cNvSpPr>
            <a:spLocks noGrp="1"/>
          </p:cNvSpPr>
          <p:nvPr>
            <p:ph type="sldNum" sz="quarter" idx="10"/>
          </p:nvPr>
        </p:nvSpPr>
        <p:spPr/>
        <p:txBody>
          <a:bodyPr/>
          <a:lstStyle/>
          <a:p>
            <a:fld id="{579786E7-EDAB-724E-B5AE-1BDD6B8AC677}" type="slidenum">
              <a:rPr lang="en-US" smtClean="0"/>
              <a:pPr/>
              <a:t>14</a:t>
            </a:fld>
            <a:endParaRPr lang="en-US"/>
          </a:p>
        </p:txBody>
      </p:sp>
    </p:spTree>
    <p:extLst>
      <p:ext uri="{BB962C8B-B14F-4D97-AF65-F5344CB8AC3E}">
        <p14:creationId xmlns:p14="http://schemas.microsoft.com/office/powerpoint/2010/main" val="425405565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6E23EB-B10F-3D11-9E23-0006B2EE994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E0CB96F-966A-9277-BBC0-D9CCA91C850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A82F4C6-0B26-9352-E183-36DEB106400D}"/>
              </a:ext>
            </a:extLst>
          </p:cNvPr>
          <p:cNvSpPr>
            <a:spLocks noGrp="1"/>
          </p:cNvSpPr>
          <p:nvPr>
            <p:ph type="body" idx="1"/>
          </p:nvPr>
        </p:nvSpPr>
        <p:spPr/>
        <p:txBody>
          <a:bodyPr/>
          <a:lstStyle/>
          <a:p>
            <a:r>
              <a:rPr lang="en-GB" dirty="0"/>
              <a:t>A pictorial representation</a:t>
            </a:r>
            <a:r>
              <a:rPr lang="en-GB" baseline="0" dirty="0"/>
              <a:t> of </a:t>
            </a:r>
            <a:r>
              <a:rPr lang="en-GB" dirty="0"/>
              <a:t>CMSIS and CMSIS-RTOS on the Cortex M CPU is shown in the slide.</a:t>
            </a:r>
          </a:p>
        </p:txBody>
      </p:sp>
      <p:sp>
        <p:nvSpPr>
          <p:cNvPr id="4" name="Slide Number Placeholder 3">
            <a:extLst>
              <a:ext uri="{FF2B5EF4-FFF2-40B4-BE49-F238E27FC236}">
                <a16:creationId xmlns:a16="http://schemas.microsoft.com/office/drawing/2014/main" id="{1444EABB-168B-A443-DD56-2929242ACBD7}"/>
              </a:ext>
            </a:extLst>
          </p:cNvPr>
          <p:cNvSpPr>
            <a:spLocks noGrp="1"/>
          </p:cNvSpPr>
          <p:nvPr>
            <p:ph type="sldNum" sz="quarter" idx="10"/>
          </p:nvPr>
        </p:nvSpPr>
        <p:spPr/>
        <p:txBody>
          <a:bodyPr/>
          <a:lstStyle/>
          <a:p>
            <a:fld id="{579786E7-EDAB-724E-B5AE-1BDD6B8AC677}" type="slidenum">
              <a:rPr lang="en-US" smtClean="0"/>
              <a:pPr/>
              <a:t>15</a:t>
            </a:fld>
            <a:endParaRPr lang="en-US"/>
          </a:p>
        </p:txBody>
      </p:sp>
    </p:spTree>
    <p:extLst>
      <p:ext uri="{BB962C8B-B14F-4D97-AF65-F5344CB8AC3E}">
        <p14:creationId xmlns:p14="http://schemas.microsoft.com/office/powerpoint/2010/main" val="49740591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7A8A3C-084F-B903-206E-00239B88146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8B63D52-44A3-1A67-D211-D7DE4DFDA2A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7934780-613E-7533-1287-DEBFF6337834}"/>
              </a:ext>
            </a:extLst>
          </p:cNvPr>
          <p:cNvSpPr>
            <a:spLocks noGrp="1"/>
          </p:cNvSpPr>
          <p:nvPr>
            <p:ph type="body" idx="1"/>
          </p:nvPr>
        </p:nvSpPr>
        <p:spPr/>
        <p:txBody>
          <a:bodyPr/>
          <a:lstStyle/>
          <a:p>
            <a:r>
              <a:rPr lang="en-GB" dirty="0"/>
              <a:t>CMSIS-RTOS API is</a:t>
            </a:r>
            <a:r>
              <a:rPr lang="en-GB" baseline="0" dirty="0"/>
              <a:t> </a:t>
            </a:r>
            <a:r>
              <a:rPr lang="en-GB" dirty="0"/>
              <a:t>an abstracted layer on top of RTX kernel or other 3</a:t>
            </a:r>
            <a:r>
              <a:rPr lang="en-GB" baseline="30000" dirty="0"/>
              <a:t>rd</a:t>
            </a:r>
            <a:r>
              <a:rPr lang="en-GB" dirty="0"/>
              <a:t> party RTOS kernels</a:t>
            </a:r>
          </a:p>
          <a:p>
            <a:endParaRPr lang="en-GB" dirty="0"/>
          </a:p>
          <a:p>
            <a:r>
              <a:rPr lang="en-GB" dirty="0"/>
              <a:t>Application programs can be easily ported to other 3</a:t>
            </a:r>
            <a:r>
              <a:rPr lang="en-GB" baseline="30000" dirty="0"/>
              <a:t>rd</a:t>
            </a:r>
            <a:r>
              <a:rPr lang="en-GB" dirty="0"/>
              <a:t> party RTOS kernels (such as </a:t>
            </a:r>
            <a:r>
              <a:rPr lang="en-GB" dirty="0" err="1"/>
              <a:t>FreeRTOS</a:t>
            </a:r>
            <a:r>
              <a:rPr lang="en-GB" dirty="0"/>
              <a:t>)</a:t>
            </a:r>
          </a:p>
          <a:p>
            <a:pPr lvl="1"/>
            <a:endParaRPr lang="en-GB" dirty="0"/>
          </a:p>
          <a:p>
            <a:r>
              <a:rPr lang="en-GB" dirty="0"/>
              <a:t>In this set of teaching materials, we will focus on the CMSIS-RTOS2 kernel rather than the CMSIS-RTOS API.</a:t>
            </a:r>
          </a:p>
        </p:txBody>
      </p:sp>
      <p:sp>
        <p:nvSpPr>
          <p:cNvPr id="4" name="Slide Number Placeholder 3">
            <a:extLst>
              <a:ext uri="{FF2B5EF4-FFF2-40B4-BE49-F238E27FC236}">
                <a16:creationId xmlns:a16="http://schemas.microsoft.com/office/drawing/2014/main" id="{4BDCCD45-7652-6886-206D-5B756CC0CF55}"/>
              </a:ext>
            </a:extLst>
          </p:cNvPr>
          <p:cNvSpPr>
            <a:spLocks noGrp="1"/>
          </p:cNvSpPr>
          <p:nvPr>
            <p:ph type="sldNum" sz="quarter" idx="10"/>
          </p:nvPr>
        </p:nvSpPr>
        <p:spPr/>
        <p:txBody>
          <a:bodyPr/>
          <a:lstStyle/>
          <a:p>
            <a:fld id="{579786E7-EDAB-724E-B5AE-1BDD6B8AC677}" type="slidenum">
              <a:rPr lang="en-US" smtClean="0"/>
              <a:pPr/>
              <a:t>16</a:t>
            </a:fld>
            <a:endParaRPr lang="en-US"/>
          </a:p>
        </p:txBody>
      </p:sp>
    </p:spTree>
    <p:extLst>
      <p:ext uri="{BB962C8B-B14F-4D97-AF65-F5344CB8AC3E}">
        <p14:creationId xmlns:p14="http://schemas.microsoft.com/office/powerpoint/2010/main" val="401883444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3.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4.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5.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6.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7.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8.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9.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0.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1.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2.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3.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4.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5.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6.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27.jp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27.jp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28.jp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9.jpe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9.jpe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30.jpe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30.jpeg"/><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31.jpeg"/><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31.jpeg"/><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4.jpg"/><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5.jpg"/><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6.jpg"/><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7.jpg"/><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8.jpeg"/><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9.jpeg"/><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0.jpeg"/><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1.jpeg"/><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2.jpeg"/><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3.jpeg"/><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4.jpeg"/><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5.jpeg"/><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6.jpeg"/><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7.jpeg"/><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8.jpeg"/><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9.jpeg"/><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0.jpeg"/><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1.jpeg"/><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2.jpeg"/><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3.jpeg"/><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4.jpeg"/><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5.jpeg"/><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6.jpeg"/><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32.jpg"/><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32.jpg"/><Relationship Id="rId1" Type="http://schemas.openxmlformats.org/officeDocument/2006/relationships/slideMaster" Target="../slideMasters/slideMaster2.xml"/></Relationships>
</file>

<file path=ppt/slideLayouts/_rels/slideLayout7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33.jpeg"/><Relationship Id="rId1" Type="http://schemas.openxmlformats.org/officeDocument/2006/relationships/slideMaster" Target="../slideMasters/slideMaster2.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0.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2.xml"/></Relationships>
</file>

<file path=ppt/slideLayouts/_rels/slideLayout91.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2.xml"/></Relationships>
</file>

<file path=ppt/slideLayouts/_rels/slideLayout9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9.jpeg"/><Relationship Id="rId1" Type="http://schemas.openxmlformats.org/officeDocument/2006/relationships/slideMaster" Target="../slideMasters/slideMaster2.xml"/></Relationships>
</file>

<file path=ppt/slideLayouts/_rels/slideLayout9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9.jpeg"/><Relationship Id="rId1" Type="http://schemas.openxmlformats.org/officeDocument/2006/relationships/slideMaster" Target="../slideMasters/slideMaster2.xml"/></Relationships>
</file>

<file path=ppt/slideLayouts/_rels/slideLayout9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30.jpeg"/><Relationship Id="rId1" Type="http://schemas.openxmlformats.org/officeDocument/2006/relationships/slideMaster" Target="../slideMasters/slideMaster2.xml"/></Relationships>
</file>

<file path=ppt/slideLayouts/_rels/slideLayout9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30.jpeg"/><Relationship Id="rId1" Type="http://schemas.openxmlformats.org/officeDocument/2006/relationships/slideMaster" Target="../slideMasters/slideMaster2.xml"/></Relationships>
</file>

<file path=ppt/slideLayouts/_rels/slideLayout96.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31.jpeg"/><Relationship Id="rId1" Type="http://schemas.openxmlformats.org/officeDocument/2006/relationships/slideMaster" Target="../slideMasters/slideMaster2.xml"/></Relationships>
</file>

<file path=ppt/slideLayouts/_rels/slideLayout97.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31.jpe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26_Section Divider slide">
    <p:bg>
      <p:bgPr>
        <a:solidFill>
          <a:schemeClr val="tx1"/>
        </a:solidFill>
        <a:effectLst/>
      </p:bgPr>
    </p:bg>
    <p:spTree>
      <p:nvGrpSpPr>
        <p:cNvPr id="1" name=""/>
        <p:cNvGrpSpPr/>
        <p:nvPr/>
      </p:nvGrpSpPr>
      <p:grpSpPr>
        <a:xfrm>
          <a:off x="0" y="0"/>
          <a:ext cx="0" cy="0"/>
          <a:chOff x="0" y="0"/>
          <a:chExt cx="0" cy="0"/>
        </a:xfrm>
      </p:grpSpPr>
      <p:pic>
        <p:nvPicPr>
          <p:cNvPr id="19" name="Picture 18">
            <a:extLst>
              <a:ext uri="{FF2B5EF4-FFF2-40B4-BE49-F238E27FC236}">
                <a16:creationId xmlns:a16="http://schemas.microsoft.com/office/drawing/2014/main" id="{E7F0CCD5-1073-94D8-28C7-67498686579A}"/>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EBA5CBF-D6E1-B78D-F819-958659F344AC}"/>
              </a:ext>
            </a:extLst>
          </p:cNvPr>
          <p:cNvSpPr>
            <a:spLocks noGrp="1"/>
          </p:cNvSpPr>
          <p:nvPr>
            <p:ph type="title" hasCustomPrompt="1"/>
          </p:nvPr>
        </p:nvSpPr>
        <p:spPr>
          <a:xfrm>
            <a:off x="360679" y="1510375"/>
            <a:ext cx="5733288"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3" name="Subtitle 2">
            <a:extLst>
              <a:ext uri="{FF2B5EF4-FFF2-40B4-BE49-F238E27FC236}">
                <a16:creationId xmlns:a16="http://schemas.microsoft.com/office/drawing/2014/main" id="{B1C6E3DC-972F-62B3-9E08-06619B001237}"/>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 Placeholder 28">
            <a:extLst>
              <a:ext uri="{FF2B5EF4-FFF2-40B4-BE49-F238E27FC236}">
                <a16:creationId xmlns:a16="http://schemas.microsoft.com/office/drawing/2014/main" id="{AB8FC761-48C1-0B41-C76D-7ED7EE5C1EA7}"/>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5" name="Text Placeholder 28">
            <a:extLst>
              <a:ext uri="{FF2B5EF4-FFF2-40B4-BE49-F238E27FC236}">
                <a16:creationId xmlns:a16="http://schemas.microsoft.com/office/drawing/2014/main" id="{5CF4A44A-4298-863E-FC69-36B0A1E251CA}"/>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6" name="TextBox 26">
            <a:extLst>
              <a:ext uri="{FF2B5EF4-FFF2-40B4-BE49-F238E27FC236}">
                <a16:creationId xmlns:a16="http://schemas.microsoft.com/office/drawing/2014/main" id="{5FD91979-AA2E-D861-9691-AEC93BBC9635}"/>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8" name="TextBox 20">
            <a:extLst>
              <a:ext uri="{FF2B5EF4-FFF2-40B4-BE49-F238E27FC236}">
                <a16:creationId xmlns:a16="http://schemas.microsoft.com/office/drawing/2014/main" id="{3F69861B-E0D0-9572-3879-5F969D0E21FC}"/>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7" name="Picture 11">
            <a:extLst>
              <a:ext uri="{FF2B5EF4-FFF2-40B4-BE49-F238E27FC236}">
                <a16:creationId xmlns:a16="http://schemas.microsoft.com/office/drawing/2014/main" id="{DE710A64-B222-9BC9-9110-2AF30A60018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86009548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30_Section Divider slide">
    <p:bg>
      <p:bgPr>
        <a:solidFill>
          <a:schemeClr val="tx1"/>
        </a:solid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02875089-8DBF-BF70-386D-8491626AECE3}"/>
              </a:ext>
            </a:extLst>
          </p:cNvPr>
          <p:cNvPicPr>
            <a:picLocks noChangeAspect="1"/>
          </p:cNvPicPr>
          <p:nvPr userDrawn="1"/>
        </p:nvPicPr>
        <p:blipFill>
          <a:blip r:embed="rId2"/>
          <a:srcRect/>
          <a:stretch/>
        </p:blipFill>
        <p:spPr>
          <a:xfrm>
            <a:off x="-2033" y="0"/>
            <a:ext cx="12192000" cy="6858000"/>
          </a:xfrm>
          <a:prstGeom prst="rect">
            <a:avLst/>
          </a:prstGeom>
        </p:spPr>
      </p:pic>
      <p:sp>
        <p:nvSpPr>
          <p:cNvPr id="2" name="Title 1">
            <a:extLst>
              <a:ext uri="{FF2B5EF4-FFF2-40B4-BE49-F238E27FC236}">
                <a16:creationId xmlns:a16="http://schemas.microsoft.com/office/drawing/2014/main" id="{DEBA5CBF-D6E1-B78D-F819-958659F344AC}"/>
              </a:ext>
            </a:extLst>
          </p:cNvPr>
          <p:cNvSpPr>
            <a:spLocks noGrp="1"/>
          </p:cNvSpPr>
          <p:nvPr>
            <p:ph type="title" hasCustomPrompt="1"/>
          </p:nvPr>
        </p:nvSpPr>
        <p:spPr>
          <a:xfrm>
            <a:off x="360679" y="1510375"/>
            <a:ext cx="5733288"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3" name="Subtitle 2">
            <a:extLst>
              <a:ext uri="{FF2B5EF4-FFF2-40B4-BE49-F238E27FC236}">
                <a16:creationId xmlns:a16="http://schemas.microsoft.com/office/drawing/2014/main" id="{B1C6E3DC-972F-62B3-9E08-06619B001237}"/>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 Placeholder 28">
            <a:extLst>
              <a:ext uri="{FF2B5EF4-FFF2-40B4-BE49-F238E27FC236}">
                <a16:creationId xmlns:a16="http://schemas.microsoft.com/office/drawing/2014/main" id="{AB8FC761-48C1-0B41-C76D-7ED7EE5C1EA7}"/>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5" name="Text Placeholder 28">
            <a:extLst>
              <a:ext uri="{FF2B5EF4-FFF2-40B4-BE49-F238E27FC236}">
                <a16:creationId xmlns:a16="http://schemas.microsoft.com/office/drawing/2014/main" id="{5CF4A44A-4298-863E-FC69-36B0A1E251CA}"/>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6" name="TextBox 26">
            <a:extLst>
              <a:ext uri="{FF2B5EF4-FFF2-40B4-BE49-F238E27FC236}">
                <a16:creationId xmlns:a16="http://schemas.microsoft.com/office/drawing/2014/main" id="{5FD91979-AA2E-D861-9691-AEC93BBC9635}"/>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8" name="TextBox 20">
            <a:extLst>
              <a:ext uri="{FF2B5EF4-FFF2-40B4-BE49-F238E27FC236}">
                <a16:creationId xmlns:a16="http://schemas.microsoft.com/office/drawing/2014/main" id="{3F69861B-E0D0-9572-3879-5F969D0E21FC}"/>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7" name="Picture 11">
            <a:extLst>
              <a:ext uri="{FF2B5EF4-FFF2-40B4-BE49-F238E27FC236}">
                <a16:creationId xmlns:a16="http://schemas.microsoft.com/office/drawing/2014/main" id="{DE710A64-B222-9BC9-9110-2AF30A60018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8857675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28_Section Divider slide">
    <p:bg>
      <p:bgPr>
        <a:solidFill>
          <a:schemeClr val="tx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024DF13C-CEF9-9574-2804-C3448105D35D}"/>
              </a:ext>
            </a:extLst>
          </p:cNvPr>
          <p:cNvPicPr>
            <a:picLocks noChangeAspect="1"/>
          </p:cNvPicPr>
          <p:nvPr userDrawn="1"/>
        </p:nvPicPr>
        <p:blipFill>
          <a:blip r:embed="rId2"/>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EBA5CBF-D6E1-B78D-F819-958659F344AC}"/>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tx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3" name="Subtitle 2">
            <a:extLst>
              <a:ext uri="{FF2B5EF4-FFF2-40B4-BE49-F238E27FC236}">
                <a16:creationId xmlns:a16="http://schemas.microsoft.com/office/drawing/2014/main" id="{B1C6E3DC-972F-62B3-9E08-06619B001237}"/>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tx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 Placeholder 28">
            <a:extLst>
              <a:ext uri="{FF2B5EF4-FFF2-40B4-BE49-F238E27FC236}">
                <a16:creationId xmlns:a16="http://schemas.microsoft.com/office/drawing/2014/main" id="{AB8FC761-48C1-0B41-C76D-7ED7EE5C1EA7}"/>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tx1"/>
                </a:solidFill>
              </a:defRPr>
            </a:lvl1pPr>
          </a:lstStyle>
          <a:p>
            <a:pPr lvl="0"/>
            <a:r>
              <a:rPr lang="en-US" dirty="0"/>
              <a:t>Date</a:t>
            </a:r>
          </a:p>
        </p:txBody>
      </p:sp>
      <p:sp>
        <p:nvSpPr>
          <p:cNvPr id="5" name="Text Placeholder 28">
            <a:extLst>
              <a:ext uri="{FF2B5EF4-FFF2-40B4-BE49-F238E27FC236}">
                <a16:creationId xmlns:a16="http://schemas.microsoft.com/office/drawing/2014/main" id="{5CF4A44A-4298-863E-FC69-36B0A1E251CA}"/>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tx1"/>
                </a:solidFill>
              </a:defRPr>
            </a:lvl1pPr>
          </a:lstStyle>
          <a:p>
            <a:pPr lvl="0"/>
            <a:r>
              <a:rPr lang="en-US" dirty="0"/>
              <a:t>Author Name</a:t>
            </a:r>
          </a:p>
        </p:txBody>
      </p:sp>
      <p:sp>
        <p:nvSpPr>
          <p:cNvPr id="6" name="TextBox 26">
            <a:extLst>
              <a:ext uri="{FF2B5EF4-FFF2-40B4-BE49-F238E27FC236}">
                <a16:creationId xmlns:a16="http://schemas.microsoft.com/office/drawing/2014/main" id="{5FD91979-AA2E-D861-9691-AEC93BBC9635}"/>
              </a:ext>
            </a:extLst>
          </p:cNvPr>
          <p:cNvSpPr txBox="1">
            <a:spLocks noChangeArrowheads="1"/>
          </p:cNvSpPr>
          <p:nvPr/>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tx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tx1"/>
              </a:solidFill>
              <a:latin typeface="Arial" panose="020B0604020202020204" pitchFamily="34" charset="0"/>
              <a:cs typeface="Arial" panose="020B0604020202020204" pitchFamily="34" charset="0"/>
            </a:endParaRPr>
          </a:p>
        </p:txBody>
      </p:sp>
      <p:sp>
        <p:nvSpPr>
          <p:cNvPr id="8" name="TextBox 20">
            <a:extLst>
              <a:ext uri="{FF2B5EF4-FFF2-40B4-BE49-F238E27FC236}">
                <a16:creationId xmlns:a16="http://schemas.microsoft.com/office/drawing/2014/main" id="{3F69861B-E0D0-9572-3879-5F969D0E21FC}"/>
              </a:ext>
            </a:extLst>
          </p:cNvPr>
          <p:cNvSpPr txBox="1">
            <a:spLocks noChangeArrowheads="1"/>
          </p:cNvSpPr>
          <p:nvPr/>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tx1">
                    <a:alpha val="50199"/>
                  </a:schemeClr>
                </a:solidFill>
                <a:latin typeface="Arial" panose="020B0604020202020204" pitchFamily="34" charset="0"/>
                <a:cs typeface="Arial" panose="020B0604020202020204" pitchFamily="34" charset="0"/>
              </a:rPr>
              <a:t>© 2026 Arm</a:t>
            </a:r>
          </a:p>
        </p:txBody>
      </p:sp>
      <p:pic>
        <p:nvPicPr>
          <p:cNvPr id="10" name="Picture 8">
            <a:extLst>
              <a:ext uri="{FF2B5EF4-FFF2-40B4-BE49-F238E27FC236}">
                <a16:creationId xmlns:a16="http://schemas.microsoft.com/office/drawing/2014/main" id="{418B7164-E5EA-9C91-E9A0-19002D802CE5}"/>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52354" y="344745"/>
            <a:ext cx="1129053" cy="344457"/>
          </a:xfrm>
          <a:prstGeom prst="rect">
            <a:avLst/>
          </a:prstGeom>
        </p:spPr>
      </p:pic>
    </p:spTree>
    <p:extLst>
      <p:ext uri="{BB962C8B-B14F-4D97-AF65-F5344CB8AC3E}">
        <p14:creationId xmlns:p14="http://schemas.microsoft.com/office/powerpoint/2010/main" val="90808838"/>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27_Section Divider slide">
    <p:bg>
      <p:bgPr>
        <a:solidFill>
          <a:schemeClr val="tx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E3FC792F-A7B3-821E-36A6-EB6D93EA6DF1}"/>
              </a:ext>
            </a:extLst>
          </p:cNvPr>
          <p:cNvPicPr>
            <a:picLocks noChangeAspect="1"/>
          </p:cNvPicPr>
          <p:nvPr userDrawn="1"/>
        </p:nvPicPr>
        <p:blipFill>
          <a:blip r:embed="rId2"/>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EBA5CBF-D6E1-B78D-F819-958659F344AC}"/>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3" name="Subtitle 2">
            <a:extLst>
              <a:ext uri="{FF2B5EF4-FFF2-40B4-BE49-F238E27FC236}">
                <a16:creationId xmlns:a16="http://schemas.microsoft.com/office/drawing/2014/main" id="{B1C6E3DC-972F-62B3-9E08-06619B001237}"/>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 Placeholder 28">
            <a:extLst>
              <a:ext uri="{FF2B5EF4-FFF2-40B4-BE49-F238E27FC236}">
                <a16:creationId xmlns:a16="http://schemas.microsoft.com/office/drawing/2014/main" id="{AB8FC761-48C1-0B41-C76D-7ED7EE5C1EA7}"/>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5" name="Text Placeholder 28">
            <a:extLst>
              <a:ext uri="{FF2B5EF4-FFF2-40B4-BE49-F238E27FC236}">
                <a16:creationId xmlns:a16="http://schemas.microsoft.com/office/drawing/2014/main" id="{5CF4A44A-4298-863E-FC69-36B0A1E251CA}"/>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6" name="TextBox 26">
            <a:extLst>
              <a:ext uri="{FF2B5EF4-FFF2-40B4-BE49-F238E27FC236}">
                <a16:creationId xmlns:a16="http://schemas.microsoft.com/office/drawing/2014/main" id="{5FD91979-AA2E-D861-9691-AEC93BBC9635}"/>
              </a:ext>
            </a:extLst>
          </p:cNvPr>
          <p:cNvSpPr txBox="1">
            <a:spLocks noChangeArrowheads="1"/>
          </p:cNvSpPr>
          <p:nvPr/>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8" name="TextBox 20">
            <a:extLst>
              <a:ext uri="{FF2B5EF4-FFF2-40B4-BE49-F238E27FC236}">
                <a16:creationId xmlns:a16="http://schemas.microsoft.com/office/drawing/2014/main" id="{3F69861B-E0D0-9572-3879-5F969D0E21FC}"/>
              </a:ext>
            </a:extLst>
          </p:cNvPr>
          <p:cNvSpPr txBox="1">
            <a:spLocks noChangeArrowheads="1"/>
          </p:cNvSpPr>
          <p:nvPr/>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10" name="Picture 11">
            <a:extLst>
              <a:ext uri="{FF2B5EF4-FFF2-40B4-BE49-F238E27FC236}">
                <a16:creationId xmlns:a16="http://schemas.microsoft.com/office/drawing/2014/main" id="{22297E79-97F4-1585-D38D-67BDFC5E0B66}"/>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869884844"/>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29_Section Divider slide">
    <p:bg>
      <p:bgPr>
        <a:solidFill>
          <a:schemeClr val="tx1"/>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37F3A66E-D5B4-DFA6-6451-02ACAFE8DA5F}"/>
              </a:ext>
            </a:extLst>
          </p:cNvPr>
          <p:cNvPicPr>
            <a:picLocks noChangeAspect="1"/>
          </p:cNvPicPr>
          <p:nvPr userDrawn="1"/>
        </p:nvPicPr>
        <p:blipFill>
          <a:blip r:embed="rId2"/>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EBA5CBF-D6E1-B78D-F819-958659F344AC}"/>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tx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3" name="Subtitle 2">
            <a:extLst>
              <a:ext uri="{FF2B5EF4-FFF2-40B4-BE49-F238E27FC236}">
                <a16:creationId xmlns:a16="http://schemas.microsoft.com/office/drawing/2014/main" id="{B1C6E3DC-972F-62B3-9E08-06619B001237}"/>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tx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 Placeholder 28">
            <a:extLst>
              <a:ext uri="{FF2B5EF4-FFF2-40B4-BE49-F238E27FC236}">
                <a16:creationId xmlns:a16="http://schemas.microsoft.com/office/drawing/2014/main" id="{AB8FC761-48C1-0B41-C76D-7ED7EE5C1EA7}"/>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tx1"/>
                </a:solidFill>
              </a:defRPr>
            </a:lvl1pPr>
          </a:lstStyle>
          <a:p>
            <a:pPr lvl="0"/>
            <a:r>
              <a:rPr lang="en-US" dirty="0"/>
              <a:t>Date</a:t>
            </a:r>
          </a:p>
        </p:txBody>
      </p:sp>
      <p:sp>
        <p:nvSpPr>
          <p:cNvPr id="5" name="Text Placeholder 28">
            <a:extLst>
              <a:ext uri="{FF2B5EF4-FFF2-40B4-BE49-F238E27FC236}">
                <a16:creationId xmlns:a16="http://schemas.microsoft.com/office/drawing/2014/main" id="{5CF4A44A-4298-863E-FC69-36B0A1E251CA}"/>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tx1"/>
                </a:solidFill>
              </a:defRPr>
            </a:lvl1pPr>
          </a:lstStyle>
          <a:p>
            <a:pPr lvl="0"/>
            <a:r>
              <a:rPr lang="en-US" dirty="0"/>
              <a:t>Author Name</a:t>
            </a:r>
          </a:p>
        </p:txBody>
      </p:sp>
      <p:sp>
        <p:nvSpPr>
          <p:cNvPr id="6" name="TextBox 26">
            <a:extLst>
              <a:ext uri="{FF2B5EF4-FFF2-40B4-BE49-F238E27FC236}">
                <a16:creationId xmlns:a16="http://schemas.microsoft.com/office/drawing/2014/main" id="{5FD91979-AA2E-D861-9691-AEC93BBC9635}"/>
              </a:ext>
            </a:extLst>
          </p:cNvPr>
          <p:cNvSpPr txBox="1">
            <a:spLocks noChangeArrowheads="1"/>
          </p:cNvSpPr>
          <p:nvPr/>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tx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tx1"/>
              </a:solidFill>
              <a:latin typeface="Arial" panose="020B0604020202020204" pitchFamily="34" charset="0"/>
              <a:cs typeface="Arial" panose="020B0604020202020204" pitchFamily="34" charset="0"/>
            </a:endParaRPr>
          </a:p>
        </p:txBody>
      </p:sp>
      <p:sp>
        <p:nvSpPr>
          <p:cNvPr id="8" name="TextBox 20">
            <a:extLst>
              <a:ext uri="{FF2B5EF4-FFF2-40B4-BE49-F238E27FC236}">
                <a16:creationId xmlns:a16="http://schemas.microsoft.com/office/drawing/2014/main" id="{3F69861B-E0D0-9572-3879-5F969D0E21FC}"/>
              </a:ext>
            </a:extLst>
          </p:cNvPr>
          <p:cNvSpPr txBox="1">
            <a:spLocks noChangeArrowheads="1"/>
          </p:cNvSpPr>
          <p:nvPr/>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tx1">
                    <a:alpha val="50199"/>
                  </a:schemeClr>
                </a:solidFill>
                <a:latin typeface="Arial" panose="020B0604020202020204" pitchFamily="34" charset="0"/>
                <a:cs typeface="Arial" panose="020B0604020202020204" pitchFamily="34" charset="0"/>
              </a:rPr>
              <a:t>© 2026 Arm</a:t>
            </a:r>
          </a:p>
        </p:txBody>
      </p:sp>
      <p:pic>
        <p:nvPicPr>
          <p:cNvPr id="9" name="Picture 8">
            <a:extLst>
              <a:ext uri="{FF2B5EF4-FFF2-40B4-BE49-F238E27FC236}">
                <a16:creationId xmlns:a16="http://schemas.microsoft.com/office/drawing/2014/main" id="{06ED33B3-4B78-19CD-65F6-BAA6CF6F4641}"/>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52354" y="344745"/>
            <a:ext cx="1129053" cy="344457"/>
          </a:xfrm>
          <a:prstGeom prst="rect">
            <a:avLst/>
          </a:prstGeom>
        </p:spPr>
      </p:pic>
    </p:spTree>
    <p:extLst>
      <p:ext uri="{BB962C8B-B14F-4D97-AF65-F5344CB8AC3E}">
        <p14:creationId xmlns:p14="http://schemas.microsoft.com/office/powerpoint/2010/main" val="3316112518"/>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32_Section Divider slide">
    <p:bg>
      <p:bgPr>
        <a:solidFill>
          <a:schemeClr val="tx1"/>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66A81FF7-E763-22B8-522E-FAAF0699113D}"/>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1"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18838607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33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141C572-1862-64A0-36E2-042BB9179064}"/>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0"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1068327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34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141C572-1862-64A0-36E2-042BB9179064}"/>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0"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6270851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35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141C572-1862-64A0-36E2-042BB9179064}"/>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0"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1415606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37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141C572-1862-64A0-36E2-042BB9179064}"/>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0"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4415403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39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141C572-1862-64A0-36E2-042BB9179064}"/>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0"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88688358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38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9B487E68-0D82-9A6F-B651-0019486C7557}"/>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21849" y="12290"/>
            <a:ext cx="12170151" cy="6845709"/>
          </a:xfrm>
          <a:prstGeom prst="rect">
            <a:avLst/>
          </a:prstGeom>
          <a:ln>
            <a:noFill/>
          </a:ln>
        </p:spPr>
      </p:pic>
      <p:sp>
        <p:nvSpPr>
          <p:cNvPr id="14" name="Title 1">
            <a:extLst>
              <a:ext uri="{FF2B5EF4-FFF2-40B4-BE49-F238E27FC236}">
                <a16:creationId xmlns:a16="http://schemas.microsoft.com/office/drawing/2014/main" id="{3681F2EE-6D24-E8DA-17C4-280BF969E6FA}"/>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E433D4AE-C938-4475-1111-CFECCD470A4F}"/>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94364BEC-6A70-1C90-94CE-09EBDEE0450B}"/>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2738029B-26DC-25E5-A32A-D7DCE80A168D}"/>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96C2A433-44A7-23A9-CEE4-37555C138D5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4828785E-8EB7-E5C1-D9EB-531D14B538CE}"/>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AA9277FD-4E65-8B2C-3CA2-5892E1658C86}"/>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
        <p:nvSpPr>
          <p:cNvPr id="4" name="TextBox 3">
            <a:extLst>
              <a:ext uri="{FF2B5EF4-FFF2-40B4-BE49-F238E27FC236}">
                <a16:creationId xmlns:a16="http://schemas.microsoft.com/office/drawing/2014/main" id="{3C42CC49-4DC0-356B-8D0D-915AB83F0CBB}"/>
              </a:ext>
            </a:extLst>
          </p:cNvPr>
          <p:cNvSpPr txBox="1">
            <a:spLocks noChangeArrowheads="1"/>
          </p:cNvSpPr>
          <p:nvPr userDrawn="1"/>
        </p:nvSpPr>
        <p:spPr bwMode="auto">
          <a:xfrm rot="16200000">
            <a:off x="11473681" y="6255668"/>
            <a:ext cx="1167204"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US" sz="800" b="0" i="0" kern="1200" dirty="0">
                <a:solidFill>
                  <a:schemeClr val="bg1">
                    <a:alpha val="40000"/>
                  </a:schemeClr>
                </a:solidFill>
                <a:effectLst/>
                <a:latin typeface="Arial" panose="020B0604020202020204" pitchFamily="34" charset="0"/>
                <a:ea typeface="ＭＳ Ｐゴシック" charset="-128"/>
                <a:cs typeface="Arial" panose="020B0604020202020204" pitchFamily="34" charset="0"/>
              </a:rPr>
              <a:t>*AI-generated image</a:t>
            </a:r>
            <a:endParaRPr lang="en-GB" altLang="en-US" sz="800" b="0" i="0" dirty="0">
              <a:solidFill>
                <a:schemeClr val="bg1">
                  <a:alpha val="4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65135780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36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8B4BDED-79C0-A2BE-E93D-93E6D0A018BD}"/>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24" y="12288"/>
            <a:ext cx="12170152" cy="6845710"/>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1" name="TextBox 26">
            <a:extLst>
              <a:ext uri="{FF2B5EF4-FFF2-40B4-BE49-F238E27FC236}">
                <a16:creationId xmlns:a16="http://schemas.microsoft.com/office/drawing/2014/main" id="{58D99759-E104-0D75-C1DB-0A9A0C25A474}"/>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E4E6591A-AC04-6138-7360-1E12248FAD64}"/>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6F8770C2-A68E-3EDF-2B41-11181D29DFB9}"/>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
        <p:nvSpPr>
          <p:cNvPr id="8" name="TextBox 7">
            <a:extLst>
              <a:ext uri="{FF2B5EF4-FFF2-40B4-BE49-F238E27FC236}">
                <a16:creationId xmlns:a16="http://schemas.microsoft.com/office/drawing/2014/main" id="{F6974697-6E30-7188-CE5B-022BA66424C8}"/>
              </a:ext>
            </a:extLst>
          </p:cNvPr>
          <p:cNvSpPr txBox="1">
            <a:spLocks noChangeArrowheads="1"/>
          </p:cNvSpPr>
          <p:nvPr userDrawn="1"/>
        </p:nvSpPr>
        <p:spPr bwMode="auto">
          <a:xfrm rot="16200000">
            <a:off x="11473681" y="6255668"/>
            <a:ext cx="1167204"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US" sz="800" b="0" i="0" kern="1200" dirty="0">
                <a:solidFill>
                  <a:schemeClr val="bg1">
                    <a:alpha val="40000"/>
                  </a:schemeClr>
                </a:solidFill>
                <a:effectLst/>
                <a:latin typeface="Arial" panose="020B0604020202020204" pitchFamily="34" charset="0"/>
                <a:ea typeface="ＭＳ Ｐゴシック" charset="-128"/>
                <a:cs typeface="Arial" panose="020B0604020202020204" pitchFamily="34" charset="0"/>
              </a:rPr>
              <a:t>*AI-generated image</a:t>
            </a:r>
            <a:endParaRPr lang="en-GB" altLang="en-US" sz="800" b="0" i="0" dirty="0">
              <a:solidFill>
                <a:schemeClr val="bg1">
                  <a:alpha val="4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82450574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41_Section Divider slide">
    <p:bg>
      <p:bgPr>
        <a:solidFill>
          <a:schemeClr val="tx1"/>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E26A59A6-B0BB-7A8E-4E98-559764C4F745}"/>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1"/>
            <a:ext cx="12192000" cy="6858000"/>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1" name="TextBox 26">
            <a:extLst>
              <a:ext uri="{FF2B5EF4-FFF2-40B4-BE49-F238E27FC236}">
                <a16:creationId xmlns:a16="http://schemas.microsoft.com/office/drawing/2014/main" id="{58D99759-E104-0D75-C1DB-0A9A0C25A474}"/>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E4E6591A-AC04-6138-7360-1E12248FAD64}"/>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55FBD7D0-0C6A-C886-5241-C80C35E26157}"/>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130171764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42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E7E189B-5C82-F523-047C-1F954333DBBD}"/>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1" name="TextBox 26">
            <a:extLst>
              <a:ext uri="{FF2B5EF4-FFF2-40B4-BE49-F238E27FC236}">
                <a16:creationId xmlns:a16="http://schemas.microsoft.com/office/drawing/2014/main" id="{58D99759-E104-0D75-C1DB-0A9A0C25A474}"/>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E4E6591A-AC04-6138-7360-1E12248FAD64}"/>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7319B784-3C1F-F656-AB32-0EEEF44092CB}"/>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300811407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46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E7E189B-5C82-F523-047C-1F954333DBBD}"/>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1" name="TextBox 26">
            <a:extLst>
              <a:ext uri="{FF2B5EF4-FFF2-40B4-BE49-F238E27FC236}">
                <a16:creationId xmlns:a16="http://schemas.microsoft.com/office/drawing/2014/main" id="{58D99759-E104-0D75-C1DB-0A9A0C25A474}"/>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E4E6591A-AC04-6138-7360-1E12248FAD64}"/>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7319B784-3C1F-F656-AB32-0EEEF44092CB}"/>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353282341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40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12C9A28-D66F-7747-1E74-38C1961657A2}"/>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2" y="7805"/>
            <a:ext cx="12178136" cy="6850202"/>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247756B6-0DE2-04ED-A0F2-F2FBF5F56172}"/>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81256854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44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0C51FEE-E9D9-FD3A-44B4-5BF3F05123E0}"/>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2" y="7805"/>
            <a:ext cx="12178135" cy="6850201"/>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247756B6-0DE2-04ED-A0F2-F2FBF5F56172}"/>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
        <p:nvSpPr>
          <p:cNvPr id="2" name="TextBox 1">
            <a:extLst>
              <a:ext uri="{FF2B5EF4-FFF2-40B4-BE49-F238E27FC236}">
                <a16:creationId xmlns:a16="http://schemas.microsoft.com/office/drawing/2014/main" id="{39253B43-87A1-138E-C81E-1193F265B437}"/>
              </a:ext>
            </a:extLst>
          </p:cNvPr>
          <p:cNvSpPr txBox="1">
            <a:spLocks noChangeArrowheads="1"/>
          </p:cNvSpPr>
          <p:nvPr userDrawn="1"/>
        </p:nvSpPr>
        <p:spPr bwMode="auto">
          <a:xfrm rot="16200000">
            <a:off x="11473681" y="6255668"/>
            <a:ext cx="1167204"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US" sz="800" b="0" i="0" kern="1200" dirty="0">
                <a:solidFill>
                  <a:schemeClr val="bg1">
                    <a:alpha val="60000"/>
                  </a:schemeClr>
                </a:solidFill>
                <a:effectLst/>
                <a:latin typeface="Arial" panose="020B0604020202020204" pitchFamily="34" charset="0"/>
                <a:ea typeface="ＭＳ Ｐゴシック" charset="-128"/>
                <a:cs typeface="Arial" panose="020B0604020202020204" pitchFamily="34" charset="0"/>
              </a:rPr>
              <a:t>*AI-generated image</a:t>
            </a:r>
            <a:endParaRPr lang="en-GB" altLang="en-US" sz="800" b="0" i="0" dirty="0">
              <a:solidFill>
                <a:schemeClr val="bg1">
                  <a:alpha val="6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63699600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43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CC6B28A-4523-72C0-1D84-8F985DDFB9A6}"/>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5" y="7799"/>
            <a:ext cx="12178135" cy="6850201"/>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418006068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49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12C9A28-D66F-7747-1E74-38C1961657A2}"/>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3" y="7797"/>
            <a:ext cx="12178135" cy="6850200"/>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122016241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45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4410528-5DE0-BCDB-2734-6C14ABC9EEFF}"/>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3" y="7797"/>
            <a:ext cx="12178135" cy="6850200"/>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69800898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47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4410528-5DE0-BCDB-2734-6C14ABC9EEFF}"/>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4" y="7797"/>
            <a:ext cx="12178133" cy="6850200"/>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10583895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48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4410528-5DE0-BCDB-2734-6C14ABC9EEFF}"/>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4" y="7797"/>
            <a:ext cx="12178133" cy="6850199"/>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4778224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50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DE71259-6D93-7A57-DFE3-ABAC4C0F7727}"/>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70" y="7802"/>
            <a:ext cx="12178129" cy="6850198"/>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accent6"/>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accent6"/>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accent6">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152652469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11_Section Divider slide">
    <p:bg>
      <p:bgPr>
        <a:solidFill>
          <a:schemeClr val="accent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5707A330-9574-FF87-EA8A-044AA15C75C4}"/>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9" name="Title 1">
            <a:extLst>
              <a:ext uri="{FF2B5EF4-FFF2-40B4-BE49-F238E27FC236}">
                <a16:creationId xmlns:a16="http://schemas.microsoft.com/office/drawing/2014/main" id="{F6CC56AD-D686-63C5-BB2B-518B630FEDB5}"/>
              </a:ext>
            </a:extLst>
          </p:cNvPr>
          <p:cNvSpPr>
            <a:spLocks noGrp="1"/>
          </p:cNvSpPr>
          <p:nvPr>
            <p:ph type="title" hasCustomPrompt="1"/>
          </p:nvPr>
        </p:nvSpPr>
        <p:spPr>
          <a:xfrm>
            <a:off x="6096000" y="3429000"/>
            <a:ext cx="5761037" cy="2067993"/>
          </a:xfrm>
        </p:spPr>
        <p:txBody>
          <a:bodyPr anchor="t" anchorCtr="0"/>
          <a:lstStyle>
            <a:lvl1pPr algn="l">
              <a:lnSpc>
                <a:spcPct val="85000"/>
              </a:lnSpc>
              <a:defRPr sz="4000" b="0" spc="-100" baseline="0">
                <a:solidFill>
                  <a:schemeClr val="tx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0" name="Subtitle 2">
            <a:extLst>
              <a:ext uri="{FF2B5EF4-FFF2-40B4-BE49-F238E27FC236}">
                <a16:creationId xmlns:a16="http://schemas.microsoft.com/office/drawing/2014/main" id="{7AF4665F-72C8-35D6-B739-29F9B634F223}"/>
              </a:ext>
            </a:extLst>
          </p:cNvPr>
          <p:cNvSpPr>
            <a:spLocks noGrp="1"/>
          </p:cNvSpPr>
          <p:nvPr>
            <p:ph type="subTitle" idx="1" hasCustomPrompt="1"/>
          </p:nvPr>
        </p:nvSpPr>
        <p:spPr>
          <a:xfrm>
            <a:off x="6096000" y="5521072"/>
            <a:ext cx="5761037"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tx1"/>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2" name="TextBox 26">
            <a:extLst>
              <a:ext uri="{FF2B5EF4-FFF2-40B4-BE49-F238E27FC236}">
                <a16:creationId xmlns:a16="http://schemas.microsoft.com/office/drawing/2014/main" id="{BB9A4980-8130-ECF6-18D2-66F6B69AA999}"/>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tx1">
                    <a:alpha val="50000"/>
                  </a:schemeClr>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tx1">
                  <a:alpha val="50000"/>
                </a:schemeClr>
              </a:solidFill>
              <a:latin typeface="Arial" panose="020B0604020202020204" pitchFamily="34" charset="0"/>
              <a:cs typeface="Arial" panose="020B0604020202020204" pitchFamily="34" charset="0"/>
            </a:endParaRPr>
          </a:p>
        </p:txBody>
      </p:sp>
      <p:sp>
        <p:nvSpPr>
          <p:cNvPr id="3" name="TextBox 20">
            <a:extLst>
              <a:ext uri="{FF2B5EF4-FFF2-40B4-BE49-F238E27FC236}">
                <a16:creationId xmlns:a16="http://schemas.microsoft.com/office/drawing/2014/main" id="{CBE749A6-B33A-E319-7094-1F262F5C1BCF}"/>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tx1">
                    <a:alpha val="50000"/>
                  </a:schemeClr>
                </a:solidFill>
                <a:latin typeface="Arial" panose="020B0604020202020204" pitchFamily="34" charset="0"/>
                <a:cs typeface="Arial" panose="020B0604020202020204" pitchFamily="34" charset="0"/>
              </a:rPr>
              <a:t>© 2026 Arm</a:t>
            </a:r>
          </a:p>
        </p:txBody>
      </p:sp>
      <p:pic>
        <p:nvPicPr>
          <p:cNvPr id="4" name="Picture 7">
            <a:extLst>
              <a:ext uri="{FF2B5EF4-FFF2-40B4-BE49-F238E27FC236}">
                <a16:creationId xmlns:a16="http://schemas.microsoft.com/office/drawing/2014/main" id="{8A6819F6-EEDC-C38C-C107-C11BFE4E375A}"/>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4" y="6526498"/>
            <a:ext cx="506921" cy="154654"/>
          </a:xfrm>
          <a:prstGeom prst="rect">
            <a:avLst/>
          </a:prstGeom>
        </p:spPr>
      </p:pic>
    </p:spTree>
    <p:extLst>
      <p:ext uri="{BB962C8B-B14F-4D97-AF65-F5344CB8AC3E}">
        <p14:creationId xmlns:p14="http://schemas.microsoft.com/office/powerpoint/2010/main" val="337893178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19_Section Divider slide">
    <p:bg>
      <p:bgPr>
        <a:solidFill>
          <a:schemeClr val="accent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A28C8ED8-22CD-1018-E1D1-5407D41CCF8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6" name="Title 1">
            <a:extLst>
              <a:ext uri="{FF2B5EF4-FFF2-40B4-BE49-F238E27FC236}">
                <a16:creationId xmlns:a16="http://schemas.microsoft.com/office/drawing/2014/main" id="{66A6BA01-5647-C911-2D6F-EA1B5776D3D4}"/>
              </a:ext>
            </a:extLst>
          </p:cNvPr>
          <p:cNvSpPr>
            <a:spLocks noGrp="1"/>
          </p:cNvSpPr>
          <p:nvPr>
            <p:ph type="title" hasCustomPrompt="1"/>
          </p:nvPr>
        </p:nvSpPr>
        <p:spPr>
          <a:xfrm>
            <a:off x="334963" y="3429000"/>
            <a:ext cx="5151437" cy="2067993"/>
          </a:xfrm>
        </p:spPr>
        <p:txBody>
          <a:bodyPr anchor="t" anchorCtr="0"/>
          <a:lstStyle>
            <a:lvl1pPr algn="l">
              <a:lnSpc>
                <a:spcPct val="85000"/>
              </a:lnSpc>
              <a:defRPr sz="4000" b="0" spc="-100" baseline="0">
                <a:solidFill>
                  <a:schemeClr val="tx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8" name="Subtitle 2">
            <a:extLst>
              <a:ext uri="{FF2B5EF4-FFF2-40B4-BE49-F238E27FC236}">
                <a16:creationId xmlns:a16="http://schemas.microsoft.com/office/drawing/2014/main" id="{64FD42E4-6767-D4AE-8D21-E0B19801A4AC}"/>
              </a:ext>
            </a:extLst>
          </p:cNvPr>
          <p:cNvSpPr>
            <a:spLocks noGrp="1"/>
          </p:cNvSpPr>
          <p:nvPr>
            <p:ph type="subTitle" idx="1" hasCustomPrompt="1"/>
          </p:nvPr>
        </p:nvSpPr>
        <p:spPr>
          <a:xfrm>
            <a:off x="334963" y="5521072"/>
            <a:ext cx="5151437" cy="292988"/>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tx1"/>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Picture Placeholder 3">
            <a:extLst>
              <a:ext uri="{FF2B5EF4-FFF2-40B4-BE49-F238E27FC236}">
                <a16:creationId xmlns:a16="http://schemas.microsoft.com/office/drawing/2014/main" id="{031DFDF6-9085-6EAC-DBD9-835D60E90488}"/>
              </a:ext>
            </a:extLst>
          </p:cNvPr>
          <p:cNvSpPr>
            <a:spLocks noGrp="1"/>
          </p:cNvSpPr>
          <p:nvPr>
            <p:ph type="pic" sz="quarter" idx="11"/>
          </p:nvPr>
        </p:nvSpPr>
        <p:spPr>
          <a:xfrm>
            <a:off x="6096002" y="1"/>
            <a:ext cx="6095999" cy="6857999"/>
          </a:xfrm>
          <a:custGeom>
            <a:avLst/>
            <a:gdLst>
              <a:gd name="connsiteX0" fmla="*/ 2621816 w 6095999"/>
              <a:gd name="connsiteY0" fmla="*/ 0 h 6857999"/>
              <a:gd name="connsiteX1" fmla="*/ 6095999 w 6095999"/>
              <a:gd name="connsiteY1" fmla="*/ 0 h 6857999"/>
              <a:gd name="connsiteX2" fmla="*/ 6095999 w 6095999"/>
              <a:gd name="connsiteY2" fmla="*/ 6857999 h 6857999"/>
              <a:gd name="connsiteX3" fmla="*/ 282366 w 6095999"/>
              <a:gd name="connsiteY3" fmla="*/ 6857999 h 6857999"/>
              <a:gd name="connsiteX4" fmla="*/ 274899 w 6095999"/>
              <a:gd name="connsiteY4" fmla="*/ 6835933 h 6857999"/>
              <a:gd name="connsiteX5" fmla="*/ 0 w 6095999"/>
              <a:gd name="connsiteY5" fmla="*/ 5017647 h 6857999"/>
              <a:gd name="connsiteX6" fmla="*/ 2456125 w 6095999"/>
              <a:gd name="connsiteY6" fmla="*/ 117826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95999" h="6857999">
                <a:moveTo>
                  <a:pt x="2621816" y="0"/>
                </a:moveTo>
                <a:lnTo>
                  <a:pt x="6095999" y="0"/>
                </a:lnTo>
                <a:lnTo>
                  <a:pt x="6095999" y="6857999"/>
                </a:lnTo>
                <a:lnTo>
                  <a:pt x="282366" y="6857999"/>
                </a:lnTo>
                <a:lnTo>
                  <a:pt x="274899" y="6835933"/>
                </a:lnTo>
                <a:cubicBezTo>
                  <a:pt x="96244" y="6261537"/>
                  <a:pt x="0" y="5650832"/>
                  <a:pt x="0" y="5017647"/>
                </a:cubicBezTo>
                <a:cubicBezTo>
                  <a:pt x="0" y="3012563"/>
                  <a:pt x="965106" y="1232891"/>
                  <a:pt x="2456125" y="117826"/>
                </a:cubicBezTo>
                <a:close/>
              </a:path>
            </a:pathLst>
          </a:custGeom>
          <a:solidFill>
            <a:schemeClr val="bg1"/>
          </a:solidFill>
        </p:spPr>
        <p:txBody>
          <a:bodyPr wrap="square" anchor="ctr">
            <a:noAutofit/>
          </a:bodyPr>
          <a:lstStyle>
            <a:lvl1pPr marL="0" indent="0" algn="ctr">
              <a:buNone/>
              <a:defRPr/>
            </a:lvl1pPr>
          </a:lstStyle>
          <a:p>
            <a:r>
              <a:rPr lang="en-US"/>
              <a:t>Click icon to add picture</a:t>
            </a:r>
            <a:endParaRPr lang="en-US" dirty="0"/>
          </a:p>
        </p:txBody>
      </p:sp>
      <p:sp>
        <p:nvSpPr>
          <p:cNvPr id="2" name="TextBox 20">
            <a:extLst>
              <a:ext uri="{FF2B5EF4-FFF2-40B4-BE49-F238E27FC236}">
                <a16:creationId xmlns:a16="http://schemas.microsoft.com/office/drawing/2014/main" id="{E02835C5-4DEE-70B9-50F4-79DDD2F54673}"/>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tx1">
                    <a:alpha val="50199"/>
                  </a:schemeClr>
                </a:solidFill>
                <a:latin typeface="Arial" panose="020B0604020202020204" pitchFamily="34" charset="0"/>
                <a:cs typeface="Arial" panose="020B0604020202020204" pitchFamily="34" charset="0"/>
              </a:rPr>
              <a:t>© 2026 Arm</a:t>
            </a:r>
          </a:p>
        </p:txBody>
      </p:sp>
      <p:pic>
        <p:nvPicPr>
          <p:cNvPr id="3" name="Picture 7">
            <a:extLst>
              <a:ext uri="{FF2B5EF4-FFF2-40B4-BE49-F238E27FC236}">
                <a16:creationId xmlns:a16="http://schemas.microsoft.com/office/drawing/2014/main" id="{39F638EC-9D7E-A74B-4785-315ADB13162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4" y="6526498"/>
            <a:ext cx="506921" cy="154654"/>
          </a:xfrm>
          <a:prstGeom prst="rect">
            <a:avLst/>
          </a:prstGeom>
        </p:spPr>
      </p:pic>
    </p:spTree>
    <p:extLst>
      <p:ext uri="{BB962C8B-B14F-4D97-AF65-F5344CB8AC3E}">
        <p14:creationId xmlns:p14="http://schemas.microsoft.com/office/powerpoint/2010/main" val="283230696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13_Section Divider slide">
    <p:bg>
      <p:bgPr>
        <a:solidFill>
          <a:schemeClr val="accent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B5452530-8D0F-E4EB-D435-CBF6876024E7}"/>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11" name="Title 1">
            <a:extLst>
              <a:ext uri="{FF2B5EF4-FFF2-40B4-BE49-F238E27FC236}">
                <a16:creationId xmlns:a16="http://schemas.microsoft.com/office/drawing/2014/main" id="{DFDC1D25-6FCB-8092-1FCC-26E803925C6E}"/>
              </a:ext>
            </a:extLst>
          </p:cNvPr>
          <p:cNvSpPr>
            <a:spLocks noGrp="1"/>
          </p:cNvSpPr>
          <p:nvPr>
            <p:ph type="title" hasCustomPrompt="1"/>
          </p:nvPr>
        </p:nvSpPr>
        <p:spPr>
          <a:xfrm>
            <a:off x="334963" y="3429000"/>
            <a:ext cx="5151437" cy="2067993"/>
          </a:xfrm>
        </p:spPr>
        <p:txBody>
          <a:bodyPr anchor="t" anchorCtr="0"/>
          <a:lstStyle>
            <a:lvl1pPr algn="l">
              <a:lnSpc>
                <a:spcPct val="85000"/>
              </a:lnSpc>
              <a:defRPr sz="4000" b="0" spc="-100" baseline="0">
                <a:solidFill>
                  <a:schemeClr val="tx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3" name="Subtitle 2">
            <a:extLst>
              <a:ext uri="{FF2B5EF4-FFF2-40B4-BE49-F238E27FC236}">
                <a16:creationId xmlns:a16="http://schemas.microsoft.com/office/drawing/2014/main" id="{69E6ED46-B083-9C27-8B6F-DD34AFF90CEF}"/>
              </a:ext>
            </a:extLst>
          </p:cNvPr>
          <p:cNvSpPr>
            <a:spLocks noGrp="1"/>
          </p:cNvSpPr>
          <p:nvPr>
            <p:ph type="subTitle" idx="1" hasCustomPrompt="1"/>
          </p:nvPr>
        </p:nvSpPr>
        <p:spPr>
          <a:xfrm>
            <a:off x="334963" y="5521072"/>
            <a:ext cx="5151437" cy="292988"/>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tx1"/>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Box 26">
            <a:extLst>
              <a:ext uri="{FF2B5EF4-FFF2-40B4-BE49-F238E27FC236}">
                <a16:creationId xmlns:a16="http://schemas.microsoft.com/office/drawing/2014/main" id="{E028FDAC-A9BD-F631-C307-851E93DC74EA}"/>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tx1">
                    <a:alpha val="50000"/>
                  </a:schemeClr>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tx1">
                  <a:alpha val="50000"/>
                </a:schemeClr>
              </a:solidFill>
              <a:latin typeface="Arial" panose="020B0604020202020204" pitchFamily="34" charset="0"/>
              <a:cs typeface="Arial" panose="020B0604020202020204" pitchFamily="34" charset="0"/>
            </a:endParaRPr>
          </a:p>
        </p:txBody>
      </p:sp>
      <p:sp>
        <p:nvSpPr>
          <p:cNvPr id="6" name="TextBox 20">
            <a:extLst>
              <a:ext uri="{FF2B5EF4-FFF2-40B4-BE49-F238E27FC236}">
                <a16:creationId xmlns:a16="http://schemas.microsoft.com/office/drawing/2014/main" id="{0E59B338-4397-5596-94B2-7E7477079AE8}"/>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tx1">
                    <a:alpha val="50000"/>
                  </a:schemeClr>
                </a:solidFill>
                <a:latin typeface="Arial" panose="020B0604020202020204" pitchFamily="34" charset="0"/>
                <a:cs typeface="Arial" panose="020B0604020202020204" pitchFamily="34" charset="0"/>
              </a:rPr>
              <a:t>© 2026 Arm</a:t>
            </a:r>
          </a:p>
        </p:txBody>
      </p:sp>
      <p:pic>
        <p:nvPicPr>
          <p:cNvPr id="3" name="Picture 7">
            <a:extLst>
              <a:ext uri="{FF2B5EF4-FFF2-40B4-BE49-F238E27FC236}">
                <a16:creationId xmlns:a16="http://schemas.microsoft.com/office/drawing/2014/main" id="{FF83C744-7BD8-D7EB-B6B2-25C60AFEFBBA}"/>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4" y="6526498"/>
            <a:ext cx="506921" cy="154654"/>
          </a:xfrm>
          <a:prstGeom prst="rect">
            <a:avLst/>
          </a:prstGeom>
        </p:spPr>
      </p:pic>
    </p:spTree>
    <p:extLst>
      <p:ext uri="{BB962C8B-B14F-4D97-AF65-F5344CB8AC3E}">
        <p14:creationId xmlns:p14="http://schemas.microsoft.com/office/powerpoint/2010/main" val="241137796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1 column slid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34962" y="333375"/>
            <a:ext cx="11522073" cy="527685"/>
          </a:xfrm>
        </p:spPr>
        <p:txBody>
          <a:bodyPr anchor="t"/>
          <a:lstStyle>
            <a:lvl1pPr>
              <a:defRPr sz="3000" b="0">
                <a:solidFill>
                  <a:schemeClr val="tx1"/>
                </a:solidFill>
              </a:defRPr>
            </a:lvl1pPr>
          </a:lstStyle>
          <a:p>
            <a:r>
              <a:rPr lang="en-US" dirty="0"/>
              <a:t>Click to edit title style</a:t>
            </a:r>
          </a:p>
        </p:txBody>
      </p:sp>
      <p:sp>
        <p:nvSpPr>
          <p:cNvPr id="4" name="Text Placeholder 2"/>
          <p:cNvSpPr>
            <a:spLocks noGrp="1"/>
          </p:cNvSpPr>
          <p:nvPr>
            <p:ph idx="1" hasCustomPrompt="1"/>
          </p:nvPr>
        </p:nvSpPr>
        <p:spPr>
          <a:xfrm>
            <a:off x="334963" y="952036"/>
            <a:ext cx="11522074" cy="5212544"/>
          </a:xfrm>
          <a:prstGeom prst="rect">
            <a:avLst/>
          </a:prstGeo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672783" indent="-166688">
              <a:lnSpc>
                <a:spcPct val="100000"/>
              </a:lnSpc>
              <a:spcAft>
                <a:spcPts val="0"/>
              </a:spcAft>
              <a:buClr>
                <a:srgbClr val="6E2FF1"/>
              </a:buClr>
              <a:buFont typeface="Arial" panose="020B0604020202020204" pitchFamily="34" charset="0"/>
              <a:buChar char="•"/>
              <a:defRPr sz="1800">
                <a:solidFill>
                  <a:schemeClr val="tx1"/>
                </a:solidFill>
              </a:defRPr>
            </a:lvl2pPr>
            <a:lvl3pPr marL="947103" indent="-166688">
              <a:lnSpc>
                <a:spcPct val="100000"/>
              </a:lnSpc>
              <a:spcAft>
                <a:spcPts val="0"/>
              </a:spcAft>
              <a:buClr>
                <a:srgbClr val="6E2FF1"/>
              </a:buClr>
              <a:buFont typeface="Arial" panose="020B0604020202020204" pitchFamily="34" charset="0"/>
              <a:buChar char="•"/>
              <a:defRPr sz="1600">
                <a:solidFill>
                  <a:schemeClr val="tx1"/>
                </a:solidFill>
              </a:defRPr>
            </a:lvl3pPr>
            <a:lvl4pPr marL="1293178" indent="-173038">
              <a:lnSpc>
                <a:spcPct val="100000"/>
              </a:lnSpc>
              <a:spcAft>
                <a:spcPts val="0"/>
              </a:spcAft>
              <a:buClr>
                <a:srgbClr val="6E2FF1"/>
              </a:buClr>
              <a:buFont typeface="Arial" panose="020B0604020202020204" pitchFamily="34" charset="0"/>
              <a:buChar char="•"/>
              <a:defRPr sz="1600">
                <a:solidFill>
                  <a:schemeClr val="tx1"/>
                </a:solidFill>
              </a:defRPr>
            </a:lvl4pPr>
            <a:lvl5pPr marL="1518603" indent="-168275">
              <a:lnSpc>
                <a:spcPct val="100000"/>
              </a:lnSpc>
              <a:spcAft>
                <a:spcPts val="0"/>
              </a:spcAft>
              <a:buClr>
                <a:srgbClr val="6E2FF1"/>
              </a:buClr>
              <a:buFont typeface="Arial" panose="020B0604020202020204" pitchFamily="34" charset="0"/>
              <a:buChar char="•"/>
              <a:defRPr sz="1600">
                <a:solidFill>
                  <a:schemeClr val="tx1"/>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noProof="0" dirty="0"/>
              <a:t>Click to edit text styles with top-level bullet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Tree>
    <p:extLst>
      <p:ext uri="{BB962C8B-B14F-4D97-AF65-F5344CB8AC3E}">
        <p14:creationId xmlns:p14="http://schemas.microsoft.com/office/powerpoint/2010/main" val="211325039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1 column slide w/ Sub">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34963" y="333375"/>
            <a:ext cx="11233150" cy="451869"/>
          </a:xfrm>
        </p:spPr>
        <p:txBody>
          <a:bodyPr anchor="t"/>
          <a:lstStyle>
            <a:lvl1pPr>
              <a:defRPr sz="3000">
                <a:solidFill>
                  <a:schemeClr val="tx1"/>
                </a:solidFill>
              </a:defRPr>
            </a:lvl1pPr>
          </a:lstStyle>
          <a:p>
            <a:r>
              <a:rPr lang="en-US" dirty="0"/>
              <a:t>Click to edit title style</a:t>
            </a:r>
          </a:p>
        </p:txBody>
      </p:sp>
      <p:sp>
        <p:nvSpPr>
          <p:cNvPr id="44" name="Text Placeholder 43"/>
          <p:cNvSpPr>
            <a:spLocks noGrp="1"/>
          </p:cNvSpPr>
          <p:nvPr>
            <p:ph type="body" sz="quarter" idx="13" hasCustomPrompt="1"/>
          </p:nvPr>
        </p:nvSpPr>
        <p:spPr>
          <a:xfrm>
            <a:off x="334963" y="785244"/>
            <a:ext cx="11233150" cy="344488"/>
          </a:xfrm>
        </p:spPr>
        <p:txBody>
          <a:bodyPr/>
          <a:lstStyle>
            <a:lvl1pPr marL="0" indent="0">
              <a:buNone/>
              <a:defRPr lang="en-US" sz="2200">
                <a:solidFill>
                  <a:srgbClr val="7233F7"/>
                </a:solidFill>
              </a:defRPr>
            </a:lvl1pPr>
          </a:lstStyle>
          <a:p>
            <a:pPr lvl="0"/>
            <a:r>
              <a:rPr lang="en-US" dirty="0"/>
              <a:t>Click to edit text styles</a:t>
            </a:r>
          </a:p>
        </p:txBody>
      </p:sp>
      <p:sp>
        <p:nvSpPr>
          <p:cNvPr id="7" name="Text Placeholder 2"/>
          <p:cNvSpPr>
            <a:spLocks noGrp="1"/>
          </p:cNvSpPr>
          <p:nvPr>
            <p:ph idx="1" hasCustomPrompt="1"/>
          </p:nvPr>
        </p:nvSpPr>
        <p:spPr>
          <a:xfrm>
            <a:off x="334962" y="1333362"/>
            <a:ext cx="11522075" cy="4937898"/>
          </a:xfrm>
          <a:prstGeom prst="rect">
            <a:avLst/>
          </a:prstGeo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4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sz="2000">
                <a:solidFill>
                  <a:schemeClr val="tx1"/>
                </a:solidFill>
              </a:defRPr>
            </a:lvl2pPr>
            <a:lvl3pPr marL="855663" indent="-166688">
              <a:lnSpc>
                <a:spcPct val="100000"/>
              </a:lnSpc>
              <a:spcAft>
                <a:spcPts val="0"/>
              </a:spcAft>
              <a:buClr>
                <a:srgbClr val="6E2FF1"/>
              </a:buClr>
              <a:buFont typeface="Arial" panose="020B0604020202020204" pitchFamily="34" charset="0"/>
              <a:buChar char="•"/>
              <a:defRPr>
                <a:solidFill>
                  <a:schemeClr val="tx1"/>
                </a:solidFill>
              </a:defRPr>
            </a:lvl3pPr>
            <a:lvl4pPr marL="1201738" indent="-173038">
              <a:lnSpc>
                <a:spcPct val="100000"/>
              </a:lnSpc>
              <a:spcAft>
                <a:spcPts val="0"/>
              </a:spcAft>
              <a:buClr>
                <a:srgbClr val="6E2FF1"/>
              </a:buClr>
              <a:buFont typeface="Arial" panose="020B0604020202020204" pitchFamily="34" charset="0"/>
              <a:buChar char="•"/>
              <a:defRPr>
                <a:solidFill>
                  <a:schemeClr val="tx1"/>
                </a:solidFill>
              </a:defRPr>
            </a:lvl4pPr>
            <a:lvl5pPr marL="1427163" indent="-168275">
              <a:lnSpc>
                <a:spcPct val="100000"/>
              </a:lnSpc>
              <a:spcAft>
                <a:spcPts val="0"/>
              </a:spcAft>
              <a:buClr>
                <a:srgbClr val="6E2FF1"/>
              </a:buClr>
              <a:buFont typeface="Arial" panose="020B0604020202020204" pitchFamily="34" charset="0"/>
              <a:buChar char="•"/>
              <a:defRPr>
                <a:solidFill>
                  <a:schemeClr val="tx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04775040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2 column slide ">
    <p:spTree>
      <p:nvGrpSpPr>
        <p:cNvPr id="1" name=""/>
        <p:cNvGrpSpPr/>
        <p:nvPr/>
      </p:nvGrpSpPr>
      <p:grpSpPr>
        <a:xfrm>
          <a:off x="0" y="0"/>
          <a:ext cx="0" cy="0"/>
          <a:chOff x="0" y="0"/>
          <a:chExt cx="0" cy="0"/>
        </a:xfrm>
      </p:grpSpPr>
      <p:sp>
        <p:nvSpPr>
          <p:cNvPr id="4" name="Content Placeholder 3"/>
          <p:cNvSpPr>
            <a:spLocks noGrp="1"/>
          </p:cNvSpPr>
          <p:nvPr>
            <p:ph sz="quarter" idx="19" hasCustomPrompt="1"/>
          </p:nvPr>
        </p:nvSpPr>
        <p:spPr>
          <a:xfrm>
            <a:off x="341681" y="2202443"/>
            <a:ext cx="5515504" cy="3933245"/>
          </a:xfrm>
        </p:spPr>
        <p:txBody>
          <a:bodyPr/>
          <a:lstStyle>
            <a:lvl1pPr marL="342900" indent="-342900" algn="l">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581343" indent="-166688" algn="l">
              <a:lnSpc>
                <a:spcPct val="100000"/>
              </a:lnSpc>
              <a:spcAft>
                <a:spcPts val="0"/>
              </a:spcAft>
              <a:buClr>
                <a:srgbClr val="6E2FF1"/>
              </a:buClr>
              <a:buFont typeface="Arial" panose="020B0604020202020204" pitchFamily="34" charset="0"/>
              <a:buChar char="•"/>
              <a:defRPr>
                <a:solidFill>
                  <a:schemeClr val="tx1"/>
                </a:solidFill>
              </a:defRPr>
            </a:lvl2pPr>
            <a:lvl3pPr marL="947103" indent="-166688" algn="l">
              <a:lnSpc>
                <a:spcPct val="100000"/>
              </a:lnSpc>
              <a:spcAft>
                <a:spcPts val="0"/>
              </a:spcAft>
              <a:buClr>
                <a:srgbClr val="6E2FF1"/>
              </a:buClr>
              <a:buFont typeface="Arial" panose="020B0604020202020204" pitchFamily="34" charset="0"/>
              <a:buChar char="•"/>
              <a:defRPr>
                <a:solidFill>
                  <a:schemeClr val="tx1"/>
                </a:solidFill>
              </a:defRPr>
            </a:lvl3pPr>
            <a:lvl4pPr marL="1293178" indent="-173038" algn="l">
              <a:lnSpc>
                <a:spcPct val="100000"/>
              </a:lnSpc>
              <a:spcAft>
                <a:spcPts val="0"/>
              </a:spcAft>
              <a:buClr>
                <a:srgbClr val="6E2FF1"/>
              </a:buClr>
              <a:buFont typeface="Arial" panose="020B0604020202020204" pitchFamily="34" charset="0"/>
              <a:buChar char="•"/>
              <a:defRPr>
                <a:solidFill>
                  <a:schemeClr val="tx1"/>
                </a:solidFill>
              </a:defRPr>
            </a:lvl4pPr>
            <a:lvl5pPr marL="1518603" indent="-168275" algn="l">
              <a:lnSpc>
                <a:spcPct val="100000"/>
              </a:lnSpc>
              <a:spcAft>
                <a:spcPts val="0"/>
              </a:spcAft>
              <a:buClr>
                <a:srgbClr val="6E2FF1"/>
              </a:buClr>
              <a:buFont typeface="Arial" panose="020B0604020202020204" pitchFamily="34" charset="0"/>
              <a:buChar char="•"/>
              <a:defRPr>
                <a:solidFill>
                  <a:schemeClr val="tx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3"/>
          <p:cNvSpPr>
            <a:spLocks noGrp="1"/>
          </p:cNvSpPr>
          <p:nvPr>
            <p:ph sz="quarter" idx="21" hasCustomPrompt="1"/>
          </p:nvPr>
        </p:nvSpPr>
        <p:spPr>
          <a:xfrm>
            <a:off x="6339946" y="2202442"/>
            <a:ext cx="5517085" cy="3933246"/>
          </a:xfr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a:solidFill>
                  <a:schemeClr val="tx1"/>
                </a:solidFill>
              </a:defRPr>
            </a:lvl2pPr>
            <a:lvl3pPr marL="947103" indent="-166688">
              <a:lnSpc>
                <a:spcPct val="100000"/>
              </a:lnSpc>
              <a:spcAft>
                <a:spcPts val="0"/>
              </a:spcAft>
              <a:buClr>
                <a:srgbClr val="6E2FF1"/>
              </a:buClr>
              <a:buFont typeface="Arial" panose="020B0604020202020204" pitchFamily="34" charset="0"/>
              <a:buChar char="•"/>
              <a:defRPr>
                <a:solidFill>
                  <a:schemeClr val="tx1"/>
                </a:solidFill>
              </a:defRPr>
            </a:lvl3pPr>
            <a:lvl4pPr marL="1293178" indent="-173038">
              <a:lnSpc>
                <a:spcPct val="100000"/>
              </a:lnSpc>
              <a:spcAft>
                <a:spcPts val="0"/>
              </a:spcAft>
              <a:buClr>
                <a:srgbClr val="6E2FF1"/>
              </a:buClr>
              <a:buFont typeface="Arial" panose="020B0604020202020204" pitchFamily="34" charset="0"/>
              <a:buChar char="•"/>
              <a:defRPr>
                <a:solidFill>
                  <a:schemeClr val="tx1"/>
                </a:solidFill>
              </a:defRPr>
            </a:lvl4pPr>
            <a:lvl5pPr marL="1518603" indent="-168275">
              <a:lnSpc>
                <a:spcPct val="100000"/>
              </a:lnSpc>
              <a:spcAft>
                <a:spcPts val="0"/>
              </a:spcAft>
              <a:buClr>
                <a:srgbClr val="6E2FF1"/>
              </a:buClr>
              <a:buFont typeface="Arial" panose="020B0604020202020204" pitchFamily="34" charset="0"/>
              <a:buChar char="•"/>
              <a:defRPr>
                <a:solidFill>
                  <a:schemeClr val="tx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itle 1">
            <a:extLst>
              <a:ext uri="{FF2B5EF4-FFF2-40B4-BE49-F238E27FC236}">
                <a16:creationId xmlns:a16="http://schemas.microsoft.com/office/drawing/2014/main" id="{D67EC98B-3D70-F06A-BE88-1F7285E8B79F}"/>
              </a:ext>
            </a:extLst>
          </p:cNvPr>
          <p:cNvSpPr>
            <a:spLocks noGrp="1"/>
          </p:cNvSpPr>
          <p:nvPr>
            <p:ph type="title" hasCustomPrompt="1"/>
          </p:nvPr>
        </p:nvSpPr>
        <p:spPr>
          <a:xfrm>
            <a:off x="334963" y="333375"/>
            <a:ext cx="11233150" cy="451869"/>
          </a:xfrm>
        </p:spPr>
        <p:txBody>
          <a:bodyPr anchor="t"/>
          <a:lstStyle>
            <a:lvl1pPr>
              <a:defRPr sz="3000">
                <a:solidFill>
                  <a:schemeClr val="tx1"/>
                </a:solidFill>
              </a:defRPr>
            </a:lvl1pPr>
          </a:lstStyle>
          <a:p>
            <a:r>
              <a:rPr lang="en-US" dirty="0"/>
              <a:t>Click to edit title style</a:t>
            </a:r>
          </a:p>
        </p:txBody>
      </p:sp>
      <p:sp>
        <p:nvSpPr>
          <p:cNvPr id="5" name="Text Placeholder 43">
            <a:extLst>
              <a:ext uri="{FF2B5EF4-FFF2-40B4-BE49-F238E27FC236}">
                <a16:creationId xmlns:a16="http://schemas.microsoft.com/office/drawing/2014/main" id="{8E224E82-2A38-C155-7A0E-F9FC190DD607}"/>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chemeClr val="tx2"/>
                </a:solidFill>
              </a:defRPr>
            </a:lvl1pPr>
          </a:lstStyle>
          <a:p>
            <a:pPr lvl="0"/>
            <a:r>
              <a:rPr lang="en-US" dirty="0"/>
              <a:t>Click to edit text styles</a:t>
            </a:r>
          </a:p>
        </p:txBody>
      </p:sp>
      <p:sp>
        <p:nvSpPr>
          <p:cNvPr id="8" name="Text Placeholder 131">
            <a:extLst>
              <a:ext uri="{FF2B5EF4-FFF2-40B4-BE49-F238E27FC236}">
                <a16:creationId xmlns:a16="http://schemas.microsoft.com/office/drawing/2014/main" id="{6CCD66A5-721B-8D5F-614C-1ABC04648D7D}"/>
              </a:ext>
            </a:extLst>
          </p:cNvPr>
          <p:cNvSpPr>
            <a:spLocks noGrp="1"/>
          </p:cNvSpPr>
          <p:nvPr>
            <p:ph type="body" sz="quarter" idx="22" hasCustomPrompt="1"/>
          </p:nvPr>
        </p:nvSpPr>
        <p:spPr>
          <a:xfrm>
            <a:off x="6339946" y="1629286"/>
            <a:ext cx="5517092" cy="542459"/>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rgbClr val="7233F7"/>
                </a:solidFill>
              </a:defRPr>
            </a:lvl1pPr>
          </a:lstStyle>
          <a:p>
            <a:pPr lvl="0"/>
            <a:r>
              <a:rPr lang="en-US" dirty="0"/>
              <a:t>Click to edit text styles</a:t>
            </a:r>
          </a:p>
        </p:txBody>
      </p:sp>
      <p:cxnSp>
        <p:nvCxnSpPr>
          <p:cNvPr id="14" name="Straight Connector 13">
            <a:extLst>
              <a:ext uri="{FF2B5EF4-FFF2-40B4-BE49-F238E27FC236}">
                <a16:creationId xmlns:a16="http://schemas.microsoft.com/office/drawing/2014/main" id="{2E0394A6-D095-00D9-8B77-4AD8CCC347D9}"/>
              </a:ext>
            </a:extLst>
          </p:cNvPr>
          <p:cNvCxnSpPr>
            <a:cxnSpLocks/>
          </p:cNvCxnSpPr>
          <p:nvPr userDrawn="1"/>
        </p:nvCxnSpPr>
        <p:spPr>
          <a:xfrm>
            <a:off x="6096000" y="1631950"/>
            <a:ext cx="0" cy="4440604"/>
          </a:xfrm>
          <a:prstGeom prst="line">
            <a:avLst/>
          </a:prstGeom>
          <a:ln w="15875">
            <a:solidFill>
              <a:schemeClr val="bg2"/>
            </a:solidFill>
          </a:ln>
        </p:spPr>
        <p:style>
          <a:lnRef idx="1">
            <a:schemeClr val="accent1"/>
          </a:lnRef>
          <a:fillRef idx="0">
            <a:schemeClr val="accent1"/>
          </a:fillRef>
          <a:effectRef idx="0">
            <a:schemeClr val="accent1"/>
          </a:effectRef>
          <a:fontRef idx="minor">
            <a:schemeClr val="tx1"/>
          </a:fontRef>
        </p:style>
      </p:cxnSp>
      <p:sp>
        <p:nvSpPr>
          <p:cNvPr id="16" name="Text Placeholder 131">
            <a:extLst>
              <a:ext uri="{FF2B5EF4-FFF2-40B4-BE49-F238E27FC236}">
                <a16:creationId xmlns:a16="http://schemas.microsoft.com/office/drawing/2014/main" id="{43A0EBE8-A43F-DF44-9460-0F08F5820FD7}"/>
              </a:ext>
            </a:extLst>
          </p:cNvPr>
          <p:cNvSpPr>
            <a:spLocks noGrp="1"/>
          </p:cNvSpPr>
          <p:nvPr>
            <p:ph type="body" sz="quarter" idx="16" hasCustomPrompt="1"/>
          </p:nvPr>
        </p:nvSpPr>
        <p:spPr>
          <a:xfrm>
            <a:off x="341681" y="1629286"/>
            <a:ext cx="5517088" cy="542459"/>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rgbClr val="7233F7"/>
                </a:solidFill>
              </a:defRPr>
            </a:lvl1pPr>
          </a:lstStyle>
          <a:p>
            <a:pPr lvl="0"/>
            <a:r>
              <a:rPr lang="en-US" dirty="0"/>
              <a:t>Click to edit text styles</a:t>
            </a:r>
          </a:p>
        </p:txBody>
      </p:sp>
    </p:spTree>
    <p:extLst>
      <p:ext uri="{BB962C8B-B14F-4D97-AF65-F5344CB8AC3E}">
        <p14:creationId xmlns:p14="http://schemas.microsoft.com/office/powerpoint/2010/main" val="115262115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3 column slide ">
    <p:spTree>
      <p:nvGrpSpPr>
        <p:cNvPr id="1" name=""/>
        <p:cNvGrpSpPr/>
        <p:nvPr/>
      </p:nvGrpSpPr>
      <p:grpSpPr>
        <a:xfrm>
          <a:off x="0" y="0"/>
          <a:ext cx="0" cy="0"/>
          <a:chOff x="0" y="0"/>
          <a:chExt cx="0" cy="0"/>
        </a:xfrm>
      </p:grpSpPr>
      <p:sp>
        <p:nvSpPr>
          <p:cNvPr id="7" name="Text Placeholder 2"/>
          <p:cNvSpPr>
            <a:spLocks noGrp="1"/>
          </p:cNvSpPr>
          <p:nvPr userDrawn="1">
            <p:ph idx="1" hasCustomPrompt="1"/>
          </p:nvPr>
        </p:nvSpPr>
        <p:spPr>
          <a:xfrm>
            <a:off x="341681" y="2373786"/>
            <a:ext cx="3372644" cy="3685702"/>
          </a:xfrm>
          <a:prstGeom prst="rect">
            <a:avLst/>
          </a:prstGeo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18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sz="1600">
                <a:solidFill>
                  <a:schemeClr val="tx1"/>
                </a:solidFill>
              </a:defRPr>
            </a:lvl2pPr>
            <a:lvl3pPr>
              <a:defRPr>
                <a:solidFill>
                  <a:srgbClr val="383838"/>
                </a:solidFill>
              </a:defRPr>
            </a:lvl3pPr>
            <a:lvl4pPr>
              <a:defRPr>
                <a:solidFill>
                  <a:srgbClr val="383838"/>
                </a:solidFill>
              </a:defRPr>
            </a:lvl4pPr>
            <a:lvl5pPr>
              <a:defRPr>
                <a:solidFill>
                  <a:srgbClr val="383838"/>
                </a:solidFill>
              </a:defRPr>
            </a:lvl5pPr>
          </a:lstStyle>
          <a:p>
            <a:pPr lvl="0"/>
            <a:r>
              <a:rPr lang="en-US" dirty="0"/>
              <a:t>Click to edit text styles</a:t>
            </a:r>
          </a:p>
          <a:p>
            <a:pPr lvl="1"/>
            <a:r>
              <a:rPr lang="en-US" dirty="0"/>
              <a:t>Second level</a:t>
            </a:r>
          </a:p>
        </p:txBody>
      </p:sp>
      <p:sp>
        <p:nvSpPr>
          <p:cNvPr id="13" name="Text Placeholder 2"/>
          <p:cNvSpPr>
            <a:spLocks noGrp="1"/>
          </p:cNvSpPr>
          <p:nvPr userDrawn="1">
            <p:ph idx="17" hasCustomPrompt="1"/>
          </p:nvPr>
        </p:nvSpPr>
        <p:spPr>
          <a:xfrm>
            <a:off x="4416359" y="2373786"/>
            <a:ext cx="3359281" cy="3685702"/>
          </a:xfrm>
          <a:prstGeom prst="rect">
            <a:avLst/>
          </a:prstGeo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18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sz="1600">
                <a:solidFill>
                  <a:schemeClr val="tx1"/>
                </a:solidFill>
              </a:defRPr>
            </a:lvl2pPr>
          </a:lstStyle>
          <a:p>
            <a:pPr lvl="0"/>
            <a:r>
              <a:rPr lang="en-US" dirty="0"/>
              <a:t>Click to edit text styles</a:t>
            </a:r>
          </a:p>
          <a:p>
            <a:pPr lvl="1"/>
            <a:r>
              <a:rPr lang="en-US" dirty="0"/>
              <a:t>Second level</a:t>
            </a:r>
          </a:p>
        </p:txBody>
      </p:sp>
      <p:sp>
        <p:nvSpPr>
          <p:cNvPr id="14" name="Text Placeholder 2"/>
          <p:cNvSpPr>
            <a:spLocks noGrp="1"/>
          </p:cNvSpPr>
          <p:nvPr userDrawn="1">
            <p:ph idx="18" hasCustomPrompt="1"/>
          </p:nvPr>
        </p:nvSpPr>
        <p:spPr>
          <a:xfrm>
            <a:off x="8437857" y="2373786"/>
            <a:ext cx="3412462" cy="3685702"/>
          </a:xfrm>
          <a:prstGeom prst="rect">
            <a:avLst/>
          </a:prstGeo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18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sz="1600">
                <a:solidFill>
                  <a:schemeClr val="tx1"/>
                </a:solidFill>
              </a:defRPr>
            </a:lvl2pPr>
          </a:lstStyle>
          <a:p>
            <a:pPr lvl="0"/>
            <a:r>
              <a:rPr lang="en-US" dirty="0"/>
              <a:t>Click to edit text styles</a:t>
            </a:r>
          </a:p>
          <a:p>
            <a:pPr lvl="1"/>
            <a:r>
              <a:rPr lang="en-US" dirty="0"/>
              <a:t>Second level</a:t>
            </a:r>
          </a:p>
        </p:txBody>
      </p:sp>
      <p:sp>
        <p:nvSpPr>
          <p:cNvPr id="15" name="Text Placeholder 131"/>
          <p:cNvSpPr>
            <a:spLocks noGrp="1"/>
          </p:cNvSpPr>
          <p:nvPr userDrawn="1">
            <p:ph type="body" sz="quarter" idx="19" hasCustomPrompt="1"/>
          </p:nvPr>
        </p:nvSpPr>
        <p:spPr>
          <a:xfrm>
            <a:off x="4419997" y="1629286"/>
            <a:ext cx="3359945" cy="542459"/>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rgbClr val="7233F7"/>
                </a:solidFill>
              </a:defRPr>
            </a:lvl1pPr>
          </a:lstStyle>
          <a:p>
            <a:pPr lvl="0"/>
            <a:r>
              <a:rPr lang="en-US" dirty="0"/>
              <a:t>Click to edit text styles</a:t>
            </a:r>
          </a:p>
        </p:txBody>
      </p:sp>
      <p:sp>
        <p:nvSpPr>
          <p:cNvPr id="16" name="Text Placeholder 131"/>
          <p:cNvSpPr>
            <a:spLocks noGrp="1"/>
          </p:cNvSpPr>
          <p:nvPr userDrawn="1">
            <p:ph type="body" sz="quarter" idx="20" hasCustomPrompt="1"/>
          </p:nvPr>
        </p:nvSpPr>
        <p:spPr>
          <a:xfrm>
            <a:off x="8437193" y="1629286"/>
            <a:ext cx="3413126" cy="542459"/>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rgbClr val="7233F7"/>
                </a:solidFill>
              </a:defRPr>
            </a:lvl1pPr>
          </a:lstStyle>
          <a:p>
            <a:pPr lvl="0"/>
            <a:r>
              <a:rPr lang="en-US" dirty="0"/>
              <a:t>Click to edit text styles</a:t>
            </a:r>
          </a:p>
        </p:txBody>
      </p:sp>
      <p:sp>
        <p:nvSpPr>
          <p:cNvPr id="3" name="Title 1">
            <a:extLst>
              <a:ext uri="{FF2B5EF4-FFF2-40B4-BE49-F238E27FC236}">
                <a16:creationId xmlns:a16="http://schemas.microsoft.com/office/drawing/2014/main" id="{71325FC2-3ECC-B01B-C310-C1830B3A372D}"/>
              </a:ext>
            </a:extLst>
          </p:cNvPr>
          <p:cNvSpPr>
            <a:spLocks noGrp="1"/>
          </p:cNvSpPr>
          <p:nvPr>
            <p:ph type="title" hasCustomPrompt="1"/>
          </p:nvPr>
        </p:nvSpPr>
        <p:spPr>
          <a:xfrm>
            <a:off x="334963" y="333375"/>
            <a:ext cx="11233150" cy="451869"/>
          </a:xfrm>
        </p:spPr>
        <p:txBody>
          <a:bodyPr anchor="t"/>
          <a:lstStyle>
            <a:lvl1pPr>
              <a:defRPr sz="3000">
                <a:solidFill>
                  <a:schemeClr val="tx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22E93B31-0AB7-47FF-66E3-07BAB00D4F54}"/>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chemeClr val="tx2"/>
                </a:solidFill>
              </a:defRPr>
            </a:lvl1pPr>
          </a:lstStyle>
          <a:p>
            <a:pPr lvl="0"/>
            <a:r>
              <a:rPr lang="en-US" dirty="0"/>
              <a:t>Click to edit text styles</a:t>
            </a:r>
          </a:p>
        </p:txBody>
      </p:sp>
      <p:cxnSp>
        <p:nvCxnSpPr>
          <p:cNvPr id="5" name="Straight Connector 4">
            <a:extLst>
              <a:ext uri="{FF2B5EF4-FFF2-40B4-BE49-F238E27FC236}">
                <a16:creationId xmlns:a16="http://schemas.microsoft.com/office/drawing/2014/main" id="{9D3E3585-E252-0E6D-E69C-A5E9165DADD8}"/>
              </a:ext>
            </a:extLst>
          </p:cNvPr>
          <p:cNvCxnSpPr>
            <a:cxnSpLocks/>
          </p:cNvCxnSpPr>
          <p:nvPr userDrawn="1"/>
        </p:nvCxnSpPr>
        <p:spPr>
          <a:xfrm>
            <a:off x="4068914" y="1631950"/>
            <a:ext cx="0" cy="4440604"/>
          </a:xfrm>
          <a:prstGeom prst="line">
            <a:avLst/>
          </a:prstGeom>
          <a:ln w="158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C7349C95-B06B-964D-FE16-449E0AA5F29B}"/>
              </a:ext>
            </a:extLst>
          </p:cNvPr>
          <p:cNvCxnSpPr>
            <a:cxnSpLocks/>
          </p:cNvCxnSpPr>
          <p:nvPr userDrawn="1"/>
        </p:nvCxnSpPr>
        <p:spPr>
          <a:xfrm>
            <a:off x="8130275" y="1631950"/>
            <a:ext cx="0" cy="4440604"/>
          </a:xfrm>
          <a:prstGeom prst="line">
            <a:avLst/>
          </a:prstGeom>
          <a:ln w="15875">
            <a:solidFill>
              <a:schemeClr val="bg2"/>
            </a:solidFill>
          </a:ln>
        </p:spPr>
        <p:style>
          <a:lnRef idx="1">
            <a:schemeClr val="accent1"/>
          </a:lnRef>
          <a:fillRef idx="0">
            <a:schemeClr val="accent1"/>
          </a:fillRef>
          <a:effectRef idx="0">
            <a:schemeClr val="accent1"/>
          </a:effectRef>
          <a:fontRef idx="minor">
            <a:schemeClr val="tx1"/>
          </a:fontRef>
        </p:style>
      </p:cxnSp>
      <p:sp>
        <p:nvSpPr>
          <p:cNvPr id="10" name="Text Placeholder 131">
            <a:extLst>
              <a:ext uri="{FF2B5EF4-FFF2-40B4-BE49-F238E27FC236}">
                <a16:creationId xmlns:a16="http://schemas.microsoft.com/office/drawing/2014/main" id="{7B9E0AAC-6C98-45AB-DD15-D590D4CDB68F}"/>
              </a:ext>
            </a:extLst>
          </p:cNvPr>
          <p:cNvSpPr>
            <a:spLocks noGrp="1"/>
          </p:cNvSpPr>
          <p:nvPr>
            <p:ph type="body" sz="quarter" idx="16" hasCustomPrompt="1"/>
          </p:nvPr>
        </p:nvSpPr>
        <p:spPr>
          <a:xfrm>
            <a:off x="341681" y="1629286"/>
            <a:ext cx="3372645" cy="542459"/>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rgbClr val="7233F7"/>
                </a:solidFill>
              </a:defRPr>
            </a:lvl1pPr>
          </a:lstStyle>
          <a:p>
            <a:pPr lvl="0"/>
            <a:r>
              <a:rPr lang="en-US" dirty="0"/>
              <a:t>Click to edit text styles</a:t>
            </a:r>
          </a:p>
        </p:txBody>
      </p:sp>
    </p:spTree>
    <p:extLst>
      <p:ext uri="{BB962C8B-B14F-4D97-AF65-F5344CB8AC3E}">
        <p14:creationId xmlns:p14="http://schemas.microsoft.com/office/powerpoint/2010/main" val="1200007754"/>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2_col_narrow_wide">
    <p:spTree>
      <p:nvGrpSpPr>
        <p:cNvPr id="1" name=""/>
        <p:cNvGrpSpPr/>
        <p:nvPr/>
      </p:nvGrpSpPr>
      <p:grpSpPr>
        <a:xfrm>
          <a:off x="0" y="0"/>
          <a:ext cx="0" cy="0"/>
          <a:chOff x="0" y="0"/>
          <a:chExt cx="0" cy="0"/>
        </a:xfrm>
      </p:grpSpPr>
      <p:cxnSp>
        <p:nvCxnSpPr>
          <p:cNvPr id="6" name="Straight Connector 5">
            <a:extLst>
              <a:ext uri="{FF2B5EF4-FFF2-40B4-BE49-F238E27FC236}">
                <a16:creationId xmlns:a16="http://schemas.microsoft.com/office/drawing/2014/main" id="{D505B7A5-C1F7-41D3-815C-A3728D81DBDD}"/>
              </a:ext>
            </a:extLst>
          </p:cNvPr>
          <p:cNvCxnSpPr>
            <a:cxnSpLocks/>
          </p:cNvCxnSpPr>
          <p:nvPr userDrawn="1"/>
        </p:nvCxnSpPr>
        <p:spPr>
          <a:xfrm>
            <a:off x="3224524" y="1631950"/>
            <a:ext cx="0" cy="4440604"/>
          </a:xfrm>
          <a:prstGeom prst="line">
            <a:avLst/>
          </a:prstGeom>
          <a:ln w="15875">
            <a:solidFill>
              <a:schemeClr val="bg2"/>
            </a:solidFill>
          </a:ln>
        </p:spPr>
        <p:style>
          <a:lnRef idx="1">
            <a:schemeClr val="accent1"/>
          </a:lnRef>
          <a:fillRef idx="0">
            <a:schemeClr val="accent1"/>
          </a:fillRef>
          <a:effectRef idx="0">
            <a:schemeClr val="accent1"/>
          </a:effectRef>
          <a:fontRef idx="minor">
            <a:schemeClr val="tx1"/>
          </a:fontRef>
        </p:style>
      </p:cxnSp>
      <p:sp>
        <p:nvSpPr>
          <p:cNvPr id="18" name="Text Placeholder 2"/>
          <p:cNvSpPr>
            <a:spLocks noGrp="1"/>
          </p:cNvSpPr>
          <p:nvPr>
            <p:ph idx="1" hasCustomPrompt="1"/>
          </p:nvPr>
        </p:nvSpPr>
        <p:spPr>
          <a:xfrm>
            <a:off x="338726" y="1631111"/>
            <a:ext cx="2698050" cy="4440603"/>
          </a:xfrm>
          <a:prstGeom prst="rect">
            <a:avLst/>
          </a:prstGeo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sz="1800">
                <a:solidFill>
                  <a:schemeClr val="tx1"/>
                </a:solidFill>
              </a:defRPr>
            </a:lvl2pPr>
          </a:lstStyle>
          <a:p>
            <a:pPr lvl="0"/>
            <a:r>
              <a:rPr lang="en-US" dirty="0"/>
              <a:t>Click to edit text styles</a:t>
            </a:r>
          </a:p>
          <a:p>
            <a:pPr lvl="1"/>
            <a:r>
              <a:rPr lang="en-US" dirty="0"/>
              <a:t>Second level</a:t>
            </a:r>
          </a:p>
        </p:txBody>
      </p:sp>
      <p:sp>
        <p:nvSpPr>
          <p:cNvPr id="7" name="Content Placeholder 3"/>
          <p:cNvSpPr>
            <a:spLocks noGrp="1"/>
          </p:cNvSpPr>
          <p:nvPr>
            <p:ph sz="quarter" idx="21" hasCustomPrompt="1"/>
          </p:nvPr>
        </p:nvSpPr>
        <p:spPr>
          <a:xfrm>
            <a:off x="3416035" y="1631111"/>
            <a:ext cx="8296540" cy="4440603"/>
          </a:xfr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sz="1800">
                <a:solidFill>
                  <a:schemeClr val="tx1"/>
                </a:solidFill>
              </a:defRPr>
            </a:lvl2pPr>
            <a:lvl3pPr marL="947103" indent="-166688">
              <a:lnSpc>
                <a:spcPct val="100000"/>
              </a:lnSpc>
              <a:spcAft>
                <a:spcPts val="0"/>
              </a:spcAft>
              <a:buClr>
                <a:srgbClr val="6E2FF1"/>
              </a:buClr>
              <a:buFont typeface="Arial" panose="020B0604020202020204" pitchFamily="34" charset="0"/>
              <a:buChar char="•"/>
              <a:defRPr sz="1600">
                <a:solidFill>
                  <a:schemeClr val="tx1"/>
                </a:solidFill>
              </a:defRPr>
            </a:lvl3pPr>
            <a:lvl4pPr marL="1293178" indent="-173038">
              <a:lnSpc>
                <a:spcPct val="100000"/>
              </a:lnSpc>
              <a:spcAft>
                <a:spcPts val="0"/>
              </a:spcAft>
              <a:buClr>
                <a:srgbClr val="6E2FF1"/>
              </a:buClr>
              <a:buFont typeface="Arial" panose="020B0604020202020204" pitchFamily="34" charset="0"/>
              <a:buChar char="•"/>
              <a:defRPr sz="1600">
                <a:solidFill>
                  <a:schemeClr val="tx1"/>
                </a:solidFill>
              </a:defRPr>
            </a:lvl4pPr>
            <a:lvl5pPr marL="1518603" indent="-168275">
              <a:lnSpc>
                <a:spcPct val="100000"/>
              </a:lnSpc>
              <a:spcAft>
                <a:spcPts val="0"/>
              </a:spcAft>
              <a:buClr>
                <a:srgbClr val="6E2FF1"/>
              </a:buClr>
              <a:buFont typeface="Arial" panose="020B0604020202020204" pitchFamily="34" charset="0"/>
              <a:buChar char="•"/>
              <a:defRPr sz="1600">
                <a:solidFill>
                  <a:schemeClr val="tx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itle 1">
            <a:extLst>
              <a:ext uri="{FF2B5EF4-FFF2-40B4-BE49-F238E27FC236}">
                <a16:creationId xmlns:a16="http://schemas.microsoft.com/office/drawing/2014/main" id="{E6334CFF-A979-FC9A-543A-A5B0FE053577}"/>
              </a:ext>
            </a:extLst>
          </p:cNvPr>
          <p:cNvSpPr>
            <a:spLocks noGrp="1"/>
          </p:cNvSpPr>
          <p:nvPr>
            <p:ph type="title" hasCustomPrompt="1"/>
          </p:nvPr>
        </p:nvSpPr>
        <p:spPr>
          <a:xfrm>
            <a:off x="334963" y="333375"/>
            <a:ext cx="11233150" cy="451869"/>
          </a:xfrm>
        </p:spPr>
        <p:txBody>
          <a:bodyPr anchor="t"/>
          <a:lstStyle>
            <a:lvl1pPr>
              <a:defRPr sz="3000">
                <a:solidFill>
                  <a:schemeClr val="tx1"/>
                </a:solidFill>
              </a:defRPr>
            </a:lvl1pPr>
          </a:lstStyle>
          <a:p>
            <a:r>
              <a:rPr lang="en-US" dirty="0"/>
              <a:t>Click to edit title style</a:t>
            </a:r>
          </a:p>
        </p:txBody>
      </p:sp>
      <p:sp>
        <p:nvSpPr>
          <p:cNvPr id="8" name="Text Placeholder 43">
            <a:extLst>
              <a:ext uri="{FF2B5EF4-FFF2-40B4-BE49-F238E27FC236}">
                <a16:creationId xmlns:a16="http://schemas.microsoft.com/office/drawing/2014/main" id="{EA4C3228-7E56-9E7C-C259-DA2F13238F65}"/>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rgbClr val="7233F7"/>
                </a:solidFill>
              </a:defRPr>
            </a:lvl1pPr>
          </a:lstStyle>
          <a:p>
            <a:pPr lvl="0"/>
            <a:r>
              <a:rPr lang="en-US" dirty="0"/>
              <a:t>Click to edit text styles</a:t>
            </a:r>
          </a:p>
        </p:txBody>
      </p:sp>
    </p:spTree>
    <p:extLst>
      <p:ext uri="{BB962C8B-B14F-4D97-AF65-F5344CB8AC3E}">
        <p14:creationId xmlns:p14="http://schemas.microsoft.com/office/powerpoint/2010/main" val="1462999174"/>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1_3 column slide ">
    <p:spTree>
      <p:nvGrpSpPr>
        <p:cNvPr id="1" name=""/>
        <p:cNvGrpSpPr/>
        <p:nvPr/>
      </p:nvGrpSpPr>
      <p:grpSpPr>
        <a:xfrm>
          <a:off x="0" y="0"/>
          <a:ext cx="0" cy="0"/>
          <a:chOff x="0" y="0"/>
          <a:chExt cx="0" cy="0"/>
        </a:xfrm>
      </p:grpSpPr>
      <p:sp>
        <p:nvSpPr>
          <p:cNvPr id="6" name="Content Placeholder 5"/>
          <p:cNvSpPr>
            <a:spLocks noGrp="1"/>
          </p:cNvSpPr>
          <p:nvPr>
            <p:ph sz="quarter" idx="15" hasCustomPrompt="1"/>
          </p:nvPr>
        </p:nvSpPr>
        <p:spPr>
          <a:xfrm>
            <a:off x="9182101" y="1629597"/>
            <a:ext cx="2674937" cy="4443488"/>
          </a:xfr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sz="1800">
                <a:solidFill>
                  <a:schemeClr val="tx1"/>
                </a:solidFill>
              </a:defRPr>
            </a:lvl2pPr>
          </a:lstStyle>
          <a:p>
            <a:pPr lvl="0"/>
            <a:r>
              <a:rPr lang="en-US" dirty="0"/>
              <a:t>Click to edit text styles</a:t>
            </a:r>
          </a:p>
          <a:p>
            <a:pPr lvl="1"/>
            <a:r>
              <a:rPr lang="en-US" dirty="0"/>
              <a:t>Second level</a:t>
            </a:r>
          </a:p>
        </p:txBody>
      </p:sp>
      <p:sp>
        <p:nvSpPr>
          <p:cNvPr id="8" name="Content Placeholder 3"/>
          <p:cNvSpPr>
            <a:spLocks noGrp="1"/>
          </p:cNvSpPr>
          <p:nvPr>
            <p:ph sz="quarter" idx="21" hasCustomPrompt="1"/>
          </p:nvPr>
        </p:nvSpPr>
        <p:spPr>
          <a:xfrm>
            <a:off x="341681" y="1629287"/>
            <a:ext cx="8348664" cy="4443267"/>
          </a:xfr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sz="1800">
                <a:solidFill>
                  <a:schemeClr val="tx1"/>
                </a:solidFill>
              </a:defRPr>
            </a:lvl2pPr>
            <a:lvl3pPr marL="947103" indent="-166688">
              <a:lnSpc>
                <a:spcPct val="100000"/>
              </a:lnSpc>
              <a:spcAft>
                <a:spcPts val="0"/>
              </a:spcAft>
              <a:buClr>
                <a:srgbClr val="6E2FF1"/>
              </a:buClr>
              <a:buFont typeface="Arial" panose="020B0604020202020204" pitchFamily="34" charset="0"/>
              <a:buChar char="•"/>
              <a:defRPr sz="1600">
                <a:solidFill>
                  <a:schemeClr val="tx1"/>
                </a:solidFill>
              </a:defRPr>
            </a:lvl3pPr>
            <a:lvl4pPr marL="1293178" indent="-173038">
              <a:lnSpc>
                <a:spcPct val="100000"/>
              </a:lnSpc>
              <a:spcAft>
                <a:spcPts val="0"/>
              </a:spcAft>
              <a:buClr>
                <a:srgbClr val="6E2FF1"/>
              </a:buClr>
              <a:buFont typeface="Arial" panose="020B0604020202020204" pitchFamily="34" charset="0"/>
              <a:buChar char="•"/>
              <a:defRPr sz="1600">
                <a:solidFill>
                  <a:schemeClr val="tx1"/>
                </a:solidFill>
              </a:defRPr>
            </a:lvl4pPr>
            <a:lvl5pPr marL="1518603" indent="-168275">
              <a:lnSpc>
                <a:spcPct val="100000"/>
              </a:lnSpc>
              <a:spcAft>
                <a:spcPts val="0"/>
              </a:spcAft>
              <a:buClr>
                <a:srgbClr val="6E2FF1"/>
              </a:buClr>
              <a:buFont typeface="Arial" panose="020B0604020202020204" pitchFamily="34" charset="0"/>
              <a:buChar char="•"/>
              <a:defRPr sz="1600">
                <a:solidFill>
                  <a:schemeClr val="tx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itle 1">
            <a:extLst>
              <a:ext uri="{FF2B5EF4-FFF2-40B4-BE49-F238E27FC236}">
                <a16:creationId xmlns:a16="http://schemas.microsoft.com/office/drawing/2014/main" id="{2F1289BE-C460-FC38-A472-549CAFF7B1B6}"/>
              </a:ext>
            </a:extLst>
          </p:cNvPr>
          <p:cNvSpPr>
            <a:spLocks noGrp="1"/>
          </p:cNvSpPr>
          <p:nvPr>
            <p:ph type="title" hasCustomPrompt="1"/>
          </p:nvPr>
        </p:nvSpPr>
        <p:spPr>
          <a:xfrm>
            <a:off x="334962" y="333375"/>
            <a:ext cx="11233150" cy="451869"/>
          </a:xfrm>
        </p:spPr>
        <p:txBody>
          <a:bodyPr anchor="t"/>
          <a:lstStyle>
            <a:lvl1pPr>
              <a:defRPr sz="3000">
                <a:solidFill>
                  <a:schemeClr val="tx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5B38FCCA-9B45-403D-9285-E8A5659B3A90}"/>
              </a:ext>
            </a:extLst>
          </p:cNvPr>
          <p:cNvSpPr>
            <a:spLocks noGrp="1"/>
          </p:cNvSpPr>
          <p:nvPr>
            <p:ph type="body" sz="quarter" idx="13" hasCustomPrompt="1"/>
          </p:nvPr>
        </p:nvSpPr>
        <p:spPr>
          <a:xfrm>
            <a:off x="334962" y="785244"/>
            <a:ext cx="11233150" cy="344488"/>
          </a:xfrm>
        </p:spPr>
        <p:txBody>
          <a:bodyPr/>
          <a:lstStyle>
            <a:lvl1pPr marL="0" indent="0">
              <a:buNone/>
              <a:defRPr lang="en-US" sz="2200">
                <a:solidFill>
                  <a:srgbClr val="7233F7"/>
                </a:solidFill>
              </a:defRPr>
            </a:lvl1pPr>
          </a:lstStyle>
          <a:p>
            <a:pPr lvl="0"/>
            <a:r>
              <a:rPr lang="en-US" dirty="0"/>
              <a:t>Click to edit text styles</a:t>
            </a:r>
          </a:p>
        </p:txBody>
      </p:sp>
      <p:cxnSp>
        <p:nvCxnSpPr>
          <p:cNvPr id="5" name="Straight Connector 4">
            <a:extLst>
              <a:ext uri="{FF2B5EF4-FFF2-40B4-BE49-F238E27FC236}">
                <a16:creationId xmlns:a16="http://schemas.microsoft.com/office/drawing/2014/main" id="{1DD410EB-22A8-56FC-8D90-A32912AB5A8D}"/>
              </a:ext>
            </a:extLst>
          </p:cNvPr>
          <p:cNvCxnSpPr>
            <a:cxnSpLocks/>
          </p:cNvCxnSpPr>
          <p:nvPr userDrawn="1"/>
        </p:nvCxnSpPr>
        <p:spPr>
          <a:xfrm>
            <a:off x="8978583" y="1631950"/>
            <a:ext cx="0" cy="4440604"/>
          </a:xfrm>
          <a:prstGeom prst="line">
            <a:avLst/>
          </a:prstGeom>
          <a:ln w="15875">
            <a:solidFill>
              <a:schemeClr val="bg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6594960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2 column with image ">
    <p:spTree>
      <p:nvGrpSpPr>
        <p:cNvPr id="1" name=""/>
        <p:cNvGrpSpPr/>
        <p:nvPr/>
      </p:nvGrpSpPr>
      <p:grpSpPr>
        <a:xfrm>
          <a:off x="0" y="0"/>
          <a:ext cx="0" cy="0"/>
          <a:chOff x="0" y="0"/>
          <a:chExt cx="0" cy="0"/>
        </a:xfrm>
      </p:grpSpPr>
      <p:sp>
        <p:nvSpPr>
          <p:cNvPr id="7" name="Text Placeholder 2"/>
          <p:cNvSpPr>
            <a:spLocks noGrp="1"/>
          </p:cNvSpPr>
          <p:nvPr>
            <p:ph idx="1" hasCustomPrompt="1"/>
          </p:nvPr>
        </p:nvSpPr>
        <p:spPr>
          <a:xfrm>
            <a:off x="341681" y="1629079"/>
            <a:ext cx="5625569" cy="4455197"/>
          </a:xfrm>
          <a:prstGeom prst="rect">
            <a:avLst/>
          </a:prstGeom>
        </p:spPr>
        <p:txBody>
          <a:bodyPr/>
          <a:lstStyle>
            <a:lvl1pPr marL="342900" indent="-342900">
              <a:lnSpc>
                <a:spcPct val="100000"/>
              </a:lnSpc>
              <a:spcAft>
                <a:spcPts val="0"/>
              </a:spcAft>
              <a:buClr>
                <a:srgbClr val="6E2FF1"/>
              </a:buClr>
              <a:buFont typeface="Arial" panose="020B0604020202020204" pitchFamily="34" charset="0"/>
              <a:buChar char="•"/>
              <a:defRPr sz="2400">
                <a:solidFill>
                  <a:schemeClr val="tx1"/>
                </a:solidFill>
              </a:defRPr>
            </a:lvl1pPr>
            <a:lvl2pPr marL="581343" indent="-166688">
              <a:lnSpc>
                <a:spcPct val="100000"/>
              </a:lnSpc>
              <a:spcBef>
                <a:spcPts val="0"/>
              </a:spcBef>
              <a:spcAft>
                <a:spcPts val="0"/>
              </a:spcAft>
              <a:buClr>
                <a:srgbClr val="6E2FF1"/>
              </a:buClr>
              <a:buFont typeface="Arial" panose="020B0604020202020204" pitchFamily="34" charset="0"/>
              <a:buChar char="•"/>
              <a:defRPr sz="2000">
                <a:solidFill>
                  <a:schemeClr val="tx1"/>
                </a:solidFill>
              </a:defRPr>
            </a:lvl2pPr>
            <a:lvl3pPr marL="855663" indent="-166688">
              <a:lnSpc>
                <a:spcPct val="100000"/>
              </a:lnSpc>
              <a:spcBef>
                <a:spcPts val="0"/>
              </a:spcBef>
              <a:spcAft>
                <a:spcPts val="0"/>
              </a:spcAft>
              <a:buClr>
                <a:srgbClr val="6E2FF1"/>
              </a:buClr>
              <a:buFont typeface="Arial" panose="020B0604020202020204" pitchFamily="34" charset="0"/>
              <a:buChar char="•"/>
              <a:defRPr sz="1800">
                <a:solidFill>
                  <a:schemeClr val="tx1"/>
                </a:solidFill>
              </a:defRPr>
            </a:lvl3pPr>
          </a:lstStyle>
          <a:p>
            <a:pPr lvl="0"/>
            <a:r>
              <a:rPr lang="en-US" dirty="0"/>
              <a:t>Click to edit text styles</a:t>
            </a:r>
          </a:p>
          <a:p>
            <a:pPr lvl="1"/>
            <a:r>
              <a:rPr lang="en-US" dirty="0"/>
              <a:t>Second level</a:t>
            </a:r>
          </a:p>
          <a:p>
            <a:pPr lvl="2"/>
            <a:r>
              <a:rPr lang="en-US" dirty="0"/>
              <a:t>Third level</a:t>
            </a:r>
          </a:p>
        </p:txBody>
      </p:sp>
      <p:sp>
        <p:nvSpPr>
          <p:cNvPr id="50" name="Picture Placeholder 5"/>
          <p:cNvSpPr>
            <a:spLocks noGrp="1"/>
          </p:cNvSpPr>
          <p:nvPr>
            <p:ph type="pic" sz="quarter" idx="17"/>
          </p:nvPr>
        </p:nvSpPr>
        <p:spPr>
          <a:xfrm>
            <a:off x="6250924" y="1629080"/>
            <a:ext cx="5606113" cy="4455198"/>
          </a:xfrm>
        </p:spPr>
        <p:txBody>
          <a:bodyPr/>
          <a:lstStyle>
            <a:lvl1pPr marL="0" indent="0">
              <a:buClr>
                <a:schemeClr val="accent1"/>
              </a:buClr>
              <a:buNone/>
              <a:defRPr sz="2200">
                <a:solidFill>
                  <a:schemeClr val="tx1"/>
                </a:solidFill>
              </a:defRPr>
            </a:lvl1pPr>
          </a:lstStyle>
          <a:p>
            <a:pPr lvl="0"/>
            <a:r>
              <a:rPr lang="en-US" noProof="0"/>
              <a:t>Click icon to add picture</a:t>
            </a:r>
            <a:endParaRPr lang="en-US" noProof="0" dirty="0"/>
          </a:p>
        </p:txBody>
      </p:sp>
      <p:sp>
        <p:nvSpPr>
          <p:cNvPr id="3" name="Title 1">
            <a:extLst>
              <a:ext uri="{FF2B5EF4-FFF2-40B4-BE49-F238E27FC236}">
                <a16:creationId xmlns:a16="http://schemas.microsoft.com/office/drawing/2014/main" id="{40152492-71D9-150B-2A89-D0FCD1FD2983}"/>
              </a:ext>
            </a:extLst>
          </p:cNvPr>
          <p:cNvSpPr>
            <a:spLocks noGrp="1"/>
          </p:cNvSpPr>
          <p:nvPr>
            <p:ph type="title" hasCustomPrompt="1"/>
          </p:nvPr>
        </p:nvSpPr>
        <p:spPr>
          <a:xfrm>
            <a:off x="334963" y="333375"/>
            <a:ext cx="11233150" cy="451869"/>
          </a:xfrm>
        </p:spPr>
        <p:txBody>
          <a:bodyPr anchor="t"/>
          <a:lstStyle>
            <a:lvl1pPr>
              <a:defRPr sz="3000">
                <a:solidFill>
                  <a:schemeClr val="tx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405D1B2E-CB2E-3E45-B317-55D6F5C2DA6B}"/>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rgbClr val="7233F7"/>
                </a:solidFill>
              </a:defRPr>
            </a:lvl1pPr>
          </a:lstStyle>
          <a:p>
            <a:pPr lvl="0"/>
            <a:r>
              <a:rPr lang="en-US" dirty="0"/>
              <a:t>Click to edit text styles</a:t>
            </a:r>
          </a:p>
        </p:txBody>
      </p:sp>
    </p:spTree>
    <p:extLst>
      <p:ext uri="{BB962C8B-B14F-4D97-AF65-F5344CB8AC3E}">
        <p14:creationId xmlns:p14="http://schemas.microsoft.com/office/powerpoint/2010/main" val="1584216452"/>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able Slide">
    <p:spTree>
      <p:nvGrpSpPr>
        <p:cNvPr id="1" name=""/>
        <p:cNvGrpSpPr/>
        <p:nvPr/>
      </p:nvGrpSpPr>
      <p:grpSpPr>
        <a:xfrm>
          <a:off x="0" y="0"/>
          <a:ext cx="0" cy="0"/>
          <a:chOff x="0" y="0"/>
          <a:chExt cx="0" cy="0"/>
        </a:xfrm>
      </p:grpSpPr>
      <p:sp>
        <p:nvSpPr>
          <p:cNvPr id="10" name="Table Placeholder 3"/>
          <p:cNvSpPr>
            <a:spLocks noGrp="1"/>
          </p:cNvSpPr>
          <p:nvPr>
            <p:ph type="tbl" sz="quarter" idx="13"/>
          </p:nvPr>
        </p:nvSpPr>
        <p:spPr>
          <a:xfrm>
            <a:off x="342900" y="1259574"/>
            <a:ext cx="11514138" cy="5065026"/>
          </a:xfrm>
        </p:spPr>
        <p:txBody>
          <a:bodyPr/>
          <a:lstStyle>
            <a:lvl1pPr marL="0" indent="0">
              <a:buNone/>
              <a:defRPr/>
            </a:lvl1pPr>
          </a:lstStyle>
          <a:p>
            <a:pPr lvl="0"/>
            <a:r>
              <a:rPr lang="en-US" noProof="0"/>
              <a:t>Click icon to add table</a:t>
            </a:r>
            <a:endParaRPr lang="en-US" noProof="0" dirty="0"/>
          </a:p>
        </p:txBody>
      </p:sp>
      <p:sp>
        <p:nvSpPr>
          <p:cNvPr id="3" name="Title 1">
            <a:extLst>
              <a:ext uri="{FF2B5EF4-FFF2-40B4-BE49-F238E27FC236}">
                <a16:creationId xmlns:a16="http://schemas.microsoft.com/office/drawing/2014/main" id="{0BA6B87B-D63E-427C-CAB5-FF49FA0D8855}"/>
              </a:ext>
            </a:extLst>
          </p:cNvPr>
          <p:cNvSpPr>
            <a:spLocks noGrp="1"/>
          </p:cNvSpPr>
          <p:nvPr>
            <p:ph type="title" hasCustomPrompt="1"/>
          </p:nvPr>
        </p:nvSpPr>
        <p:spPr>
          <a:xfrm>
            <a:off x="334963" y="333375"/>
            <a:ext cx="11233150" cy="451869"/>
          </a:xfrm>
        </p:spPr>
        <p:txBody>
          <a:bodyPr anchor="t"/>
          <a:lstStyle>
            <a:lvl1pPr>
              <a:defRPr sz="3000">
                <a:solidFill>
                  <a:schemeClr val="tx1"/>
                </a:solidFill>
              </a:defRPr>
            </a:lvl1pPr>
          </a:lstStyle>
          <a:p>
            <a:r>
              <a:rPr lang="en-US" dirty="0"/>
              <a:t>Click to edit title style</a:t>
            </a:r>
          </a:p>
        </p:txBody>
      </p:sp>
    </p:spTree>
    <p:extLst>
      <p:ext uri="{BB962C8B-B14F-4D97-AF65-F5344CB8AC3E}">
        <p14:creationId xmlns:p14="http://schemas.microsoft.com/office/powerpoint/2010/main" val="77512332"/>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9FF3FA1D-9635-ED13-F7C7-D49D0BEE44B1}"/>
              </a:ext>
            </a:extLst>
          </p:cNvPr>
          <p:cNvSpPr>
            <a:spLocks noGrp="1"/>
          </p:cNvSpPr>
          <p:nvPr>
            <p:ph type="title" hasCustomPrompt="1"/>
          </p:nvPr>
        </p:nvSpPr>
        <p:spPr>
          <a:xfrm>
            <a:off x="334963" y="333375"/>
            <a:ext cx="11233150" cy="451869"/>
          </a:xfrm>
        </p:spPr>
        <p:txBody>
          <a:bodyPr anchor="t"/>
          <a:lstStyle>
            <a:lvl1pPr>
              <a:defRPr sz="3000">
                <a:solidFill>
                  <a:schemeClr val="tx1"/>
                </a:solidFill>
              </a:defRPr>
            </a:lvl1pPr>
          </a:lstStyle>
          <a:p>
            <a:r>
              <a:rPr lang="en-US" dirty="0"/>
              <a:t>Click to edit title style</a:t>
            </a:r>
          </a:p>
        </p:txBody>
      </p:sp>
    </p:spTree>
    <p:extLst>
      <p:ext uri="{BB962C8B-B14F-4D97-AF65-F5344CB8AC3E}">
        <p14:creationId xmlns:p14="http://schemas.microsoft.com/office/powerpoint/2010/main" val="1514188068"/>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1_Agenda">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9FF3FA1D-9635-ED13-F7C7-D49D0BEE44B1}"/>
              </a:ext>
            </a:extLst>
          </p:cNvPr>
          <p:cNvSpPr>
            <a:spLocks noGrp="1"/>
          </p:cNvSpPr>
          <p:nvPr>
            <p:ph type="title" hasCustomPrompt="1"/>
          </p:nvPr>
        </p:nvSpPr>
        <p:spPr>
          <a:xfrm>
            <a:off x="334963" y="3203065"/>
            <a:ext cx="5761037" cy="451869"/>
          </a:xfrm>
        </p:spPr>
        <p:txBody>
          <a:bodyPr anchor="t"/>
          <a:lstStyle>
            <a:lvl1pPr>
              <a:defRPr sz="3000">
                <a:solidFill>
                  <a:schemeClr val="tx1"/>
                </a:solidFill>
              </a:defRPr>
            </a:lvl1pPr>
          </a:lstStyle>
          <a:p>
            <a:r>
              <a:rPr lang="en-US" dirty="0"/>
              <a:t>Click to edit title style</a:t>
            </a:r>
          </a:p>
        </p:txBody>
      </p:sp>
      <p:sp>
        <p:nvSpPr>
          <p:cNvPr id="4" name="Text Placeholder 3">
            <a:extLst>
              <a:ext uri="{FF2B5EF4-FFF2-40B4-BE49-F238E27FC236}">
                <a16:creationId xmlns:a16="http://schemas.microsoft.com/office/drawing/2014/main" id="{DEFBFE9E-2652-DCEC-F6D0-92BD843763BE}"/>
              </a:ext>
            </a:extLst>
          </p:cNvPr>
          <p:cNvSpPr>
            <a:spLocks noGrp="1"/>
          </p:cNvSpPr>
          <p:nvPr>
            <p:ph type="body" sz="quarter" idx="10" hasCustomPrompt="1"/>
          </p:nvPr>
        </p:nvSpPr>
        <p:spPr>
          <a:xfrm>
            <a:off x="6096000" y="3127761"/>
            <a:ext cx="296254" cy="3419089"/>
          </a:xfrm>
        </p:spPr>
        <p:txBody>
          <a:bodyPr anchor="t" anchorCtr="0"/>
          <a:lstStyle>
            <a:lvl1pPr marL="0" marR="0" indent="0" algn="l" defTabSz="914400" rtl="0" eaLnBrk="1" fontAlgn="base" latinLnBrk="0" hangingPunct="1">
              <a:lnSpc>
                <a:spcPts val="2780"/>
              </a:lnSpc>
              <a:spcBef>
                <a:spcPts val="600"/>
              </a:spcBef>
              <a:spcAft>
                <a:spcPts val="0"/>
              </a:spcAft>
              <a:buClr>
                <a:srgbClr val="6E2FF1"/>
              </a:buClr>
              <a:buSzPct val="80000"/>
              <a:buFont typeface="Arial" panose="020B0604020202020204" pitchFamily="34" charset="0"/>
              <a:buNone/>
              <a:tabLst/>
              <a:defRPr sz="2400">
                <a:solidFill>
                  <a:schemeClr val="accent1"/>
                </a:solidFill>
              </a:defRPr>
            </a:lvl1pPr>
          </a:lstStyle>
          <a:p>
            <a:pPr marL="342900" marR="0" lvl="0" indent="-342900" algn="l" defTabSz="914400" rtl="0" eaLnBrk="1" fontAlgn="base" latinLnBrk="0" hangingPunct="1">
              <a:lnSpc>
                <a:spcPct val="100000"/>
              </a:lnSpc>
              <a:spcBef>
                <a:spcPts val="600"/>
              </a:spcBef>
              <a:spcAft>
                <a:spcPts val="0"/>
              </a:spcAft>
              <a:buClr>
                <a:srgbClr val="6E2FF1"/>
              </a:buClr>
              <a:buSzPct val="80000"/>
              <a:buFont typeface="Arial" panose="020B0604020202020204" pitchFamily="34" charset="0"/>
              <a:buNone/>
              <a:tabLst/>
              <a:defRPr/>
            </a:pPr>
            <a:r>
              <a:rPr lang="en-US" dirty="0"/>
              <a:t>#</a:t>
            </a:r>
          </a:p>
        </p:txBody>
      </p:sp>
      <p:sp>
        <p:nvSpPr>
          <p:cNvPr id="5" name="Text Placeholder 3">
            <a:extLst>
              <a:ext uri="{FF2B5EF4-FFF2-40B4-BE49-F238E27FC236}">
                <a16:creationId xmlns:a16="http://schemas.microsoft.com/office/drawing/2014/main" id="{F81CCB20-290E-8B38-FAC1-99C372294739}"/>
              </a:ext>
            </a:extLst>
          </p:cNvPr>
          <p:cNvSpPr>
            <a:spLocks noGrp="1"/>
          </p:cNvSpPr>
          <p:nvPr>
            <p:ph type="body" sz="quarter" idx="11" hasCustomPrompt="1"/>
          </p:nvPr>
        </p:nvSpPr>
        <p:spPr>
          <a:xfrm>
            <a:off x="6392255" y="3127761"/>
            <a:ext cx="5272754" cy="3419089"/>
          </a:xfrm>
        </p:spPr>
        <p:txBody>
          <a:bodyPr anchor="t" anchorCtr="0"/>
          <a:lstStyle>
            <a:lvl1pPr marL="0" marR="0" indent="0" algn="l" defTabSz="914400" rtl="0" eaLnBrk="1" fontAlgn="base" latinLnBrk="0" hangingPunct="1">
              <a:lnSpc>
                <a:spcPts val="2780"/>
              </a:lnSpc>
              <a:spcBef>
                <a:spcPts val="600"/>
              </a:spcBef>
              <a:spcAft>
                <a:spcPts val="0"/>
              </a:spcAft>
              <a:buClr>
                <a:srgbClr val="6E2FF1"/>
              </a:buClr>
              <a:buSzPct val="80000"/>
              <a:buFont typeface="Arial" panose="020B0604020202020204" pitchFamily="34" charset="0"/>
              <a:buNone/>
              <a:tabLst/>
              <a:defRPr sz="2400">
                <a:solidFill>
                  <a:schemeClr val="tx1"/>
                </a:solidFill>
              </a:defRPr>
            </a:lvl1pPr>
          </a:lstStyle>
          <a:p>
            <a:pPr marL="342900" marR="0" lvl="0" indent="-342900" algn="l" defTabSz="914400" rtl="0" eaLnBrk="1" fontAlgn="base" latinLnBrk="0" hangingPunct="1">
              <a:lnSpc>
                <a:spcPct val="100000"/>
              </a:lnSpc>
              <a:spcBef>
                <a:spcPts val="600"/>
              </a:spcBef>
              <a:spcAft>
                <a:spcPts val="0"/>
              </a:spcAft>
              <a:buClr>
                <a:srgbClr val="6E2FF1"/>
              </a:buClr>
              <a:buSzPct val="80000"/>
              <a:buFont typeface="Arial" panose="020B0604020202020204" pitchFamily="34" charset="0"/>
              <a:buNone/>
              <a:tabLst/>
              <a:defRPr/>
            </a:pPr>
            <a:r>
              <a:rPr lang="en-US" dirty="0"/>
              <a:t>Agenda item</a:t>
            </a:r>
          </a:p>
        </p:txBody>
      </p:sp>
    </p:spTree>
    <p:extLst>
      <p:ext uri="{BB962C8B-B14F-4D97-AF65-F5344CB8AC3E}">
        <p14:creationId xmlns:p14="http://schemas.microsoft.com/office/powerpoint/2010/main" val="175514734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1_3 column slide with images">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FA34585F-2B85-C728-D6AB-F47CC23E519B}"/>
              </a:ext>
            </a:extLst>
          </p:cNvPr>
          <p:cNvSpPr>
            <a:spLocks noGrp="1"/>
          </p:cNvSpPr>
          <p:nvPr>
            <p:ph type="title" hasCustomPrompt="1"/>
          </p:nvPr>
        </p:nvSpPr>
        <p:spPr>
          <a:xfrm>
            <a:off x="334963" y="333375"/>
            <a:ext cx="11233150" cy="451869"/>
          </a:xfrm>
        </p:spPr>
        <p:txBody>
          <a:bodyPr anchor="t"/>
          <a:lstStyle>
            <a:lvl1pPr>
              <a:defRPr sz="3000">
                <a:solidFill>
                  <a:schemeClr val="tx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C8F3B333-FC3F-6CC0-F884-E8D64B418497}"/>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rgbClr val="7233F7"/>
                </a:solidFill>
              </a:defRPr>
            </a:lvl1pPr>
          </a:lstStyle>
          <a:p>
            <a:pPr lvl="0"/>
            <a:r>
              <a:rPr lang="en-US" dirty="0"/>
              <a:t>Click to edit text styles</a:t>
            </a:r>
          </a:p>
        </p:txBody>
      </p:sp>
      <p:sp>
        <p:nvSpPr>
          <p:cNvPr id="7" name="Text Placeholder 2">
            <a:extLst>
              <a:ext uri="{FF2B5EF4-FFF2-40B4-BE49-F238E27FC236}">
                <a16:creationId xmlns:a16="http://schemas.microsoft.com/office/drawing/2014/main" id="{AA2015AF-BA33-A1D1-C656-9F0543D045D8}"/>
              </a:ext>
            </a:extLst>
          </p:cNvPr>
          <p:cNvSpPr>
            <a:spLocks noGrp="1"/>
          </p:cNvSpPr>
          <p:nvPr>
            <p:ph idx="1" hasCustomPrompt="1"/>
          </p:nvPr>
        </p:nvSpPr>
        <p:spPr>
          <a:xfrm>
            <a:off x="334964" y="4686255"/>
            <a:ext cx="3372644" cy="1373232"/>
          </a:xfrm>
          <a:prstGeom prst="rect">
            <a:avLst/>
          </a:prstGeo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a:solidFill>
                  <a:schemeClr val="tx1"/>
                </a:solidFill>
              </a:defRPr>
            </a:lvl2pPr>
            <a:lvl3pPr>
              <a:defRPr>
                <a:solidFill>
                  <a:srgbClr val="383838"/>
                </a:solidFill>
              </a:defRPr>
            </a:lvl3pPr>
            <a:lvl4pPr>
              <a:defRPr>
                <a:solidFill>
                  <a:srgbClr val="383838"/>
                </a:solidFill>
              </a:defRPr>
            </a:lvl4pPr>
            <a:lvl5pPr>
              <a:defRPr>
                <a:solidFill>
                  <a:srgbClr val="383838"/>
                </a:solidFill>
              </a:defRPr>
            </a:lvl5pPr>
          </a:lstStyle>
          <a:p>
            <a:pPr lvl="0"/>
            <a:r>
              <a:rPr lang="en-US" dirty="0"/>
              <a:t>Click to edit text styles</a:t>
            </a:r>
          </a:p>
          <a:p>
            <a:pPr lvl="1"/>
            <a:r>
              <a:rPr lang="en-US" dirty="0"/>
              <a:t>Second level</a:t>
            </a:r>
          </a:p>
        </p:txBody>
      </p:sp>
      <p:sp>
        <p:nvSpPr>
          <p:cNvPr id="10" name="Text Placeholder 2">
            <a:extLst>
              <a:ext uri="{FF2B5EF4-FFF2-40B4-BE49-F238E27FC236}">
                <a16:creationId xmlns:a16="http://schemas.microsoft.com/office/drawing/2014/main" id="{91DCE8EB-57B0-6F3F-108A-307D6494DF2E}"/>
              </a:ext>
            </a:extLst>
          </p:cNvPr>
          <p:cNvSpPr>
            <a:spLocks noGrp="1"/>
          </p:cNvSpPr>
          <p:nvPr>
            <p:ph idx="17" hasCustomPrompt="1"/>
          </p:nvPr>
        </p:nvSpPr>
        <p:spPr>
          <a:xfrm>
            <a:off x="4416359" y="4686255"/>
            <a:ext cx="3359281" cy="1373232"/>
          </a:xfrm>
          <a:prstGeom prst="rect">
            <a:avLst/>
          </a:prstGeo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a:solidFill>
                  <a:schemeClr val="tx1"/>
                </a:solidFill>
              </a:defRPr>
            </a:lvl2pPr>
          </a:lstStyle>
          <a:p>
            <a:pPr lvl="0"/>
            <a:r>
              <a:rPr lang="en-US" dirty="0"/>
              <a:t>Click to edit text styles</a:t>
            </a:r>
          </a:p>
          <a:p>
            <a:pPr lvl="1"/>
            <a:r>
              <a:rPr lang="en-US" dirty="0"/>
              <a:t>Second level</a:t>
            </a:r>
          </a:p>
        </p:txBody>
      </p:sp>
      <p:sp>
        <p:nvSpPr>
          <p:cNvPr id="11" name="Text Placeholder 2">
            <a:extLst>
              <a:ext uri="{FF2B5EF4-FFF2-40B4-BE49-F238E27FC236}">
                <a16:creationId xmlns:a16="http://schemas.microsoft.com/office/drawing/2014/main" id="{3CE459FA-5634-169B-B788-0A6DCDEB1AC0}"/>
              </a:ext>
            </a:extLst>
          </p:cNvPr>
          <p:cNvSpPr>
            <a:spLocks noGrp="1"/>
          </p:cNvSpPr>
          <p:nvPr>
            <p:ph idx="18" hasCustomPrompt="1"/>
          </p:nvPr>
        </p:nvSpPr>
        <p:spPr>
          <a:xfrm>
            <a:off x="8437857" y="4686255"/>
            <a:ext cx="3412462" cy="1373232"/>
          </a:xfrm>
          <a:prstGeom prst="rect">
            <a:avLst/>
          </a:prstGeo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a:solidFill>
                  <a:schemeClr val="tx1"/>
                </a:solidFill>
              </a:defRPr>
            </a:lvl2pPr>
          </a:lstStyle>
          <a:p>
            <a:pPr lvl="0"/>
            <a:r>
              <a:rPr lang="en-US" dirty="0"/>
              <a:t>Click to edit text styles</a:t>
            </a:r>
          </a:p>
          <a:p>
            <a:pPr lvl="1"/>
            <a:r>
              <a:rPr lang="en-US" dirty="0"/>
              <a:t>Second level</a:t>
            </a:r>
          </a:p>
        </p:txBody>
      </p:sp>
    </p:spTree>
    <p:extLst>
      <p:ext uri="{BB962C8B-B14F-4D97-AF65-F5344CB8AC3E}">
        <p14:creationId xmlns:p14="http://schemas.microsoft.com/office/powerpoint/2010/main" val="1231232856"/>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2_3 column slide with images">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FA34585F-2B85-C728-D6AB-F47CC23E519B}"/>
              </a:ext>
            </a:extLst>
          </p:cNvPr>
          <p:cNvSpPr>
            <a:spLocks noGrp="1"/>
          </p:cNvSpPr>
          <p:nvPr>
            <p:ph type="title" hasCustomPrompt="1"/>
          </p:nvPr>
        </p:nvSpPr>
        <p:spPr>
          <a:xfrm>
            <a:off x="334963" y="333375"/>
            <a:ext cx="11233150" cy="451869"/>
          </a:xfrm>
        </p:spPr>
        <p:txBody>
          <a:bodyPr anchor="t"/>
          <a:lstStyle>
            <a:lvl1pPr>
              <a:defRPr sz="3000">
                <a:solidFill>
                  <a:schemeClr val="tx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C8F3B333-FC3F-6CC0-F884-E8D64B418497}"/>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rgbClr val="7233F7"/>
                </a:solidFill>
              </a:defRPr>
            </a:lvl1pPr>
          </a:lstStyle>
          <a:p>
            <a:pPr lvl="0"/>
            <a:r>
              <a:rPr lang="en-US" dirty="0"/>
              <a:t>Click to edit text styles</a:t>
            </a:r>
          </a:p>
        </p:txBody>
      </p:sp>
    </p:spTree>
    <p:extLst>
      <p:ext uri="{BB962C8B-B14F-4D97-AF65-F5344CB8AC3E}">
        <p14:creationId xmlns:p14="http://schemas.microsoft.com/office/powerpoint/2010/main" val="3723095004"/>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2_3 column slide ">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71325FC2-3ECC-B01B-C310-C1830B3A372D}"/>
              </a:ext>
            </a:extLst>
          </p:cNvPr>
          <p:cNvSpPr>
            <a:spLocks noGrp="1"/>
          </p:cNvSpPr>
          <p:nvPr>
            <p:ph type="title" hasCustomPrompt="1"/>
          </p:nvPr>
        </p:nvSpPr>
        <p:spPr>
          <a:xfrm>
            <a:off x="334963" y="333375"/>
            <a:ext cx="11233150" cy="451869"/>
          </a:xfrm>
        </p:spPr>
        <p:txBody>
          <a:bodyPr anchor="t"/>
          <a:lstStyle>
            <a:lvl1pPr>
              <a:defRPr sz="3000">
                <a:solidFill>
                  <a:schemeClr val="tx1"/>
                </a:solidFill>
              </a:defRPr>
            </a:lvl1pPr>
          </a:lstStyle>
          <a:p>
            <a:r>
              <a:rPr lang="en-US" dirty="0"/>
              <a:t>Click </a:t>
            </a:r>
            <a:r>
              <a:rPr lang="en-US"/>
              <a:t>to edit title </a:t>
            </a:r>
            <a:r>
              <a:rPr lang="en-US" dirty="0"/>
              <a:t>s</a:t>
            </a:r>
            <a:r>
              <a:rPr lang="en-US"/>
              <a:t>tyle</a:t>
            </a:r>
            <a:endParaRPr lang="en-US" dirty="0"/>
          </a:p>
        </p:txBody>
      </p:sp>
      <p:sp>
        <p:nvSpPr>
          <p:cNvPr id="4" name="Text Placeholder 43">
            <a:extLst>
              <a:ext uri="{FF2B5EF4-FFF2-40B4-BE49-F238E27FC236}">
                <a16:creationId xmlns:a16="http://schemas.microsoft.com/office/drawing/2014/main" id="{22E93B31-0AB7-47FF-66E3-07BAB00D4F54}"/>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rgbClr val="7233F7"/>
                </a:solidFill>
              </a:defRPr>
            </a:lvl1pPr>
          </a:lstStyle>
          <a:p>
            <a:pPr lvl="0"/>
            <a:r>
              <a:rPr lang="en-US" dirty="0"/>
              <a:t>Click to edit text styles</a:t>
            </a:r>
          </a:p>
        </p:txBody>
      </p:sp>
      <p:sp>
        <p:nvSpPr>
          <p:cNvPr id="5" name="Text Placeholder 5">
            <a:extLst>
              <a:ext uri="{FF2B5EF4-FFF2-40B4-BE49-F238E27FC236}">
                <a16:creationId xmlns:a16="http://schemas.microsoft.com/office/drawing/2014/main" id="{93C81F4B-F08E-B41E-3208-5D0B92A96A1B}"/>
              </a:ext>
            </a:extLst>
          </p:cNvPr>
          <p:cNvSpPr>
            <a:spLocks noGrp="1"/>
          </p:cNvSpPr>
          <p:nvPr>
            <p:ph type="body" sz="quarter" idx="19"/>
          </p:nvPr>
        </p:nvSpPr>
        <p:spPr>
          <a:xfrm>
            <a:off x="4419997" y="1611050"/>
            <a:ext cx="3359945" cy="560696"/>
          </a:xfrm>
        </p:spPr>
        <p:txBody>
          <a:bodyPr/>
          <a:lstStyle>
            <a:lvl1pPr>
              <a:buClr>
                <a:srgbClr val="6E2FF1"/>
              </a:buClr>
              <a:defRPr/>
            </a:lvl1pPr>
          </a:lstStyle>
          <a:p>
            <a:pPr lvl="0"/>
            <a:r>
              <a:rPr lang="en-US"/>
              <a:t>Click to edit Master text styles</a:t>
            </a:r>
          </a:p>
          <a:p>
            <a:pPr lvl="1"/>
            <a:r>
              <a:rPr lang="en-US"/>
              <a:t>Second level</a:t>
            </a:r>
          </a:p>
        </p:txBody>
      </p:sp>
      <p:sp>
        <p:nvSpPr>
          <p:cNvPr id="6" name="Text Placeholder 8">
            <a:extLst>
              <a:ext uri="{FF2B5EF4-FFF2-40B4-BE49-F238E27FC236}">
                <a16:creationId xmlns:a16="http://schemas.microsoft.com/office/drawing/2014/main" id="{D3F52F4B-161F-01DB-3570-BED7ABF421DC}"/>
              </a:ext>
            </a:extLst>
          </p:cNvPr>
          <p:cNvSpPr>
            <a:spLocks noGrp="1"/>
          </p:cNvSpPr>
          <p:nvPr>
            <p:ph type="body" sz="quarter" idx="20"/>
          </p:nvPr>
        </p:nvSpPr>
        <p:spPr>
          <a:xfrm>
            <a:off x="8437193" y="1611050"/>
            <a:ext cx="3413126" cy="560696"/>
          </a:xfrm>
        </p:spPr>
        <p:txBody>
          <a:bodyPr/>
          <a:lstStyle>
            <a:lvl1pPr>
              <a:buClr>
                <a:srgbClr val="6E2FF1"/>
              </a:buClr>
              <a:defRPr/>
            </a:lvl1pPr>
          </a:lstStyle>
          <a:p>
            <a:pPr lvl="0"/>
            <a:r>
              <a:rPr lang="en-US"/>
              <a:t>Click to edit Master text styles</a:t>
            </a:r>
          </a:p>
          <a:p>
            <a:pPr lvl="1"/>
            <a:r>
              <a:rPr lang="en-US"/>
              <a:t>Second level</a:t>
            </a:r>
          </a:p>
        </p:txBody>
      </p:sp>
      <p:cxnSp>
        <p:nvCxnSpPr>
          <p:cNvPr id="14" name="Straight Connector 13">
            <a:extLst>
              <a:ext uri="{FF2B5EF4-FFF2-40B4-BE49-F238E27FC236}">
                <a16:creationId xmlns:a16="http://schemas.microsoft.com/office/drawing/2014/main" id="{DC173144-7538-D08B-6C69-A7C2EF4371B0}"/>
              </a:ext>
            </a:extLst>
          </p:cNvPr>
          <p:cNvCxnSpPr>
            <a:cxnSpLocks/>
          </p:cNvCxnSpPr>
          <p:nvPr userDrawn="1"/>
        </p:nvCxnSpPr>
        <p:spPr>
          <a:xfrm>
            <a:off x="4068914" y="1631950"/>
            <a:ext cx="0" cy="4440604"/>
          </a:xfrm>
          <a:prstGeom prst="line">
            <a:avLst/>
          </a:prstGeom>
          <a:ln w="158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A01FA014-90AB-0167-9FFE-B61D90A760F8}"/>
              </a:ext>
            </a:extLst>
          </p:cNvPr>
          <p:cNvCxnSpPr>
            <a:cxnSpLocks/>
          </p:cNvCxnSpPr>
          <p:nvPr userDrawn="1"/>
        </p:nvCxnSpPr>
        <p:spPr>
          <a:xfrm>
            <a:off x="8130275" y="1631950"/>
            <a:ext cx="0" cy="4440604"/>
          </a:xfrm>
          <a:prstGeom prst="line">
            <a:avLst/>
          </a:prstGeom>
          <a:ln w="15875">
            <a:solidFill>
              <a:schemeClr val="bg2"/>
            </a:solidFill>
          </a:ln>
        </p:spPr>
        <p:style>
          <a:lnRef idx="1">
            <a:schemeClr val="accent1"/>
          </a:lnRef>
          <a:fillRef idx="0">
            <a:schemeClr val="accent1"/>
          </a:fillRef>
          <a:effectRef idx="0">
            <a:schemeClr val="accent1"/>
          </a:effectRef>
          <a:fontRef idx="minor">
            <a:schemeClr val="tx1"/>
          </a:fontRef>
        </p:style>
      </p:cxnSp>
      <p:sp>
        <p:nvSpPr>
          <p:cNvPr id="17" name="Text Placeholder 3">
            <a:extLst>
              <a:ext uri="{FF2B5EF4-FFF2-40B4-BE49-F238E27FC236}">
                <a16:creationId xmlns:a16="http://schemas.microsoft.com/office/drawing/2014/main" id="{1C219C76-408E-918F-DA25-E1B89EC087AB}"/>
              </a:ext>
            </a:extLst>
          </p:cNvPr>
          <p:cNvSpPr>
            <a:spLocks noGrp="1"/>
          </p:cNvSpPr>
          <p:nvPr>
            <p:ph type="body" sz="quarter" idx="16"/>
          </p:nvPr>
        </p:nvSpPr>
        <p:spPr>
          <a:xfrm>
            <a:off x="341681" y="1611050"/>
            <a:ext cx="3372645" cy="560696"/>
          </a:xfrm>
        </p:spPr>
        <p:txBody>
          <a:bodyPr/>
          <a:lstStyle>
            <a:lvl1pPr>
              <a:buClr>
                <a:srgbClr val="6E2FF1"/>
              </a:buClr>
              <a:defRPr/>
            </a:lvl1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117714232"/>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userDrawn="1">
  <p:cSld name="2_Closing Slide">
    <p:bg>
      <p:bgPr>
        <a:solidFill>
          <a:schemeClr val="accent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935D0AB-AC44-3595-F2A0-E120A9BFA64F}"/>
              </a:ext>
            </a:extLst>
          </p:cNvPr>
          <p:cNvSpPr/>
          <p:nvPr userDrawn="1"/>
        </p:nvSpPr>
        <p:spPr>
          <a:xfrm>
            <a:off x="-1" y="0"/>
            <a:ext cx="12192001" cy="6858000"/>
          </a:xfrm>
          <a:prstGeom prst="rect">
            <a:avLst/>
          </a:prstGeom>
          <a:gradFill>
            <a:gsLst>
              <a:gs pos="74000">
                <a:srgbClr val="BA85F9"/>
              </a:gs>
              <a:gs pos="33000">
                <a:srgbClr val="6E2FF1"/>
              </a:gs>
              <a:gs pos="0">
                <a:schemeClr val="accent1">
                  <a:alpha val="7000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BBE5686C-98E7-A510-653F-0FD69A4B4B81}"/>
              </a:ext>
            </a:extLst>
          </p:cNvPr>
          <p:cNvSpPr/>
          <p:nvPr userDrawn="1"/>
        </p:nvSpPr>
        <p:spPr>
          <a:xfrm>
            <a:off x="-1" y="0"/>
            <a:ext cx="12192001" cy="6858000"/>
          </a:xfrm>
          <a:prstGeom prst="rect">
            <a:avLst/>
          </a:prstGeom>
          <a:gradFill>
            <a:gsLst>
              <a:gs pos="100000">
                <a:srgbClr val="E0D1FC"/>
              </a:gs>
              <a:gs pos="60000">
                <a:srgbClr val="6E2FF1">
                  <a:alpha val="10000"/>
                </a:srgb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2">
            <a:extLst>
              <a:ext uri="{FF2B5EF4-FFF2-40B4-BE49-F238E27FC236}">
                <a16:creationId xmlns:a16="http://schemas.microsoft.com/office/drawing/2014/main" id="{6F863802-73AF-E781-94DD-B6935A840D5B}"/>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317949" y="3249879"/>
            <a:ext cx="1174240" cy="358243"/>
          </a:xfrm>
          <a:prstGeom prst="rect">
            <a:avLst/>
          </a:prstGeom>
        </p:spPr>
      </p:pic>
      <p:sp>
        <p:nvSpPr>
          <p:cNvPr id="3" name="Rectangle 2">
            <a:extLst>
              <a:ext uri="{FF2B5EF4-FFF2-40B4-BE49-F238E27FC236}">
                <a16:creationId xmlns:a16="http://schemas.microsoft.com/office/drawing/2014/main" id="{007E9A11-EBA6-9420-BCD8-181F6B72A5A9}"/>
              </a:ext>
            </a:extLst>
          </p:cNvPr>
          <p:cNvSpPr>
            <a:spLocks noChangeArrowheads="1"/>
          </p:cNvSpPr>
          <p:nvPr userDrawn="1"/>
        </p:nvSpPr>
        <p:spPr bwMode="auto">
          <a:xfrm>
            <a:off x="7326471" y="0"/>
            <a:ext cx="4655186" cy="7017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Tack </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ಧನ್ಯವಾದಗಳು</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Merci</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Danke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Gracias</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Grazie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谢谢</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ありがとう</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Asante</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solidFill>
                <a:latin typeface="Arial" panose="020B0604020202020204" pitchFamily="34" charset="0"/>
                <a:cs typeface="Arial" panose="020B0604020202020204" pitchFamily="34" charset="0"/>
              </a:rPr>
              <a:t>Thank you</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감사합니다</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धन्यवाद</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Kiitos</a:t>
            </a:r>
          </a:p>
          <a:p>
            <a:pPr algn="r">
              <a:lnSpc>
                <a:spcPts val="3000"/>
              </a:lnSpc>
              <a:defRPr/>
            </a:pPr>
            <a:r>
              <a:rPr lang="en-US" sz="2400" kern="1200" noProof="1">
                <a:solidFill>
                  <a:schemeClr val="bg1">
                    <a:alpha val="25000"/>
                  </a:schemeClr>
                </a:solidFill>
                <a:latin typeface="Arial" panose="020B0604020202020204" pitchFamily="34" charset="0"/>
                <a:ea typeface="ＭＳ Ｐゴシック" charset="-128"/>
                <a:cs typeface="Arial" panose="020B0604020202020204" pitchFamily="34" charset="0"/>
              </a:rPr>
              <a:t>شكرًا</a:t>
            </a:r>
          </a:p>
          <a:p>
            <a:pPr algn="r">
              <a:lnSpc>
                <a:spcPts val="3000"/>
              </a:lnSpc>
              <a:defRPr/>
            </a:pPr>
            <a:r>
              <a:rPr lang="en-US" sz="2400" noProof="1">
                <a:solidFill>
                  <a:schemeClr val="bg1">
                    <a:alpha val="25000"/>
                  </a:schemeClr>
                </a:solidFill>
                <a:latin typeface="Arial" panose="020B0604020202020204" pitchFamily="34" charset="0"/>
              </a:rPr>
              <a:t>ধন্যবাদ</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תודה</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ధన్యవాదములు</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Köszönöm</a:t>
            </a:r>
          </a:p>
        </p:txBody>
      </p:sp>
    </p:spTree>
    <p:extLst>
      <p:ext uri="{BB962C8B-B14F-4D97-AF65-F5344CB8AC3E}">
        <p14:creationId xmlns:p14="http://schemas.microsoft.com/office/powerpoint/2010/main" val="311627365"/>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userDrawn="1">
  <p:cSld name="3_Closing Slide">
    <p:bg>
      <p:bgPr>
        <a:solidFill>
          <a:schemeClr val="accent1"/>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B11CE2E-EC95-AB37-48CD-A893B95CCBCB}"/>
              </a:ext>
            </a:extLst>
          </p:cNvPr>
          <p:cNvSpPr/>
          <p:nvPr userDrawn="1"/>
        </p:nvSpPr>
        <p:spPr>
          <a:xfrm>
            <a:off x="-1" y="0"/>
            <a:ext cx="12192001" cy="6858000"/>
          </a:xfrm>
          <a:prstGeom prst="rect">
            <a:avLst/>
          </a:prstGeom>
          <a:gradFill>
            <a:gsLst>
              <a:gs pos="74000">
                <a:srgbClr val="BA85F9"/>
              </a:gs>
              <a:gs pos="33000">
                <a:srgbClr val="6E2FF1"/>
              </a:gs>
              <a:gs pos="0">
                <a:schemeClr val="accent1">
                  <a:alpha val="7000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3E667DAA-C82F-D11A-357F-886396C9B7FE}"/>
              </a:ext>
            </a:extLst>
          </p:cNvPr>
          <p:cNvSpPr/>
          <p:nvPr userDrawn="1"/>
        </p:nvSpPr>
        <p:spPr>
          <a:xfrm>
            <a:off x="-1" y="0"/>
            <a:ext cx="12192001" cy="6858000"/>
          </a:xfrm>
          <a:prstGeom prst="rect">
            <a:avLst/>
          </a:prstGeom>
          <a:gradFill>
            <a:gsLst>
              <a:gs pos="100000">
                <a:srgbClr val="E0D1FC"/>
              </a:gs>
              <a:gs pos="60000">
                <a:srgbClr val="6E2FF1">
                  <a:alpha val="10000"/>
                </a:srgb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01558F5E-A3BE-0D42-13E9-838197A80B45}"/>
              </a:ext>
            </a:extLst>
          </p:cNvPr>
          <p:cNvSpPr>
            <a:spLocks noChangeArrowheads="1"/>
          </p:cNvSpPr>
          <p:nvPr userDrawn="1"/>
        </p:nvSpPr>
        <p:spPr bwMode="auto">
          <a:xfrm>
            <a:off x="334963" y="5555129"/>
            <a:ext cx="4170002" cy="969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eaLnBrk="0" fontAlgn="base" hangingPunct="0">
              <a:spcBef>
                <a:spcPct val="0"/>
              </a:spcBef>
              <a:spcAft>
                <a:spcPct val="0"/>
              </a:spcAft>
              <a:defRPr>
                <a:solidFill>
                  <a:schemeClr val="tx1"/>
                </a:solidFill>
                <a:latin typeface="Calibri" charset="0"/>
                <a:ea typeface="ＭＳ Ｐゴシック" charset="-128"/>
              </a:defRPr>
            </a:lvl6pPr>
            <a:lvl7pPr marL="2971800" indent="-228600" eaLnBrk="0" fontAlgn="base" hangingPunct="0">
              <a:spcBef>
                <a:spcPct val="0"/>
              </a:spcBef>
              <a:spcAft>
                <a:spcPct val="0"/>
              </a:spcAft>
              <a:defRPr>
                <a:solidFill>
                  <a:schemeClr val="tx1"/>
                </a:solidFill>
                <a:latin typeface="Calibri" charset="0"/>
                <a:ea typeface="ＭＳ Ｐゴシック" charset="-128"/>
              </a:defRPr>
            </a:lvl7pPr>
            <a:lvl8pPr marL="3429000" indent="-228600" eaLnBrk="0" fontAlgn="base" hangingPunct="0">
              <a:spcBef>
                <a:spcPct val="0"/>
              </a:spcBef>
              <a:spcAft>
                <a:spcPct val="0"/>
              </a:spcAft>
              <a:defRPr>
                <a:solidFill>
                  <a:schemeClr val="tx1"/>
                </a:solidFill>
                <a:latin typeface="Calibri" charset="0"/>
                <a:ea typeface="ＭＳ Ｐゴシック" charset="-128"/>
              </a:defRPr>
            </a:lvl8pPr>
            <a:lvl9pPr marL="3886200" indent="-228600" eaLnBrk="0" fontAlgn="base" hangingPunct="0">
              <a:spcBef>
                <a:spcPct val="0"/>
              </a:spcBef>
              <a:spcAft>
                <a:spcPct val="0"/>
              </a:spcAft>
              <a:defRPr>
                <a:solidFill>
                  <a:schemeClr val="tx1"/>
                </a:solidFill>
                <a:latin typeface="Calibri" charset="0"/>
                <a:ea typeface="ＭＳ Ｐゴシック" charset="-128"/>
              </a:defRPr>
            </a:lvl9pPr>
          </a:lstStyle>
          <a:p>
            <a:pPr algn="l">
              <a:defRPr/>
            </a:pPr>
            <a:r>
              <a:rPr lang="en-US" sz="1050" noProof="1">
                <a:solidFill>
                  <a:schemeClr val="bg1"/>
                </a:solidFill>
                <a:latin typeface="Arial" panose="020B0604020202020204" pitchFamily="34" charset="0"/>
                <a:cs typeface="Arial" panose="020B0604020202020204" pitchFamily="34" charset="0"/>
              </a:rPr>
              <a:t>The Arm trademarks featured in this presentation are registered trademarks or trademarks of Arm Limited (or its subsidiaries) in the US and/or elsewhere. All rights reserved. All other marks featured may be trademarks of their respective owners.</a:t>
            </a:r>
          </a:p>
          <a:p>
            <a:pPr algn="l">
              <a:defRPr/>
            </a:pPr>
            <a:br>
              <a:rPr lang="en-US" sz="1050" noProof="1">
                <a:solidFill>
                  <a:schemeClr val="bg1"/>
                </a:solidFill>
                <a:latin typeface="Arial" panose="020B0604020202020204" pitchFamily="34" charset="0"/>
                <a:cs typeface="Arial" panose="020B0604020202020204" pitchFamily="34" charset="0"/>
              </a:rPr>
            </a:br>
            <a:r>
              <a:rPr lang="en-US" sz="1050" noProof="1">
                <a:solidFill>
                  <a:schemeClr val="bg1"/>
                </a:solidFill>
                <a:latin typeface="Arial" panose="020B0604020202020204" pitchFamily="34" charset="0"/>
                <a:cs typeface="Arial" panose="020B0604020202020204" pitchFamily="34" charset="0"/>
              </a:rPr>
              <a:t>www.arm.com/company/policies/trademarks</a:t>
            </a:r>
          </a:p>
        </p:txBody>
      </p:sp>
      <p:pic>
        <p:nvPicPr>
          <p:cNvPr id="2" name="Picture 2">
            <a:extLst>
              <a:ext uri="{FF2B5EF4-FFF2-40B4-BE49-F238E27FC236}">
                <a16:creationId xmlns:a16="http://schemas.microsoft.com/office/drawing/2014/main" id="{B913E0D1-1F96-2D30-DFEF-185207885CA2}"/>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317949" y="3249879"/>
            <a:ext cx="1174240" cy="358243"/>
          </a:xfrm>
          <a:prstGeom prst="rect">
            <a:avLst/>
          </a:prstGeom>
        </p:spPr>
      </p:pic>
    </p:spTree>
    <p:extLst>
      <p:ext uri="{BB962C8B-B14F-4D97-AF65-F5344CB8AC3E}">
        <p14:creationId xmlns:p14="http://schemas.microsoft.com/office/powerpoint/2010/main" val="2089603958"/>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6_Closing Slide">
    <p:bg>
      <p:bgPr>
        <a:solidFill>
          <a:schemeClr val="accent2"/>
        </a:solidFill>
        <a:effectLst/>
      </p:bgPr>
    </p:bg>
    <p:spTree>
      <p:nvGrpSpPr>
        <p:cNvPr id="1" name=""/>
        <p:cNvGrpSpPr/>
        <p:nvPr/>
      </p:nvGrpSpPr>
      <p:grpSpPr>
        <a:xfrm>
          <a:off x="0" y="0"/>
          <a:ext cx="0" cy="0"/>
          <a:chOff x="0" y="0"/>
          <a:chExt cx="0" cy="0"/>
        </a:xfrm>
      </p:grpSpPr>
      <p:pic>
        <p:nvPicPr>
          <p:cNvPr id="5" name="Picture 4" descr="A blue circle with a black background&#10;&#10;Description automatically generated">
            <a:extLst>
              <a:ext uri="{FF2B5EF4-FFF2-40B4-BE49-F238E27FC236}">
                <a16:creationId xmlns:a16="http://schemas.microsoft.com/office/drawing/2014/main" id="{BED15ADD-5EC2-811A-2387-1B5930CD08C3}"/>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30630" t="4489" r="30630" b="73720"/>
          <a:stretch/>
        </p:blipFill>
        <p:spPr>
          <a:xfrm>
            <a:off x="0" y="0"/>
            <a:ext cx="12192000" cy="6858000"/>
          </a:xfrm>
          <a:prstGeom prst="rect">
            <a:avLst/>
          </a:prstGeom>
        </p:spPr>
      </p:pic>
      <p:pic>
        <p:nvPicPr>
          <p:cNvPr id="4" name="Picture 11">
            <a:extLst>
              <a:ext uri="{FF2B5EF4-FFF2-40B4-BE49-F238E27FC236}">
                <a16:creationId xmlns:a16="http://schemas.microsoft.com/office/drawing/2014/main" id="{B381D48D-6B8E-2C29-2226-AC9A652B9C68}"/>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
        <p:nvSpPr>
          <p:cNvPr id="3" name="Rectangle 2">
            <a:extLst>
              <a:ext uri="{FF2B5EF4-FFF2-40B4-BE49-F238E27FC236}">
                <a16:creationId xmlns:a16="http://schemas.microsoft.com/office/drawing/2014/main" id="{557D2D66-0693-E8F6-C7DE-35F9D93C9BC4}"/>
              </a:ext>
            </a:extLst>
          </p:cNvPr>
          <p:cNvSpPr>
            <a:spLocks noChangeArrowheads="1"/>
          </p:cNvSpPr>
          <p:nvPr userDrawn="1"/>
        </p:nvSpPr>
        <p:spPr bwMode="auto">
          <a:xfrm>
            <a:off x="7326471" y="0"/>
            <a:ext cx="4655186" cy="7017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Tack </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ಧನ್ಯವಾದಗಳು</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Merci</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Danke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Gracias</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Grazie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谢谢</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ありがとう</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Asante</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solidFill>
                <a:latin typeface="Arial" panose="020B0604020202020204" pitchFamily="34" charset="0"/>
                <a:cs typeface="Arial" panose="020B0604020202020204" pitchFamily="34" charset="0"/>
              </a:rPr>
              <a:t>Thank you</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감사합니다</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धन्यवाद</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Kiitos</a:t>
            </a:r>
          </a:p>
          <a:p>
            <a:pPr algn="r">
              <a:lnSpc>
                <a:spcPts val="3000"/>
              </a:lnSpc>
              <a:defRPr/>
            </a:pPr>
            <a:r>
              <a:rPr lang="en-US" sz="2400" kern="1200" noProof="1">
                <a:solidFill>
                  <a:schemeClr val="bg1">
                    <a:alpha val="25000"/>
                  </a:schemeClr>
                </a:solidFill>
                <a:latin typeface="Arial" panose="020B0604020202020204" pitchFamily="34" charset="0"/>
                <a:ea typeface="ＭＳ Ｐゴシック" charset="-128"/>
                <a:cs typeface="Arial" panose="020B0604020202020204" pitchFamily="34" charset="0"/>
              </a:rPr>
              <a:t>شكرًا</a:t>
            </a:r>
          </a:p>
          <a:p>
            <a:pPr algn="r">
              <a:lnSpc>
                <a:spcPts val="3000"/>
              </a:lnSpc>
              <a:defRPr/>
            </a:pPr>
            <a:r>
              <a:rPr lang="en-US" sz="2400" noProof="1">
                <a:solidFill>
                  <a:schemeClr val="bg1">
                    <a:alpha val="25000"/>
                  </a:schemeClr>
                </a:solidFill>
                <a:latin typeface="Arial" panose="020B0604020202020204" pitchFamily="34" charset="0"/>
              </a:rPr>
              <a:t>ধন্যবাদ</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תודה</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ధన్యవాదములు</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Köszönöm</a:t>
            </a:r>
          </a:p>
        </p:txBody>
      </p:sp>
    </p:spTree>
    <p:extLst>
      <p:ext uri="{BB962C8B-B14F-4D97-AF65-F5344CB8AC3E}">
        <p14:creationId xmlns:p14="http://schemas.microsoft.com/office/powerpoint/2010/main" val="2810575065"/>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1_Closing Slide">
    <p:bg>
      <p:bgPr>
        <a:solidFill>
          <a:schemeClr val="accent1"/>
        </a:solidFill>
        <a:effectLst/>
      </p:bgPr>
    </p:bg>
    <p:spTree>
      <p:nvGrpSpPr>
        <p:cNvPr id="1" name=""/>
        <p:cNvGrpSpPr/>
        <p:nvPr/>
      </p:nvGrpSpPr>
      <p:grpSpPr>
        <a:xfrm>
          <a:off x="0" y="0"/>
          <a:ext cx="0" cy="0"/>
          <a:chOff x="0" y="0"/>
          <a:chExt cx="0" cy="0"/>
        </a:xfrm>
      </p:grpSpPr>
      <p:pic>
        <p:nvPicPr>
          <p:cNvPr id="3" name="Picture 2" descr="A blue circle with a black background&#10;&#10;Description automatically generated">
            <a:extLst>
              <a:ext uri="{FF2B5EF4-FFF2-40B4-BE49-F238E27FC236}">
                <a16:creationId xmlns:a16="http://schemas.microsoft.com/office/drawing/2014/main" id="{7361937A-719B-4F76-BADA-2A50A2850E5C}"/>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30630" t="4489" r="30630" b="73720"/>
          <a:stretch/>
        </p:blipFill>
        <p:spPr>
          <a:xfrm>
            <a:off x="0" y="0"/>
            <a:ext cx="12192000" cy="6858000"/>
          </a:xfrm>
          <a:prstGeom prst="rect">
            <a:avLst/>
          </a:prstGeom>
        </p:spPr>
      </p:pic>
      <p:sp>
        <p:nvSpPr>
          <p:cNvPr id="6" name="Rectangle 5"/>
          <p:cNvSpPr>
            <a:spLocks noChangeArrowheads="1"/>
          </p:cNvSpPr>
          <p:nvPr userDrawn="1"/>
        </p:nvSpPr>
        <p:spPr bwMode="auto">
          <a:xfrm>
            <a:off x="334963" y="5662851"/>
            <a:ext cx="2658035" cy="8617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eaLnBrk="0" fontAlgn="base" hangingPunct="0">
              <a:spcBef>
                <a:spcPct val="0"/>
              </a:spcBef>
              <a:spcAft>
                <a:spcPct val="0"/>
              </a:spcAft>
              <a:defRPr>
                <a:solidFill>
                  <a:schemeClr val="tx1"/>
                </a:solidFill>
                <a:latin typeface="Calibri" charset="0"/>
                <a:ea typeface="ＭＳ Ｐゴシック" charset="-128"/>
              </a:defRPr>
            </a:lvl6pPr>
            <a:lvl7pPr marL="2971800" indent="-228600" eaLnBrk="0" fontAlgn="base" hangingPunct="0">
              <a:spcBef>
                <a:spcPct val="0"/>
              </a:spcBef>
              <a:spcAft>
                <a:spcPct val="0"/>
              </a:spcAft>
              <a:defRPr>
                <a:solidFill>
                  <a:schemeClr val="tx1"/>
                </a:solidFill>
                <a:latin typeface="Calibri" charset="0"/>
                <a:ea typeface="ＭＳ Ｐゴシック" charset="-128"/>
              </a:defRPr>
            </a:lvl7pPr>
            <a:lvl8pPr marL="3429000" indent="-228600" eaLnBrk="0" fontAlgn="base" hangingPunct="0">
              <a:spcBef>
                <a:spcPct val="0"/>
              </a:spcBef>
              <a:spcAft>
                <a:spcPct val="0"/>
              </a:spcAft>
              <a:defRPr>
                <a:solidFill>
                  <a:schemeClr val="tx1"/>
                </a:solidFill>
                <a:latin typeface="Calibri" charset="0"/>
                <a:ea typeface="ＭＳ Ｐゴシック" charset="-128"/>
              </a:defRPr>
            </a:lvl8pPr>
            <a:lvl9pPr marL="3886200" indent="-228600" eaLnBrk="0" fontAlgn="base" hangingPunct="0">
              <a:spcBef>
                <a:spcPct val="0"/>
              </a:spcBef>
              <a:spcAft>
                <a:spcPct val="0"/>
              </a:spcAft>
              <a:defRPr>
                <a:solidFill>
                  <a:schemeClr val="tx1"/>
                </a:solidFill>
                <a:latin typeface="Calibri" charset="0"/>
                <a:ea typeface="ＭＳ Ｐゴシック" charset="-128"/>
              </a:defRPr>
            </a:lvl9pPr>
          </a:lstStyle>
          <a:p>
            <a:pPr algn="l">
              <a:defRPr/>
            </a:pPr>
            <a:r>
              <a:rPr lang="en-US" sz="800" noProof="1">
                <a:solidFill>
                  <a:schemeClr val="bg1"/>
                </a:solidFill>
                <a:latin typeface="Arial" panose="020B0604020202020204" pitchFamily="34" charset="0"/>
                <a:cs typeface="Arial" panose="020B0604020202020204" pitchFamily="34" charset="0"/>
              </a:rPr>
              <a:t>The Arm trademarks featured in this presentation are registered trademarks or trademarks of Arm Limited </a:t>
            </a:r>
            <a:br>
              <a:rPr lang="en-US" sz="800" noProof="1">
                <a:solidFill>
                  <a:schemeClr val="bg1"/>
                </a:solidFill>
                <a:latin typeface="Arial" panose="020B0604020202020204" pitchFamily="34" charset="0"/>
                <a:cs typeface="Arial" panose="020B0604020202020204" pitchFamily="34" charset="0"/>
              </a:rPr>
            </a:br>
            <a:r>
              <a:rPr lang="en-US" sz="800" noProof="1">
                <a:solidFill>
                  <a:schemeClr val="bg1"/>
                </a:solidFill>
                <a:latin typeface="Arial" panose="020B0604020202020204" pitchFamily="34" charset="0"/>
                <a:cs typeface="Arial" panose="020B0604020202020204" pitchFamily="34" charset="0"/>
              </a:rPr>
              <a:t>(or its subsidiaries) in the US and/or elsewhere. All rights reserved. All other marks featured may be trademarks of their respective owners.</a:t>
            </a:r>
          </a:p>
          <a:p>
            <a:pPr algn="l">
              <a:defRPr/>
            </a:pPr>
            <a:br>
              <a:rPr lang="en-US" sz="800" noProof="1">
                <a:solidFill>
                  <a:schemeClr val="bg1"/>
                </a:solidFill>
                <a:latin typeface="Arial" panose="020B0604020202020204" pitchFamily="34" charset="0"/>
                <a:cs typeface="Arial" panose="020B0604020202020204" pitchFamily="34" charset="0"/>
              </a:rPr>
            </a:br>
            <a:r>
              <a:rPr lang="en-US" sz="800" noProof="1">
                <a:solidFill>
                  <a:schemeClr val="bg1"/>
                </a:solidFill>
                <a:latin typeface="Arial" panose="020B0604020202020204" pitchFamily="34" charset="0"/>
                <a:cs typeface="Arial" panose="020B0604020202020204" pitchFamily="34" charset="0"/>
              </a:rPr>
              <a:t>www.arm.com/company/policies/trademarks</a:t>
            </a:r>
          </a:p>
        </p:txBody>
      </p:sp>
      <p:pic>
        <p:nvPicPr>
          <p:cNvPr id="4" name="Picture 11">
            <a:extLst>
              <a:ext uri="{FF2B5EF4-FFF2-40B4-BE49-F238E27FC236}">
                <a16:creationId xmlns:a16="http://schemas.microsoft.com/office/drawing/2014/main" id="{0702DF4C-C16B-FB7F-C627-956839D90256}"/>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680716107"/>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userDrawn="1">
  <p:cSld name="10_Closing Slide">
    <p:bg>
      <p:bgPr>
        <a:gradFill flip="none" rotWithShape="1">
          <a:gsLst>
            <a:gs pos="100000">
              <a:schemeClr val="accent2"/>
            </a:gs>
            <a:gs pos="21000">
              <a:srgbClr val="00C1DE"/>
            </a:gs>
            <a:gs pos="49000">
              <a:schemeClr val="accent1"/>
            </a:gs>
          </a:gsLst>
          <a:lin ang="18900000" scaled="1"/>
          <a:tileRect/>
        </a:gradFill>
        <a:effectLst/>
      </p:bgPr>
    </p:bg>
    <p:spTree>
      <p:nvGrpSpPr>
        <p:cNvPr id="1" name=""/>
        <p:cNvGrpSpPr/>
        <p:nvPr/>
      </p:nvGrpSpPr>
      <p:grpSpPr>
        <a:xfrm>
          <a:off x="0" y="0"/>
          <a:ext cx="0" cy="0"/>
          <a:chOff x="0" y="0"/>
          <a:chExt cx="0" cy="0"/>
        </a:xfrm>
      </p:grpSpPr>
      <p:pic>
        <p:nvPicPr>
          <p:cNvPr id="4" name="Picture 3" descr="A blue circle with a black background&#10;&#10;Description automatically generated">
            <a:extLst>
              <a:ext uri="{FF2B5EF4-FFF2-40B4-BE49-F238E27FC236}">
                <a16:creationId xmlns:a16="http://schemas.microsoft.com/office/drawing/2014/main" id="{87FC3B0A-1B2E-5183-A106-AFF1AFAD527C}"/>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61260" t="38522" b="39687"/>
          <a:stretch/>
        </p:blipFill>
        <p:spPr>
          <a:xfrm>
            <a:off x="0" y="0"/>
            <a:ext cx="12192000" cy="6858000"/>
          </a:xfrm>
          <a:prstGeom prst="rect">
            <a:avLst/>
          </a:prstGeom>
        </p:spPr>
      </p:pic>
      <p:sp>
        <p:nvSpPr>
          <p:cNvPr id="5" name="Rectangle 4">
            <a:extLst>
              <a:ext uri="{FF2B5EF4-FFF2-40B4-BE49-F238E27FC236}">
                <a16:creationId xmlns:a16="http://schemas.microsoft.com/office/drawing/2014/main" id="{F698A3AF-7443-E497-DF07-403C6A630123}"/>
              </a:ext>
            </a:extLst>
          </p:cNvPr>
          <p:cNvSpPr>
            <a:spLocks noChangeArrowheads="1"/>
          </p:cNvSpPr>
          <p:nvPr userDrawn="1"/>
        </p:nvSpPr>
        <p:spPr bwMode="auto">
          <a:xfrm>
            <a:off x="7326471" y="0"/>
            <a:ext cx="4655186" cy="7017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Tack </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ಧನ್ಯವಾದಗಳು</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Merci</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Danke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Gracias</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Grazie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谢谢</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ありがとう</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Asante</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solidFill>
                <a:latin typeface="Arial" panose="020B0604020202020204" pitchFamily="34" charset="0"/>
                <a:cs typeface="Arial" panose="020B0604020202020204" pitchFamily="34" charset="0"/>
              </a:rPr>
              <a:t>Thank you</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감사합니다</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धन्यवाद</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Kiitos</a:t>
            </a:r>
          </a:p>
          <a:p>
            <a:pPr algn="r">
              <a:lnSpc>
                <a:spcPts val="3000"/>
              </a:lnSpc>
              <a:defRPr/>
            </a:pPr>
            <a:r>
              <a:rPr lang="en-US" sz="2400" kern="1200" noProof="1">
                <a:solidFill>
                  <a:schemeClr val="bg1">
                    <a:alpha val="25000"/>
                  </a:schemeClr>
                </a:solidFill>
                <a:latin typeface="Arial" panose="020B0604020202020204" pitchFamily="34" charset="0"/>
                <a:ea typeface="ＭＳ Ｐゴシック" charset="-128"/>
                <a:cs typeface="Arial" panose="020B0604020202020204" pitchFamily="34" charset="0"/>
              </a:rPr>
              <a:t>شكرًا</a:t>
            </a:r>
          </a:p>
          <a:p>
            <a:pPr algn="r">
              <a:lnSpc>
                <a:spcPts val="3000"/>
              </a:lnSpc>
              <a:defRPr/>
            </a:pPr>
            <a:r>
              <a:rPr lang="en-US" sz="2400" noProof="1">
                <a:solidFill>
                  <a:schemeClr val="bg1">
                    <a:alpha val="25000"/>
                  </a:schemeClr>
                </a:solidFill>
                <a:latin typeface="Arial" panose="020B0604020202020204" pitchFamily="34" charset="0"/>
              </a:rPr>
              <a:t>ধন্যবাদ</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תודה</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ధన్యవాదములు</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Köszönöm</a:t>
            </a:r>
          </a:p>
        </p:txBody>
      </p:sp>
      <p:pic>
        <p:nvPicPr>
          <p:cNvPr id="3" name="Picture 11">
            <a:extLst>
              <a:ext uri="{FF2B5EF4-FFF2-40B4-BE49-F238E27FC236}">
                <a16:creationId xmlns:a16="http://schemas.microsoft.com/office/drawing/2014/main" id="{41C96215-BC65-D5B1-AF78-CCD29136EAB8}"/>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1936560594"/>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userDrawn="1">
  <p:cSld name="4_Closing Slide">
    <p:bg>
      <p:bgPr>
        <a:solidFill>
          <a:schemeClr val="accent2"/>
        </a:solidFill>
        <a:effectLst/>
      </p:bgPr>
    </p:bg>
    <p:spTree>
      <p:nvGrpSpPr>
        <p:cNvPr id="1" name=""/>
        <p:cNvGrpSpPr/>
        <p:nvPr/>
      </p:nvGrpSpPr>
      <p:grpSpPr>
        <a:xfrm>
          <a:off x="0" y="0"/>
          <a:ext cx="0" cy="0"/>
          <a:chOff x="0" y="0"/>
          <a:chExt cx="0" cy="0"/>
        </a:xfrm>
      </p:grpSpPr>
      <p:pic>
        <p:nvPicPr>
          <p:cNvPr id="5" name="Picture 4" descr="A blue circle with a black background&#10;&#10;Description automatically generated">
            <a:extLst>
              <a:ext uri="{FF2B5EF4-FFF2-40B4-BE49-F238E27FC236}">
                <a16:creationId xmlns:a16="http://schemas.microsoft.com/office/drawing/2014/main" id="{E1F3F225-309F-2E09-4DD8-48893FA22961}"/>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61260" t="38522" b="39687"/>
          <a:stretch/>
        </p:blipFill>
        <p:spPr>
          <a:xfrm>
            <a:off x="0" y="0"/>
            <a:ext cx="12192000" cy="6858000"/>
          </a:xfrm>
          <a:prstGeom prst="rect">
            <a:avLst/>
          </a:prstGeom>
        </p:spPr>
      </p:pic>
      <p:sp>
        <p:nvSpPr>
          <p:cNvPr id="4" name="Rectangle 3">
            <a:extLst>
              <a:ext uri="{FF2B5EF4-FFF2-40B4-BE49-F238E27FC236}">
                <a16:creationId xmlns:a16="http://schemas.microsoft.com/office/drawing/2014/main" id="{B26AEBF6-6717-8CEA-D2B3-4A6E846AC3C8}"/>
              </a:ext>
            </a:extLst>
          </p:cNvPr>
          <p:cNvSpPr>
            <a:spLocks noChangeArrowheads="1"/>
          </p:cNvSpPr>
          <p:nvPr userDrawn="1"/>
        </p:nvSpPr>
        <p:spPr bwMode="auto">
          <a:xfrm>
            <a:off x="334963" y="5601295"/>
            <a:ext cx="3837192"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eaLnBrk="0" fontAlgn="base" hangingPunct="0">
              <a:spcBef>
                <a:spcPct val="0"/>
              </a:spcBef>
              <a:spcAft>
                <a:spcPct val="0"/>
              </a:spcAft>
              <a:defRPr>
                <a:solidFill>
                  <a:schemeClr val="tx1"/>
                </a:solidFill>
                <a:latin typeface="Calibri" charset="0"/>
                <a:ea typeface="ＭＳ Ｐゴシック" charset="-128"/>
              </a:defRPr>
            </a:lvl6pPr>
            <a:lvl7pPr marL="2971800" indent="-228600" eaLnBrk="0" fontAlgn="base" hangingPunct="0">
              <a:spcBef>
                <a:spcPct val="0"/>
              </a:spcBef>
              <a:spcAft>
                <a:spcPct val="0"/>
              </a:spcAft>
              <a:defRPr>
                <a:solidFill>
                  <a:schemeClr val="tx1"/>
                </a:solidFill>
                <a:latin typeface="Calibri" charset="0"/>
                <a:ea typeface="ＭＳ Ｐゴシック" charset="-128"/>
              </a:defRPr>
            </a:lvl7pPr>
            <a:lvl8pPr marL="3429000" indent="-228600" eaLnBrk="0" fontAlgn="base" hangingPunct="0">
              <a:spcBef>
                <a:spcPct val="0"/>
              </a:spcBef>
              <a:spcAft>
                <a:spcPct val="0"/>
              </a:spcAft>
              <a:defRPr>
                <a:solidFill>
                  <a:schemeClr val="tx1"/>
                </a:solidFill>
                <a:latin typeface="Calibri" charset="0"/>
                <a:ea typeface="ＭＳ Ｐゴシック" charset="-128"/>
              </a:defRPr>
            </a:lvl8pPr>
            <a:lvl9pPr marL="3886200" indent="-228600" eaLnBrk="0" fontAlgn="base" hangingPunct="0">
              <a:spcBef>
                <a:spcPct val="0"/>
              </a:spcBef>
              <a:spcAft>
                <a:spcPct val="0"/>
              </a:spcAft>
              <a:defRPr>
                <a:solidFill>
                  <a:schemeClr val="tx1"/>
                </a:solidFill>
                <a:latin typeface="Calibri" charset="0"/>
                <a:ea typeface="ＭＳ Ｐゴシック" charset="-128"/>
              </a:defRPr>
            </a:lvl9pPr>
          </a:lstStyle>
          <a:p>
            <a:pPr algn="l">
              <a:defRPr/>
            </a:pPr>
            <a:r>
              <a:rPr lang="en-US" sz="1000" noProof="1">
                <a:solidFill>
                  <a:schemeClr val="bg1"/>
                </a:solidFill>
                <a:latin typeface="Arial" panose="020B0604020202020204" pitchFamily="34" charset="0"/>
                <a:cs typeface="Arial" panose="020B0604020202020204" pitchFamily="34" charset="0"/>
              </a:rPr>
              <a:t>The Arm trademarks featured in this presentation are registered trademarks or trademarks of Arm Limited (or its subsidiaries) in the US and/or elsewhere. All rights reserved. All other marks featured may be trademarks of their respective owners.</a:t>
            </a:r>
          </a:p>
          <a:p>
            <a:pPr algn="l">
              <a:defRPr/>
            </a:pPr>
            <a:br>
              <a:rPr lang="en-US" sz="1000" noProof="1">
                <a:solidFill>
                  <a:schemeClr val="bg1"/>
                </a:solidFill>
                <a:latin typeface="Arial" panose="020B0604020202020204" pitchFamily="34" charset="0"/>
                <a:cs typeface="Arial" panose="020B0604020202020204" pitchFamily="34" charset="0"/>
              </a:rPr>
            </a:br>
            <a:r>
              <a:rPr lang="en-US" sz="1000" noProof="1">
                <a:solidFill>
                  <a:schemeClr val="bg1"/>
                </a:solidFill>
                <a:latin typeface="Arial" panose="020B0604020202020204" pitchFamily="34" charset="0"/>
                <a:cs typeface="Arial" panose="020B0604020202020204" pitchFamily="34" charset="0"/>
              </a:rPr>
              <a:t>www.arm.com/company/policies/trademarks</a:t>
            </a:r>
          </a:p>
        </p:txBody>
      </p:sp>
      <p:pic>
        <p:nvPicPr>
          <p:cNvPr id="3" name="Picture 11">
            <a:extLst>
              <a:ext uri="{FF2B5EF4-FFF2-40B4-BE49-F238E27FC236}">
                <a16:creationId xmlns:a16="http://schemas.microsoft.com/office/drawing/2014/main" id="{173C2F34-C098-3FF4-A356-9A5AE8AC246A}"/>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225050679"/>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userDrawn="1">
  <p:cSld name="9_Closing Slide">
    <p:bg>
      <p:bgPr>
        <a:solidFill>
          <a:schemeClr val="bg1"/>
        </a:solidFill>
        <a:effectLst/>
      </p:bgPr>
    </p:bg>
    <p:spTree>
      <p:nvGrpSpPr>
        <p:cNvPr id="1" name=""/>
        <p:cNvGrpSpPr/>
        <p:nvPr/>
      </p:nvGrpSpPr>
      <p:grpSpPr>
        <a:xfrm>
          <a:off x="0" y="0"/>
          <a:ext cx="0" cy="0"/>
          <a:chOff x="0" y="0"/>
          <a:chExt cx="0" cy="0"/>
        </a:xfrm>
      </p:grpSpPr>
      <p:pic>
        <p:nvPicPr>
          <p:cNvPr id="4" name="Picture 3" descr="A rainbow colored light on a white background&#10;&#10;Description automatically generated">
            <a:extLst>
              <a:ext uri="{FF2B5EF4-FFF2-40B4-BE49-F238E27FC236}">
                <a16:creationId xmlns:a16="http://schemas.microsoft.com/office/drawing/2014/main" id="{36586134-C8EC-543F-9A46-09509090B258}"/>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rot="5400000">
            <a:off x="1140113" y="1500192"/>
            <a:ext cx="6858000" cy="3857625"/>
          </a:xfrm>
          <a:prstGeom prst="rect">
            <a:avLst/>
          </a:prstGeom>
        </p:spPr>
      </p:pic>
      <p:pic>
        <p:nvPicPr>
          <p:cNvPr id="2" name="Picture 8">
            <a:extLst>
              <a:ext uri="{FF2B5EF4-FFF2-40B4-BE49-F238E27FC236}">
                <a16:creationId xmlns:a16="http://schemas.microsoft.com/office/drawing/2014/main" id="{261D619C-3FF1-3ED8-A8F2-07E95F199600}"/>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52354" y="3256297"/>
            <a:ext cx="1129053" cy="344457"/>
          </a:xfrm>
          <a:prstGeom prst="rect">
            <a:avLst/>
          </a:prstGeom>
        </p:spPr>
      </p:pic>
      <p:sp>
        <p:nvSpPr>
          <p:cNvPr id="3" name="Rectangle 2">
            <a:extLst>
              <a:ext uri="{FF2B5EF4-FFF2-40B4-BE49-F238E27FC236}">
                <a16:creationId xmlns:a16="http://schemas.microsoft.com/office/drawing/2014/main" id="{2ADE8DD1-069F-97B2-E9C6-5610B87649B6}"/>
              </a:ext>
            </a:extLst>
          </p:cNvPr>
          <p:cNvSpPr>
            <a:spLocks noChangeArrowheads="1"/>
          </p:cNvSpPr>
          <p:nvPr userDrawn="1"/>
        </p:nvSpPr>
        <p:spPr bwMode="auto">
          <a:xfrm>
            <a:off x="7326471" y="0"/>
            <a:ext cx="4655186" cy="7017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Tack</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ಧನ್ಯವಾದಗಳು</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Merci</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Danke</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Gracias</a:t>
            </a:r>
            <a:br>
              <a:rPr lang="en-US" sz="2400" noProof="1">
                <a:solidFill>
                  <a:schemeClr val="accent6">
                    <a:alpha val="25000"/>
                  </a:schemeClr>
                </a:solidFill>
                <a:latin typeface="Arial" panose="020B0604020202020204" pitchFamily="34" charset="0"/>
                <a:cs typeface="Arial" panose="020B0604020202020204" pitchFamily="34" charset="0"/>
              </a:rPr>
            </a:br>
            <a:r>
              <a:rPr lang="en-US" sz="2400" noProof="1">
                <a:solidFill>
                  <a:schemeClr val="accent6">
                    <a:alpha val="25000"/>
                  </a:schemeClr>
                </a:solidFill>
                <a:latin typeface="Arial" panose="020B0604020202020204" pitchFamily="34" charset="0"/>
                <a:cs typeface="Arial" panose="020B0604020202020204" pitchFamily="34" charset="0"/>
              </a:rPr>
              <a:t>Grazie</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谢谢</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ありがとう</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accent6">
                    <a:alpha val="25000"/>
                  </a:schemeClr>
                </a:solidFill>
                <a:latin typeface="Arial" panose="020B0604020202020204" pitchFamily="34" charset="0"/>
                <a:cs typeface="Arial" panose="020B0604020202020204" pitchFamily="34" charset="0"/>
              </a:rPr>
              <a:t>Asante</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tx2"/>
                </a:solidFill>
                <a:latin typeface="Arial" panose="020B0604020202020204" pitchFamily="34" charset="0"/>
                <a:cs typeface="Arial" panose="020B0604020202020204" pitchFamily="34" charset="0"/>
              </a:rPr>
              <a:t>Thank you</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감사합니다</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धन्यवाद</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accent6">
                    <a:alpha val="25000"/>
                  </a:schemeClr>
                </a:solidFill>
                <a:latin typeface="Arial" panose="020B0604020202020204" pitchFamily="34" charset="0"/>
                <a:cs typeface="Arial" panose="020B0604020202020204" pitchFamily="34" charset="0"/>
              </a:rPr>
              <a:t>Kiitos</a:t>
            </a:r>
          </a:p>
          <a:p>
            <a:pPr algn="r">
              <a:lnSpc>
                <a:spcPts val="3000"/>
              </a:lnSpc>
              <a:defRPr/>
            </a:pPr>
            <a:r>
              <a:rPr lang="en-US" sz="2400" kern="1200" noProof="1">
                <a:solidFill>
                  <a:schemeClr val="accent6">
                    <a:alpha val="25000"/>
                  </a:schemeClr>
                </a:solidFill>
                <a:latin typeface="Arial" panose="020B0604020202020204" pitchFamily="34" charset="0"/>
                <a:ea typeface="ＭＳ Ｐゴシック" charset="-128"/>
                <a:cs typeface="Arial" panose="020B0604020202020204" pitchFamily="34" charset="0"/>
              </a:rPr>
              <a:t>شكرًا</a:t>
            </a:r>
          </a:p>
          <a:p>
            <a:pPr algn="r">
              <a:lnSpc>
                <a:spcPts val="3000"/>
              </a:lnSpc>
              <a:defRPr/>
            </a:pPr>
            <a:r>
              <a:rPr lang="en-US" sz="2400" noProof="1">
                <a:solidFill>
                  <a:schemeClr val="accent6">
                    <a:alpha val="25000"/>
                  </a:schemeClr>
                </a:solidFill>
                <a:latin typeface="Arial" panose="020B0604020202020204" pitchFamily="34" charset="0"/>
              </a:rPr>
              <a:t>ধন্যবাদ</a:t>
            </a:r>
            <a:br>
              <a:rPr lang="en-US" sz="2400" noProof="1">
                <a:solidFill>
                  <a:schemeClr val="accent6">
                    <a:alpha val="25000"/>
                  </a:schemeClr>
                </a:solidFill>
                <a:latin typeface="Arial" panose="020B0604020202020204" pitchFamily="34" charset="0"/>
                <a:cs typeface="Arial" panose="020B0604020202020204" pitchFamily="34" charset="0"/>
              </a:rPr>
            </a:br>
            <a:r>
              <a:rPr lang="en-US" sz="2400" noProof="1">
                <a:solidFill>
                  <a:schemeClr val="accent6">
                    <a:alpha val="25000"/>
                  </a:schemeClr>
                </a:solidFill>
                <a:latin typeface="Arial" panose="020B0604020202020204" pitchFamily="34" charset="0"/>
                <a:cs typeface="Arial" panose="020B0604020202020204" pitchFamily="34" charset="0"/>
              </a:rPr>
              <a:t>תודה</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accent6">
                    <a:alpha val="25000"/>
                  </a:schemeClr>
                </a:solidFill>
                <a:effectLst/>
                <a:latin typeface="Arial" panose="020B0604020202020204" pitchFamily="34" charset="0"/>
              </a:rPr>
              <a:t>ధన్యవాదములు</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accent6">
                    <a:alpha val="25000"/>
                  </a:schemeClr>
                </a:solidFill>
                <a:effectLst/>
                <a:latin typeface="Arial" panose="020B0604020202020204" pitchFamily="34" charset="0"/>
              </a:rPr>
              <a:t>Köszönöm</a:t>
            </a:r>
          </a:p>
        </p:txBody>
      </p:sp>
    </p:spTree>
    <p:extLst>
      <p:ext uri="{BB962C8B-B14F-4D97-AF65-F5344CB8AC3E}">
        <p14:creationId xmlns:p14="http://schemas.microsoft.com/office/powerpoint/2010/main" val="1177279682"/>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userDrawn="1">
  <p:cSld name="8_Closing Slide">
    <p:bg>
      <p:bgPr>
        <a:solidFill>
          <a:schemeClr val="bg1"/>
        </a:solidFill>
        <a:effectLst/>
      </p:bgPr>
    </p:bg>
    <p:spTree>
      <p:nvGrpSpPr>
        <p:cNvPr id="1" name=""/>
        <p:cNvGrpSpPr/>
        <p:nvPr/>
      </p:nvGrpSpPr>
      <p:grpSpPr>
        <a:xfrm>
          <a:off x="0" y="0"/>
          <a:ext cx="0" cy="0"/>
          <a:chOff x="0" y="0"/>
          <a:chExt cx="0" cy="0"/>
        </a:xfrm>
      </p:grpSpPr>
      <p:pic>
        <p:nvPicPr>
          <p:cNvPr id="3" name="Picture 2" descr="A rainbow colored light on a white background&#10;&#10;Description automatically generated">
            <a:extLst>
              <a:ext uri="{FF2B5EF4-FFF2-40B4-BE49-F238E27FC236}">
                <a16:creationId xmlns:a16="http://schemas.microsoft.com/office/drawing/2014/main" id="{B73A29E6-E9F1-5B2F-2688-7663FBD23B1E}"/>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rot="5400000">
            <a:off x="1140113" y="1500192"/>
            <a:ext cx="6858000" cy="3857625"/>
          </a:xfrm>
          <a:prstGeom prst="rect">
            <a:avLst/>
          </a:prstGeom>
        </p:spPr>
      </p:pic>
      <p:sp>
        <p:nvSpPr>
          <p:cNvPr id="5" name="Rectangle 4">
            <a:extLst>
              <a:ext uri="{FF2B5EF4-FFF2-40B4-BE49-F238E27FC236}">
                <a16:creationId xmlns:a16="http://schemas.microsoft.com/office/drawing/2014/main" id="{DF9E4EE0-1E94-ABC1-F835-25183B1E6DF1}"/>
              </a:ext>
            </a:extLst>
          </p:cNvPr>
          <p:cNvSpPr>
            <a:spLocks noChangeArrowheads="1"/>
          </p:cNvSpPr>
          <p:nvPr userDrawn="1"/>
        </p:nvSpPr>
        <p:spPr bwMode="auto">
          <a:xfrm>
            <a:off x="334963" y="5662851"/>
            <a:ext cx="2658035" cy="8617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eaLnBrk="0" fontAlgn="base" hangingPunct="0">
              <a:spcBef>
                <a:spcPct val="0"/>
              </a:spcBef>
              <a:spcAft>
                <a:spcPct val="0"/>
              </a:spcAft>
              <a:defRPr>
                <a:solidFill>
                  <a:schemeClr val="tx1"/>
                </a:solidFill>
                <a:latin typeface="Calibri" charset="0"/>
                <a:ea typeface="ＭＳ Ｐゴシック" charset="-128"/>
              </a:defRPr>
            </a:lvl6pPr>
            <a:lvl7pPr marL="2971800" indent="-228600" eaLnBrk="0" fontAlgn="base" hangingPunct="0">
              <a:spcBef>
                <a:spcPct val="0"/>
              </a:spcBef>
              <a:spcAft>
                <a:spcPct val="0"/>
              </a:spcAft>
              <a:defRPr>
                <a:solidFill>
                  <a:schemeClr val="tx1"/>
                </a:solidFill>
                <a:latin typeface="Calibri" charset="0"/>
                <a:ea typeface="ＭＳ Ｐゴシック" charset="-128"/>
              </a:defRPr>
            </a:lvl7pPr>
            <a:lvl8pPr marL="3429000" indent="-228600" eaLnBrk="0" fontAlgn="base" hangingPunct="0">
              <a:spcBef>
                <a:spcPct val="0"/>
              </a:spcBef>
              <a:spcAft>
                <a:spcPct val="0"/>
              </a:spcAft>
              <a:defRPr>
                <a:solidFill>
                  <a:schemeClr val="tx1"/>
                </a:solidFill>
                <a:latin typeface="Calibri" charset="0"/>
                <a:ea typeface="ＭＳ Ｐゴシック" charset="-128"/>
              </a:defRPr>
            </a:lvl8pPr>
            <a:lvl9pPr marL="3886200" indent="-228600" eaLnBrk="0" fontAlgn="base" hangingPunct="0">
              <a:spcBef>
                <a:spcPct val="0"/>
              </a:spcBef>
              <a:spcAft>
                <a:spcPct val="0"/>
              </a:spcAft>
              <a:defRPr>
                <a:solidFill>
                  <a:schemeClr val="tx1"/>
                </a:solidFill>
                <a:latin typeface="Calibri" charset="0"/>
                <a:ea typeface="ＭＳ Ｐゴシック" charset="-128"/>
              </a:defRPr>
            </a:lvl9pPr>
          </a:lstStyle>
          <a:p>
            <a:pPr algn="l">
              <a:defRPr/>
            </a:pPr>
            <a:r>
              <a:rPr lang="en-US" sz="800" noProof="1">
                <a:solidFill>
                  <a:schemeClr val="tx1"/>
                </a:solidFill>
                <a:latin typeface="Arial" panose="020B0604020202020204" pitchFamily="34" charset="0"/>
                <a:cs typeface="Arial" panose="020B0604020202020204" pitchFamily="34" charset="0"/>
              </a:rPr>
              <a:t>The Arm trademarks featured in this presentation are registered trademarks or trademarks of Arm Limited </a:t>
            </a:r>
            <a:br>
              <a:rPr lang="en-US" sz="800" noProof="1">
                <a:solidFill>
                  <a:schemeClr val="tx1"/>
                </a:solidFill>
                <a:latin typeface="Arial" panose="020B0604020202020204" pitchFamily="34" charset="0"/>
                <a:cs typeface="Arial" panose="020B0604020202020204" pitchFamily="34" charset="0"/>
              </a:rPr>
            </a:br>
            <a:r>
              <a:rPr lang="en-US" sz="800" noProof="1">
                <a:solidFill>
                  <a:schemeClr val="tx1"/>
                </a:solidFill>
                <a:latin typeface="Arial" panose="020B0604020202020204" pitchFamily="34" charset="0"/>
                <a:cs typeface="Arial" panose="020B0604020202020204" pitchFamily="34" charset="0"/>
              </a:rPr>
              <a:t>(or its subsidiaries) in the US and/or elsewhere. All rights reserved. All other marks featured may be trademarks of their respective owners.</a:t>
            </a:r>
          </a:p>
          <a:p>
            <a:pPr algn="l">
              <a:defRPr/>
            </a:pPr>
            <a:br>
              <a:rPr lang="en-US" sz="800" noProof="1">
                <a:solidFill>
                  <a:schemeClr val="accent2"/>
                </a:solidFill>
                <a:latin typeface="Arial" panose="020B0604020202020204" pitchFamily="34" charset="0"/>
                <a:cs typeface="Arial" panose="020B0604020202020204" pitchFamily="34" charset="0"/>
              </a:rPr>
            </a:br>
            <a:r>
              <a:rPr lang="en-US" sz="800" noProof="1">
                <a:solidFill>
                  <a:schemeClr val="accent2"/>
                </a:solidFill>
                <a:latin typeface="Arial" panose="020B0604020202020204" pitchFamily="34" charset="0"/>
                <a:cs typeface="Arial" panose="020B0604020202020204" pitchFamily="34" charset="0"/>
              </a:rPr>
              <a:t>www.arm.com/company/policies/trademarks</a:t>
            </a:r>
          </a:p>
        </p:txBody>
      </p:sp>
      <p:pic>
        <p:nvPicPr>
          <p:cNvPr id="4" name="Picture 8">
            <a:extLst>
              <a:ext uri="{FF2B5EF4-FFF2-40B4-BE49-F238E27FC236}">
                <a16:creationId xmlns:a16="http://schemas.microsoft.com/office/drawing/2014/main" id="{704BD083-B9DE-015E-8172-3DBA1E572DD6}"/>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52354" y="3256297"/>
            <a:ext cx="1129053" cy="344457"/>
          </a:xfrm>
          <a:prstGeom prst="rect">
            <a:avLst/>
          </a:prstGeom>
        </p:spPr>
      </p:pic>
    </p:spTree>
    <p:extLst>
      <p:ext uri="{BB962C8B-B14F-4D97-AF65-F5344CB8AC3E}">
        <p14:creationId xmlns:p14="http://schemas.microsoft.com/office/powerpoint/2010/main" val="3034125710"/>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2851463823"/>
      </p:ext>
    </p:extLst>
  </p:cSld>
  <p:clrMapOvr>
    <a:masterClrMapping/>
  </p:clrMapOvr>
  <p:transition>
    <p:pull dir="ru"/>
  </p:transition>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userDrawn="1">
  <p:cSld name="26_Section Divider slide">
    <p:bg>
      <p:bgPr>
        <a:solidFill>
          <a:schemeClr val="tx1"/>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F00B8D7C-44A6-5B7F-37C4-32A31072C4FB}"/>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EBA5CBF-D6E1-B78D-F819-958659F344AC}"/>
              </a:ext>
            </a:extLst>
          </p:cNvPr>
          <p:cNvSpPr>
            <a:spLocks noGrp="1"/>
          </p:cNvSpPr>
          <p:nvPr>
            <p:ph type="title" hasCustomPrompt="1"/>
          </p:nvPr>
        </p:nvSpPr>
        <p:spPr>
          <a:xfrm>
            <a:off x="360679" y="1510375"/>
            <a:ext cx="5733288"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3" name="Subtitle 2">
            <a:extLst>
              <a:ext uri="{FF2B5EF4-FFF2-40B4-BE49-F238E27FC236}">
                <a16:creationId xmlns:a16="http://schemas.microsoft.com/office/drawing/2014/main" id="{B1C6E3DC-972F-62B3-9E08-06619B001237}"/>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 Placeholder 28">
            <a:extLst>
              <a:ext uri="{FF2B5EF4-FFF2-40B4-BE49-F238E27FC236}">
                <a16:creationId xmlns:a16="http://schemas.microsoft.com/office/drawing/2014/main" id="{AB8FC761-48C1-0B41-C76D-7ED7EE5C1EA7}"/>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5" name="Text Placeholder 28">
            <a:extLst>
              <a:ext uri="{FF2B5EF4-FFF2-40B4-BE49-F238E27FC236}">
                <a16:creationId xmlns:a16="http://schemas.microsoft.com/office/drawing/2014/main" id="{5CF4A44A-4298-863E-FC69-36B0A1E251CA}"/>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6" name="TextBox 26">
            <a:extLst>
              <a:ext uri="{FF2B5EF4-FFF2-40B4-BE49-F238E27FC236}">
                <a16:creationId xmlns:a16="http://schemas.microsoft.com/office/drawing/2014/main" id="{5FD91979-AA2E-D861-9691-AEC93BBC9635}"/>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8" name="TextBox 20">
            <a:extLst>
              <a:ext uri="{FF2B5EF4-FFF2-40B4-BE49-F238E27FC236}">
                <a16:creationId xmlns:a16="http://schemas.microsoft.com/office/drawing/2014/main" id="{3F69861B-E0D0-9572-3879-5F969D0E21FC}"/>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7" name="Picture 11">
            <a:extLst>
              <a:ext uri="{FF2B5EF4-FFF2-40B4-BE49-F238E27FC236}">
                <a16:creationId xmlns:a16="http://schemas.microsoft.com/office/drawing/2014/main" id="{DE710A64-B222-9BC9-9110-2AF30A60018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092513498"/>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userDrawn="1">
  <p:cSld name="30_Section Divider slide">
    <p:bg>
      <p:bgPr>
        <a:solidFill>
          <a:schemeClr val="tx1"/>
        </a:solidFill>
        <a:effectLst/>
      </p:bgPr>
    </p:bg>
    <p:spTree>
      <p:nvGrpSpPr>
        <p:cNvPr id="1" name=""/>
        <p:cNvGrpSpPr/>
        <p:nvPr/>
      </p:nvGrpSpPr>
      <p:grpSpPr>
        <a:xfrm>
          <a:off x="0" y="0"/>
          <a:ext cx="0" cy="0"/>
          <a:chOff x="0" y="0"/>
          <a:chExt cx="0" cy="0"/>
        </a:xfrm>
      </p:grpSpPr>
      <p:pic>
        <p:nvPicPr>
          <p:cNvPr id="19" name="Picture 18">
            <a:extLst>
              <a:ext uri="{FF2B5EF4-FFF2-40B4-BE49-F238E27FC236}">
                <a16:creationId xmlns:a16="http://schemas.microsoft.com/office/drawing/2014/main" id="{E7F0CCD5-1073-94D8-28C7-67498686579A}"/>
              </a:ext>
            </a:extLst>
          </p:cNvPr>
          <p:cNvPicPr>
            <a:picLocks noChangeAspect="1"/>
          </p:cNvPicPr>
          <p:nvPr userDrawn="1"/>
        </p:nvPicPr>
        <p:blipFill>
          <a:blip r:embed="rId2"/>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EBA5CBF-D6E1-B78D-F819-958659F344AC}"/>
              </a:ext>
            </a:extLst>
          </p:cNvPr>
          <p:cNvSpPr>
            <a:spLocks noGrp="1"/>
          </p:cNvSpPr>
          <p:nvPr>
            <p:ph type="title" hasCustomPrompt="1"/>
          </p:nvPr>
        </p:nvSpPr>
        <p:spPr>
          <a:xfrm>
            <a:off x="360679" y="1510375"/>
            <a:ext cx="5733288"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3" name="Subtitle 2">
            <a:extLst>
              <a:ext uri="{FF2B5EF4-FFF2-40B4-BE49-F238E27FC236}">
                <a16:creationId xmlns:a16="http://schemas.microsoft.com/office/drawing/2014/main" id="{B1C6E3DC-972F-62B3-9E08-06619B001237}"/>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 Placeholder 28">
            <a:extLst>
              <a:ext uri="{FF2B5EF4-FFF2-40B4-BE49-F238E27FC236}">
                <a16:creationId xmlns:a16="http://schemas.microsoft.com/office/drawing/2014/main" id="{AB8FC761-48C1-0B41-C76D-7ED7EE5C1EA7}"/>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5" name="Text Placeholder 28">
            <a:extLst>
              <a:ext uri="{FF2B5EF4-FFF2-40B4-BE49-F238E27FC236}">
                <a16:creationId xmlns:a16="http://schemas.microsoft.com/office/drawing/2014/main" id="{5CF4A44A-4298-863E-FC69-36B0A1E251CA}"/>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6" name="TextBox 26">
            <a:extLst>
              <a:ext uri="{FF2B5EF4-FFF2-40B4-BE49-F238E27FC236}">
                <a16:creationId xmlns:a16="http://schemas.microsoft.com/office/drawing/2014/main" id="{5FD91979-AA2E-D861-9691-AEC93BBC9635}"/>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8" name="TextBox 20">
            <a:extLst>
              <a:ext uri="{FF2B5EF4-FFF2-40B4-BE49-F238E27FC236}">
                <a16:creationId xmlns:a16="http://schemas.microsoft.com/office/drawing/2014/main" id="{3F69861B-E0D0-9572-3879-5F969D0E21FC}"/>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7" name="Picture 11">
            <a:extLst>
              <a:ext uri="{FF2B5EF4-FFF2-40B4-BE49-F238E27FC236}">
                <a16:creationId xmlns:a16="http://schemas.microsoft.com/office/drawing/2014/main" id="{DE710A64-B222-9BC9-9110-2AF30A60018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1968402216"/>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p:cSld name="28_Section Divider slide">
    <p:bg>
      <p:bgPr>
        <a:solidFill>
          <a:schemeClr val="tx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024DF13C-CEF9-9574-2804-C3448105D35D}"/>
              </a:ext>
            </a:extLst>
          </p:cNvPr>
          <p:cNvPicPr>
            <a:picLocks noChangeAspect="1"/>
          </p:cNvPicPr>
          <p:nvPr userDrawn="1"/>
        </p:nvPicPr>
        <p:blipFill>
          <a:blip r:embed="rId2"/>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EBA5CBF-D6E1-B78D-F819-958659F344AC}"/>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tx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3" name="Subtitle 2">
            <a:extLst>
              <a:ext uri="{FF2B5EF4-FFF2-40B4-BE49-F238E27FC236}">
                <a16:creationId xmlns:a16="http://schemas.microsoft.com/office/drawing/2014/main" id="{B1C6E3DC-972F-62B3-9E08-06619B001237}"/>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tx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 Placeholder 28">
            <a:extLst>
              <a:ext uri="{FF2B5EF4-FFF2-40B4-BE49-F238E27FC236}">
                <a16:creationId xmlns:a16="http://schemas.microsoft.com/office/drawing/2014/main" id="{AB8FC761-48C1-0B41-C76D-7ED7EE5C1EA7}"/>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tx1"/>
                </a:solidFill>
              </a:defRPr>
            </a:lvl1pPr>
          </a:lstStyle>
          <a:p>
            <a:pPr lvl="0"/>
            <a:r>
              <a:rPr lang="en-US" dirty="0"/>
              <a:t>Date</a:t>
            </a:r>
          </a:p>
        </p:txBody>
      </p:sp>
      <p:sp>
        <p:nvSpPr>
          <p:cNvPr id="5" name="Text Placeholder 28">
            <a:extLst>
              <a:ext uri="{FF2B5EF4-FFF2-40B4-BE49-F238E27FC236}">
                <a16:creationId xmlns:a16="http://schemas.microsoft.com/office/drawing/2014/main" id="{5CF4A44A-4298-863E-FC69-36B0A1E251CA}"/>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tx1"/>
                </a:solidFill>
              </a:defRPr>
            </a:lvl1pPr>
          </a:lstStyle>
          <a:p>
            <a:pPr lvl="0"/>
            <a:r>
              <a:rPr lang="en-US" dirty="0"/>
              <a:t>Author Name</a:t>
            </a:r>
          </a:p>
        </p:txBody>
      </p:sp>
      <p:sp>
        <p:nvSpPr>
          <p:cNvPr id="6" name="TextBox 26">
            <a:extLst>
              <a:ext uri="{FF2B5EF4-FFF2-40B4-BE49-F238E27FC236}">
                <a16:creationId xmlns:a16="http://schemas.microsoft.com/office/drawing/2014/main" id="{5FD91979-AA2E-D861-9691-AEC93BBC9635}"/>
              </a:ext>
            </a:extLst>
          </p:cNvPr>
          <p:cNvSpPr txBox="1">
            <a:spLocks noChangeArrowheads="1"/>
          </p:cNvSpPr>
          <p:nvPr/>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tx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tx1"/>
              </a:solidFill>
              <a:latin typeface="Arial" panose="020B0604020202020204" pitchFamily="34" charset="0"/>
              <a:cs typeface="Arial" panose="020B0604020202020204" pitchFamily="34" charset="0"/>
            </a:endParaRPr>
          </a:p>
        </p:txBody>
      </p:sp>
      <p:sp>
        <p:nvSpPr>
          <p:cNvPr id="8" name="TextBox 20">
            <a:extLst>
              <a:ext uri="{FF2B5EF4-FFF2-40B4-BE49-F238E27FC236}">
                <a16:creationId xmlns:a16="http://schemas.microsoft.com/office/drawing/2014/main" id="{3F69861B-E0D0-9572-3879-5F969D0E21FC}"/>
              </a:ext>
            </a:extLst>
          </p:cNvPr>
          <p:cNvSpPr txBox="1">
            <a:spLocks noChangeArrowheads="1"/>
          </p:cNvSpPr>
          <p:nvPr/>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tx1">
                    <a:alpha val="50199"/>
                  </a:schemeClr>
                </a:solidFill>
                <a:latin typeface="Arial" panose="020B0604020202020204" pitchFamily="34" charset="0"/>
                <a:cs typeface="Arial" panose="020B0604020202020204" pitchFamily="34" charset="0"/>
              </a:rPr>
              <a:t>© 2026 Arm</a:t>
            </a:r>
          </a:p>
        </p:txBody>
      </p:sp>
      <p:pic>
        <p:nvPicPr>
          <p:cNvPr id="10" name="Picture 8">
            <a:extLst>
              <a:ext uri="{FF2B5EF4-FFF2-40B4-BE49-F238E27FC236}">
                <a16:creationId xmlns:a16="http://schemas.microsoft.com/office/drawing/2014/main" id="{418B7164-E5EA-9C91-E9A0-19002D802CE5}"/>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52354" y="344745"/>
            <a:ext cx="1129053" cy="344457"/>
          </a:xfrm>
          <a:prstGeom prst="rect">
            <a:avLst/>
          </a:prstGeom>
        </p:spPr>
      </p:pic>
    </p:spTree>
    <p:extLst>
      <p:ext uri="{BB962C8B-B14F-4D97-AF65-F5344CB8AC3E}">
        <p14:creationId xmlns:p14="http://schemas.microsoft.com/office/powerpoint/2010/main" val="1104605129"/>
      </p:ext>
    </p:extLst>
  </p:cSld>
  <p:clrMapOvr>
    <a:masterClrMapping/>
  </p:clrMapOvr>
  <p:hf hdr="0" ftr="0" dt="0"/>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p:cSld name="27_Section Divider slide">
    <p:bg>
      <p:bgPr>
        <a:solidFill>
          <a:schemeClr val="tx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E3FC792F-A7B3-821E-36A6-EB6D93EA6DF1}"/>
              </a:ext>
            </a:extLst>
          </p:cNvPr>
          <p:cNvPicPr>
            <a:picLocks noChangeAspect="1"/>
          </p:cNvPicPr>
          <p:nvPr userDrawn="1"/>
        </p:nvPicPr>
        <p:blipFill>
          <a:blip r:embed="rId2"/>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EBA5CBF-D6E1-B78D-F819-958659F344AC}"/>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3" name="Subtitle 2">
            <a:extLst>
              <a:ext uri="{FF2B5EF4-FFF2-40B4-BE49-F238E27FC236}">
                <a16:creationId xmlns:a16="http://schemas.microsoft.com/office/drawing/2014/main" id="{B1C6E3DC-972F-62B3-9E08-06619B001237}"/>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 Placeholder 28">
            <a:extLst>
              <a:ext uri="{FF2B5EF4-FFF2-40B4-BE49-F238E27FC236}">
                <a16:creationId xmlns:a16="http://schemas.microsoft.com/office/drawing/2014/main" id="{AB8FC761-48C1-0B41-C76D-7ED7EE5C1EA7}"/>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5" name="Text Placeholder 28">
            <a:extLst>
              <a:ext uri="{FF2B5EF4-FFF2-40B4-BE49-F238E27FC236}">
                <a16:creationId xmlns:a16="http://schemas.microsoft.com/office/drawing/2014/main" id="{5CF4A44A-4298-863E-FC69-36B0A1E251CA}"/>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6" name="TextBox 26">
            <a:extLst>
              <a:ext uri="{FF2B5EF4-FFF2-40B4-BE49-F238E27FC236}">
                <a16:creationId xmlns:a16="http://schemas.microsoft.com/office/drawing/2014/main" id="{5FD91979-AA2E-D861-9691-AEC93BBC9635}"/>
              </a:ext>
            </a:extLst>
          </p:cNvPr>
          <p:cNvSpPr txBox="1">
            <a:spLocks noChangeArrowheads="1"/>
          </p:cNvSpPr>
          <p:nvPr/>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8" name="TextBox 20">
            <a:extLst>
              <a:ext uri="{FF2B5EF4-FFF2-40B4-BE49-F238E27FC236}">
                <a16:creationId xmlns:a16="http://schemas.microsoft.com/office/drawing/2014/main" id="{3F69861B-E0D0-9572-3879-5F969D0E21FC}"/>
              </a:ext>
            </a:extLst>
          </p:cNvPr>
          <p:cNvSpPr txBox="1">
            <a:spLocks noChangeArrowheads="1"/>
          </p:cNvSpPr>
          <p:nvPr/>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10" name="Picture 11">
            <a:extLst>
              <a:ext uri="{FF2B5EF4-FFF2-40B4-BE49-F238E27FC236}">
                <a16:creationId xmlns:a16="http://schemas.microsoft.com/office/drawing/2014/main" id="{22297E79-97F4-1585-D38D-67BDFC5E0B66}"/>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310358247"/>
      </p:ext>
    </p:extLst>
  </p:cSld>
  <p:clrMapOvr>
    <a:masterClrMapping/>
  </p:clrMapOvr>
  <p:hf hdr="0" ftr="0" dt="0"/>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p:cSld name="29_Section Divider slide">
    <p:bg>
      <p:bgPr>
        <a:solidFill>
          <a:schemeClr val="tx1"/>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37F3A66E-D5B4-DFA6-6451-02ACAFE8DA5F}"/>
              </a:ext>
            </a:extLst>
          </p:cNvPr>
          <p:cNvPicPr>
            <a:picLocks noChangeAspect="1"/>
          </p:cNvPicPr>
          <p:nvPr userDrawn="1"/>
        </p:nvPicPr>
        <p:blipFill>
          <a:blip r:embed="rId2"/>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EBA5CBF-D6E1-B78D-F819-958659F344AC}"/>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tx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3" name="Subtitle 2">
            <a:extLst>
              <a:ext uri="{FF2B5EF4-FFF2-40B4-BE49-F238E27FC236}">
                <a16:creationId xmlns:a16="http://schemas.microsoft.com/office/drawing/2014/main" id="{B1C6E3DC-972F-62B3-9E08-06619B001237}"/>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tx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 Placeholder 28">
            <a:extLst>
              <a:ext uri="{FF2B5EF4-FFF2-40B4-BE49-F238E27FC236}">
                <a16:creationId xmlns:a16="http://schemas.microsoft.com/office/drawing/2014/main" id="{AB8FC761-48C1-0B41-C76D-7ED7EE5C1EA7}"/>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tx1"/>
                </a:solidFill>
              </a:defRPr>
            </a:lvl1pPr>
          </a:lstStyle>
          <a:p>
            <a:pPr lvl="0"/>
            <a:r>
              <a:rPr lang="en-US" dirty="0"/>
              <a:t>Date</a:t>
            </a:r>
          </a:p>
        </p:txBody>
      </p:sp>
      <p:sp>
        <p:nvSpPr>
          <p:cNvPr id="5" name="Text Placeholder 28">
            <a:extLst>
              <a:ext uri="{FF2B5EF4-FFF2-40B4-BE49-F238E27FC236}">
                <a16:creationId xmlns:a16="http://schemas.microsoft.com/office/drawing/2014/main" id="{5CF4A44A-4298-863E-FC69-36B0A1E251CA}"/>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tx1"/>
                </a:solidFill>
              </a:defRPr>
            </a:lvl1pPr>
          </a:lstStyle>
          <a:p>
            <a:pPr lvl="0"/>
            <a:r>
              <a:rPr lang="en-US" dirty="0"/>
              <a:t>Author Name</a:t>
            </a:r>
          </a:p>
        </p:txBody>
      </p:sp>
      <p:sp>
        <p:nvSpPr>
          <p:cNvPr id="6" name="TextBox 26">
            <a:extLst>
              <a:ext uri="{FF2B5EF4-FFF2-40B4-BE49-F238E27FC236}">
                <a16:creationId xmlns:a16="http://schemas.microsoft.com/office/drawing/2014/main" id="{5FD91979-AA2E-D861-9691-AEC93BBC9635}"/>
              </a:ext>
            </a:extLst>
          </p:cNvPr>
          <p:cNvSpPr txBox="1">
            <a:spLocks noChangeArrowheads="1"/>
          </p:cNvSpPr>
          <p:nvPr/>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tx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tx1"/>
              </a:solidFill>
              <a:latin typeface="Arial" panose="020B0604020202020204" pitchFamily="34" charset="0"/>
              <a:cs typeface="Arial" panose="020B0604020202020204" pitchFamily="34" charset="0"/>
            </a:endParaRPr>
          </a:p>
        </p:txBody>
      </p:sp>
      <p:sp>
        <p:nvSpPr>
          <p:cNvPr id="8" name="TextBox 20">
            <a:extLst>
              <a:ext uri="{FF2B5EF4-FFF2-40B4-BE49-F238E27FC236}">
                <a16:creationId xmlns:a16="http://schemas.microsoft.com/office/drawing/2014/main" id="{3F69861B-E0D0-9572-3879-5F969D0E21FC}"/>
              </a:ext>
            </a:extLst>
          </p:cNvPr>
          <p:cNvSpPr txBox="1">
            <a:spLocks noChangeArrowheads="1"/>
          </p:cNvSpPr>
          <p:nvPr/>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tx1">
                    <a:alpha val="50199"/>
                  </a:schemeClr>
                </a:solidFill>
                <a:latin typeface="Arial" panose="020B0604020202020204" pitchFamily="34" charset="0"/>
                <a:cs typeface="Arial" panose="020B0604020202020204" pitchFamily="34" charset="0"/>
              </a:rPr>
              <a:t>© 2026 Arm</a:t>
            </a:r>
          </a:p>
        </p:txBody>
      </p:sp>
      <p:pic>
        <p:nvPicPr>
          <p:cNvPr id="9" name="Picture 8">
            <a:extLst>
              <a:ext uri="{FF2B5EF4-FFF2-40B4-BE49-F238E27FC236}">
                <a16:creationId xmlns:a16="http://schemas.microsoft.com/office/drawing/2014/main" id="{B3EA6A05-47C5-85FA-D47C-F057F4C46E8D}"/>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52354" y="344745"/>
            <a:ext cx="1129053" cy="344457"/>
          </a:xfrm>
          <a:prstGeom prst="rect">
            <a:avLst/>
          </a:prstGeom>
        </p:spPr>
      </p:pic>
    </p:spTree>
    <p:extLst>
      <p:ext uri="{BB962C8B-B14F-4D97-AF65-F5344CB8AC3E}">
        <p14:creationId xmlns:p14="http://schemas.microsoft.com/office/powerpoint/2010/main" val="2338820263"/>
      </p:ext>
    </p:extLst>
  </p:cSld>
  <p:clrMapOvr>
    <a:masterClrMapping/>
  </p:clrMapOvr>
  <p:hf hdr="0" ftr="0" dt="0"/>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userDrawn="1">
  <p:cSld name="32_Section Divider slide">
    <p:bg>
      <p:bgPr>
        <a:solidFill>
          <a:schemeClr val="tx1"/>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66A81FF7-E763-22B8-522E-FAAF0699113D}"/>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1"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779973672"/>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preserve="1" userDrawn="1">
  <p:cSld name="33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141C572-1862-64A0-36E2-042BB9179064}"/>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0"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452702469"/>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preserve="1" userDrawn="1">
  <p:cSld name="34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141C572-1862-64A0-36E2-042BB9179064}"/>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0"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960870670"/>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showMasterSp="0" preserve="1" userDrawn="1">
  <p:cSld name="35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141C572-1862-64A0-36E2-042BB9179064}"/>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0"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414890883"/>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showMasterSp="0" preserve="1" userDrawn="1">
  <p:cSld name="37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141C572-1862-64A0-36E2-042BB9179064}"/>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0"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3080254222"/>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preserve="1" userDrawn="1">
  <p:cSld name="39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141C572-1862-64A0-36E2-042BB9179064}"/>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0"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539560055"/>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preserve="1" userDrawn="1">
  <p:cSld name="38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9B487E68-0D82-9A6F-B651-0019486C7557}"/>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21849" y="12290"/>
            <a:ext cx="12170151" cy="6845709"/>
          </a:xfrm>
          <a:prstGeom prst="rect">
            <a:avLst/>
          </a:prstGeom>
          <a:ln>
            <a:noFill/>
          </a:ln>
        </p:spPr>
      </p:pic>
      <p:sp>
        <p:nvSpPr>
          <p:cNvPr id="14" name="Title 1">
            <a:extLst>
              <a:ext uri="{FF2B5EF4-FFF2-40B4-BE49-F238E27FC236}">
                <a16:creationId xmlns:a16="http://schemas.microsoft.com/office/drawing/2014/main" id="{3681F2EE-6D24-E8DA-17C4-280BF969E6FA}"/>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E433D4AE-C938-4475-1111-CFECCD470A4F}"/>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94364BEC-6A70-1C90-94CE-09EBDEE0450B}"/>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2738029B-26DC-25E5-A32A-D7DCE80A168D}"/>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96C2A433-44A7-23A9-CEE4-37555C138D5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4828785E-8EB7-E5C1-D9EB-531D14B538CE}"/>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AA9277FD-4E65-8B2C-3CA2-5892E1658C86}"/>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
        <p:nvSpPr>
          <p:cNvPr id="4" name="TextBox 3">
            <a:extLst>
              <a:ext uri="{FF2B5EF4-FFF2-40B4-BE49-F238E27FC236}">
                <a16:creationId xmlns:a16="http://schemas.microsoft.com/office/drawing/2014/main" id="{3C42CC49-4DC0-356B-8D0D-915AB83F0CBB}"/>
              </a:ext>
            </a:extLst>
          </p:cNvPr>
          <p:cNvSpPr txBox="1">
            <a:spLocks noChangeArrowheads="1"/>
          </p:cNvSpPr>
          <p:nvPr userDrawn="1"/>
        </p:nvSpPr>
        <p:spPr bwMode="auto">
          <a:xfrm rot="16200000">
            <a:off x="11473681" y="6255668"/>
            <a:ext cx="1167204"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US" sz="800" b="0" i="0" kern="1200" dirty="0">
                <a:solidFill>
                  <a:schemeClr val="bg1">
                    <a:alpha val="40000"/>
                  </a:schemeClr>
                </a:solidFill>
                <a:effectLst/>
                <a:latin typeface="Arial" panose="020B0604020202020204" pitchFamily="34" charset="0"/>
                <a:ea typeface="ＭＳ Ｐゴシック" charset="-128"/>
                <a:cs typeface="Arial" panose="020B0604020202020204" pitchFamily="34" charset="0"/>
              </a:rPr>
              <a:t>*AI-generated image</a:t>
            </a:r>
            <a:endParaRPr lang="en-GB" altLang="en-US" sz="800" b="0" i="0" dirty="0">
              <a:solidFill>
                <a:schemeClr val="bg1">
                  <a:alpha val="4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007981371"/>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showMasterSp="0" preserve="1" userDrawn="1">
  <p:cSld name="36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8B4BDED-79C0-A2BE-E93D-93E6D0A018BD}"/>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24" y="12288"/>
            <a:ext cx="12170152" cy="6845710"/>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1" name="TextBox 26">
            <a:extLst>
              <a:ext uri="{FF2B5EF4-FFF2-40B4-BE49-F238E27FC236}">
                <a16:creationId xmlns:a16="http://schemas.microsoft.com/office/drawing/2014/main" id="{58D99759-E104-0D75-C1DB-0A9A0C25A474}"/>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E4E6591A-AC04-6138-7360-1E12248FAD64}"/>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6F8770C2-A68E-3EDF-2B41-11181D29DFB9}"/>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
        <p:nvSpPr>
          <p:cNvPr id="8" name="TextBox 7">
            <a:extLst>
              <a:ext uri="{FF2B5EF4-FFF2-40B4-BE49-F238E27FC236}">
                <a16:creationId xmlns:a16="http://schemas.microsoft.com/office/drawing/2014/main" id="{F6974697-6E30-7188-CE5B-022BA66424C8}"/>
              </a:ext>
            </a:extLst>
          </p:cNvPr>
          <p:cNvSpPr txBox="1">
            <a:spLocks noChangeArrowheads="1"/>
          </p:cNvSpPr>
          <p:nvPr userDrawn="1"/>
        </p:nvSpPr>
        <p:spPr bwMode="auto">
          <a:xfrm rot="16200000">
            <a:off x="11473681" y="6255668"/>
            <a:ext cx="1167204"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US" sz="800" b="0" i="0" kern="1200" dirty="0">
                <a:solidFill>
                  <a:schemeClr val="bg1">
                    <a:alpha val="40000"/>
                  </a:schemeClr>
                </a:solidFill>
                <a:effectLst/>
                <a:latin typeface="Arial" panose="020B0604020202020204" pitchFamily="34" charset="0"/>
                <a:ea typeface="ＭＳ Ｐゴシック" charset="-128"/>
                <a:cs typeface="Arial" panose="020B0604020202020204" pitchFamily="34" charset="0"/>
              </a:rPr>
              <a:t>*AI-generated image</a:t>
            </a:r>
            <a:endParaRPr lang="en-GB" altLang="en-US" sz="800" b="0" i="0" dirty="0">
              <a:solidFill>
                <a:schemeClr val="bg1">
                  <a:alpha val="4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992987760"/>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showMasterSp="0" preserve="1" userDrawn="1">
  <p:cSld name="41_Section Divider slide">
    <p:bg>
      <p:bgPr>
        <a:solidFill>
          <a:schemeClr val="tx1"/>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E26A59A6-B0BB-7A8E-4E98-559764C4F745}"/>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1"/>
            <a:ext cx="12192000" cy="6858000"/>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1" name="TextBox 26">
            <a:extLst>
              <a:ext uri="{FF2B5EF4-FFF2-40B4-BE49-F238E27FC236}">
                <a16:creationId xmlns:a16="http://schemas.microsoft.com/office/drawing/2014/main" id="{58D99759-E104-0D75-C1DB-0A9A0C25A474}"/>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E4E6591A-AC04-6138-7360-1E12248FAD64}"/>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55FBD7D0-0C6A-C886-5241-C80C35E26157}"/>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3877534789"/>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showMasterSp="0" preserve="1" userDrawn="1">
  <p:cSld name="42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E7E189B-5C82-F523-047C-1F954333DBBD}"/>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1" name="TextBox 26">
            <a:extLst>
              <a:ext uri="{FF2B5EF4-FFF2-40B4-BE49-F238E27FC236}">
                <a16:creationId xmlns:a16="http://schemas.microsoft.com/office/drawing/2014/main" id="{58D99759-E104-0D75-C1DB-0A9A0C25A474}"/>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E4E6591A-AC04-6138-7360-1E12248FAD64}"/>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7319B784-3C1F-F656-AB32-0EEEF44092CB}"/>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3292928347"/>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showMasterSp="0" preserve="1" userDrawn="1">
  <p:cSld name="46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E7E189B-5C82-F523-047C-1F954333DBBD}"/>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1" name="TextBox 26">
            <a:extLst>
              <a:ext uri="{FF2B5EF4-FFF2-40B4-BE49-F238E27FC236}">
                <a16:creationId xmlns:a16="http://schemas.microsoft.com/office/drawing/2014/main" id="{58D99759-E104-0D75-C1DB-0A9A0C25A474}"/>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E4E6591A-AC04-6138-7360-1E12248FAD64}"/>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7319B784-3C1F-F656-AB32-0EEEF44092CB}"/>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845405998"/>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showMasterSp="0" preserve="1" userDrawn="1">
  <p:cSld name="40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12C9A28-D66F-7747-1E74-38C1961657A2}"/>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2" y="7805"/>
            <a:ext cx="12178136" cy="6850202"/>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247756B6-0DE2-04ED-A0F2-F2FBF5F56172}"/>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3088541805"/>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showMasterSp="0" preserve="1" userDrawn="1">
  <p:cSld name="44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0C51FEE-E9D9-FD3A-44B4-5BF3F05123E0}"/>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2" y="7805"/>
            <a:ext cx="12178135" cy="6850201"/>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247756B6-0DE2-04ED-A0F2-F2FBF5F56172}"/>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
        <p:nvSpPr>
          <p:cNvPr id="2" name="TextBox 1">
            <a:extLst>
              <a:ext uri="{FF2B5EF4-FFF2-40B4-BE49-F238E27FC236}">
                <a16:creationId xmlns:a16="http://schemas.microsoft.com/office/drawing/2014/main" id="{39253B43-87A1-138E-C81E-1193F265B437}"/>
              </a:ext>
            </a:extLst>
          </p:cNvPr>
          <p:cNvSpPr txBox="1">
            <a:spLocks noChangeArrowheads="1"/>
          </p:cNvSpPr>
          <p:nvPr userDrawn="1"/>
        </p:nvSpPr>
        <p:spPr bwMode="auto">
          <a:xfrm rot="16200000">
            <a:off x="11473681" y="6255668"/>
            <a:ext cx="1167204"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US" sz="800" b="0" i="0" kern="1200" dirty="0">
                <a:solidFill>
                  <a:schemeClr val="bg1">
                    <a:alpha val="60000"/>
                  </a:schemeClr>
                </a:solidFill>
                <a:effectLst/>
                <a:latin typeface="Arial" panose="020B0604020202020204" pitchFamily="34" charset="0"/>
                <a:ea typeface="ＭＳ Ｐゴシック" charset="-128"/>
                <a:cs typeface="Arial" panose="020B0604020202020204" pitchFamily="34" charset="0"/>
              </a:rPr>
              <a:t>*AI-generated image</a:t>
            </a:r>
            <a:endParaRPr lang="en-GB" altLang="en-US" sz="800" b="0" i="0" dirty="0">
              <a:solidFill>
                <a:schemeClr val="bg1">
                  <a:alpha val="6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046989302"/>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showMasterSp="0" preserve="1" userDrawn="1">
  <p:cSld name="43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CC6B28A-4523-72C0-1D84-8F985DDFB9A6}"/>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5" y="7799"/>
            <a:ext cx="12178135" cy="6850201"/>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1749787349"/>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showMasterSp="0" preserve="1" userDrawn="1">
  <p:cSld name="49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12C9A28-D66F-7747-1E74-38C1961657A2}"/>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3" y="7797"/>
            <a:ext cx="12178135" cy="6850200"/>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712138359"/>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showMasterSp="0" preserve="1" userDrawn="1">
  <p:cSld name="45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4410528-5DE0-BCDB-2734-6C14ABC9EEFF}"/>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3" y="7797"/>
            <a:ext cx="12178135" cy="6850200"/>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3551748928"/>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showMasterSp="0" preserve="1" userDrawn="1">
  <p:cSld name="47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4410528-5DE0-BCDB-2734-6C14ABC9EEFF}"/>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4" y="7797"/>
            <a:ext cx="12178133" cy="6850200"/>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870036264"/>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showMasterSp="0" preserve="1" userDrawn="1">
  <p:cSld name="48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4410528-5DE0-BCDB-2734-6C14ABC9EEFF}"/>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4" y="7797"/>
            <a:ext cx="12178133" cy="6850199"/>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53087644"/>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showMasterSp="0" preserve="1" userDrawn="1">
  <p:cSld name="50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96B7976-8EBB-7622-D954-56865599D674}"/>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70" y="7802"/>
            <a:ext cx="12178129" cy="6850198"/>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accent6"/>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accent6"/>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accent6">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595315296"/>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showMasterSp="0" preserve="1" userDrawn="1">
  <p:cSld name="12_Section Divider slide">
    <p:bg>
      <p:bgPr>
        <a:solidFill>
          <a:schemeClr val="accent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5707A330-9574-FF87-EA8A-044AA15C75C4}"/>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9" name="Title 1">
            <a:extLst>
              <a:ext uri="{FF2B5EF4-FFF2-40B4-BE49-F238E27FC236}">
                <a16:creationId xmlns:a16="http://schemas.microsoft.com/office/drawing/2014/main" id="{F6CC56AD-D686-63C5-BB2B-518B630FEDB5}"/>
              </a:ext>
            </a:extLst>
          </p:cNvPr>
          <p:cNvSpPr>
            <a:spLocks noGrp="1"/>
          </p:cNvSpPr>
          <p:nvPr>
            <p:ph type="title" hasCustomPrompt="1"/>
          </p:nvPr>
        </p:nvSpPr>
        <p:spPr>
          <a:xfrm>
            <a:off x="6096000" y="3429000"/>
            <a:ext cx="5761037" cy="2067993"/>
          </a:xfrm>
        </p:spPr>
        <p:txBody>
          <a:bodyPr anchor="t"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0" name="Subtitle 2">
            <a:extLst>
              <a:ext uri="{FF2B5EF4-FFF2-40B4-BE49-F238E27FC236}">
                <a16:creationId xmlns:a16="http://schemas.microsoft.com/office/drawing/2014/main" id="{7AF4665F-72C8-35D6-B739-29F9B634F223}"/>
              </a:ext>
            </a:extLst>
          </p:cNvPr>
          <p:cNvSpPr>
            <a:spLocks noGrp="1"/>
          </p:cNvSpPr>
          <p:nvPr>
            <p:ph type="subTitle" idx="1" hasCustomPrompt="1"/>
          </p:nvPr>
        </p:nvSpPr>
        <p:spPr>
          <a:xfrm>
            <a:off x="6096000" y="5521072"/>
            <a:ext cx="5761037"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1"/>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2" name="TextBox 26">
            <a:extLst>
              <a:ext uri="{FF2B5EF4-FFF2-40B4-BE49-F238E27FC236}">
                <a16:creationId xmlns:a16="http://schemas.microsoft.com/office/drawing/2014/main" id="{BB9A4980-8130-ECF6-18D2-66F6B69AA999}"/>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3" name="TextBox 20">
            <a:extLst>
              <a:ext uri="{FF2B5EF4-FFF2-40B4-BE49-F238E27FC236}">
                <a16:creationId xmlns:a16="http://schemas.microsoft.com/office/drawing/2014/main" id="{CBE749A6-B33A-E319-7094-1F262F5C1BCF}"/>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5" name="Picture 22">
            <a:extLst>
              <a:ext uri="{FF2B5EF4-FFF2-40B4-BE49-F238E27FC236}">
                <a16:creationId xmlns:a16="http://schemas.microsoft.com/office/drawing/2014/main" id="{0ADAB8D7-1DCB-8960-3C98-4CD067912678}"/>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6531048"/>
            <a:ext cx="507599" cy="154861"/>
          </a:xfrm>
          <a:prstGeom prst="rect">
            <a:avLst/>
          </a:prstGeom>
        </p:spPr>
      </p:pic>
    </p:spTree>
    <p:extLst>
      <p:ext uri="{BB962C8B-B14F-4D97-AF65-F5344CB8AC3E}">
        <p14:creationId xmlns:p14="http://schemas.microsoft.com/office/powerpoint/2010/main" val="139653633"/>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showMasterSp="0" preserve="1" userDrawn="1">
  <p:cSld name="20_Section Divider slide">
    <p:bg>
      <p:bgPr>
        <a:solidFill>
          <a:schemeClr val="accent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0F13F000-A104-801F-0097-B2AF6720249A}"/>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6" name="Title 1">
            <a:extLst>
              <a:ext uri="{FF2B5EF4-FFF2-40B4-BE49-F238E27FC236}">
                <a16:creationId xmlns:a16="http://schemas.microsoft.com/office/drawing/2014/main" id="{66A6BA01-5647-C911-2D6F-EA1B5776D3D4}"/>
              </a:ext>
            </a:extLst>
          </p:cNvPr>
          <p:cNvSpPr>
            <a:spLocks noGrp="1"/>
          </p:cNvSpPr>
          <p:nvPr>
            <p:ph type="title" hasCustomPrompt="1"/>
          </p:nvPr>
        </p:nvSpPr>
        <p:spPr>
          <a:xfrm>
            <a:off x="334963" y="3429000"/>
            <a:ext cx="5151437" cy="2067993"/>
          </a:xfrm>
        </p:spPr>
        <p:txBody>
          <a:bodyPr anchor="t"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8" name="Subtitle 2">
            <a:extLst>
              <a:ext uri="{FF2B5EF4-FFF2-40B4-BE49-F238E27FC236}">
                <a16:creationId xmlns:a16="http://schemas.microsoft.com/office/drawing/2014/main" id="{64FD42E4-6767-D4AE-8D21-E0B19801A4AC}"/>
              </a:ext>
            </a:extLst>
          </p:cNvPr>
          <p:cNvSpPr>
            <a:spLocks noGrp="1"/>
          </p:cNvSpPr>
          <p:nvPr>
            <p:ph type="subTitle" idx="1" hasCustomPrompt="1"/>
          </p:nvPr>
        </p:nvSpPr>
        <p:spPr>
          <a:xfrm>
            <a:off x="334963" y="5521072"/>
            <a:ext cx="5151437" cy="292988"/>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1"/>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Picture Placeholder 3">
            <a:extLst>
              <a:ext uri="{FF2B5EF4-FFF2-40B4-BE49-F238E27FC236}">
                <a16:creationId xmlns:a16="http://schemas.microsoft.com/office/drawing/2014/main" id="{031DFDF6-9085-6EAC-DBD9-835D60E90488}"/>
              </a:ext>
            </a:extLst>
          </p:cNvPr>
          <p:cNvSpPr>
            <a:spLocks noGrp="1"/>
          </p:cNvSpPr>
          <p:nvPr>
            <p:ph type="pic" sz="quarter" idx="11"/>
          </p:nvPr>
        </p:nvSpPr>
        <p:spPr>
          <a:xfrm>
            <a:off x="6096002" y="1"/>
            <a:ext cx="6095999" cy="6857999"/>
          </a:xfrm>
          <a:custGeom>
            <a:avLst/>
            <a:gdLst>
              <a:gd name="connsiteX0" fmla="*/ 2621816 w 6095999"/>
              <a:gd name="connsiteY0" fmla="*/ 0 h 6857999"/>
              <a:gd name="connsiteX1" fmla="*/ 6095999 w 6095999"/>
              <a:gd name="connsiteY1" fmla="*/ 0 h 6857999"/>
              <a:gd name="connsiteX2" fmla="*/ 6095999 w 6095999"/>
              <a:gd name="connsiteY2" fmla="*/ 6857999 h 6857999"/>
              <a:gd name="connsiteX3" fmla="*/ 282366 w 6095999"/>
              <a:gd name="connsiteY3" fmla="*/ 6857999 h 6857999"/>
              <a:gd name="connsiteX4" fmla="*/ 274899 w 6095999"/>
              <a:gd name="connsiteY4" fmla="*/ 6835933 h 6857999"/>
              <a:gd name="connsiteX5" fmla="*/ 0 w 6095999"/>
              <a:gd name="connsiteY5" fmla="*/ 5017647 h 6857999"/>
              <a:gd name="connsiteX6" fmla="*/ 2456125 w 6095999"/>
              <a:gd name="connsiteY6" fmla="*/ 117826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95999" h="6857999">
                <a:moveTo>
                  <a:pt x="2621816" y="0"/>
                </a:moveTo>
                <a:lnTo>
                  <a:pt x="6095999" y="0"/>
                </a:lnTo>
                <a:lnTo>
                  <a:pt x="6095999" y="6857999"/>
                </a:lnTo>
                <a:lnTo>
                  <a:pt x="282366" y="6857999"/>
                </a:lnTo>
                <a:lnTo>
                  <a:pt x="274899" y="6835933"/>
                </a:lnTo>
                <a:cubicBezTo>
                  <a:pt x="96244" y="6261537"/>
                  <a:pt x="0" y="5650832"/>
                  <a:pt x="0" y="5017647"/>
                </a:cubicBezTo>
                <a:cubicBezTo>
                  <a:pt x="0" y="3012563"/>
                  <a:pt x="965106" y="1232891"/>
                  <a:pt x="2456125" y="117826"/>
                </a:cubicBezTo>
                <a:close/>
              </a:path>
            </a:pathLst>
          </a:custGeom>
          <a:solidFill>
            <a:schemeClr val="bg1"/>
          </a:solidFill>
        </p:spPr>
        <p:txBody>
          <a:bodyPr wrap="square" anchor="ctr">
            <a:noAutofit/>
          </a:bodyPr>
          <a:lstStyle>
            <a:lvl1pPr marL="0" indent="0" algn="ctr">
              <a:buNone/>
              <a:defRPr/>
            </a:lvl1pPr>
          </a:lstStyle>
          <a:p>
            <a:endParaRPr lang="en-US" dirty="0"/>
          </a:p>
        </p:txBody>
      </p:sp>
      <p:sp>
        <p:nvSpPr>
          <p:cNvPr id="2" name="TextBox 20">
            <a:extLst>
              <a:ext uri="{FF2B5EF4-FFF2-40B4-BE49-F238E27FC236}">
                <a16:creationId xmlns:a16="http://schemas.microsoft.com/office/drawing/2014/main" id="{E02835C5-4DEE-70B9-50F4-79DDD2F54673}"/>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tx1">
                    <a:alpha val="50199"/>
                  </a:schemeClr>
                </a:solidFill>
                <a:latin typeface="Arial" panose="020B0604020202020204" pitchFamily="34" charset="0"/>
                <a:cs typeface="Arial" panose="020B0604020202020204" pitchFamily="34" charset="0"/>
              </a:rPr>
              <a:t>© 2026 Arm</a:t>
            </a:r>
          </a:p>
        </p:txBody>
      </p:sp>
      <p:pic>
        <p:nvPicPr>
          <p:cNvPr id="9" name="Picture 22">
            <a:extLst>
              <a:ext uri="{FF2B5EF4-FFF2-40B4-BE49-F238E27FC236}">
                <a16:creationId xmlns:a16="http://schemas.microsoft.com/office/drawing/2014/main" id="{60B03EC4-2B84-59E9-0172-A7A8EBD8C219}"/>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6531048"/>
            <a:ext cx="507599" cy="154861"/>
          </a:xfrm>
          <a:prstGeom prst="rect">
            <a:avLst/>
          </a:prstGeom>
        </p:spPr>
      </p:pic>
    </p:spTree>
    <p:extLst>
      <p:ext uri="{BB962C8B-B14F-4D97-AF65-F5344CB8AC3E}">
        <p14:creationId xmlns:p14="http://schemas.microsoft.com/office/powerpoint/2010/main" val="3467836641"/>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showMasterSp="0" preserve="1" userDrawn="1">
  <p:cSld name="13_Section Divider slide">
    <p:bg>
      <p:bgPr>
        <a:solidFill>
          <a:schemeClr val="accent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B5452530-8D0F-E4EB-D435-CBF6876024E7}"/>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11" name="Title 1">
            <a:extLst>
              <a:ext uri="{FF2B5EF4-FFF2-40B4-BE49-F238E27FC236}">
                <a16:creationId xmlns:a16="http://schemas.microsoft.com/office/drawing/2014/main" id="{DFDC1D25-6FCB-8092-1FCC-26E803925C6E}"/>
              </a:ext>
            </a:extLst>
          </p:cNvPr>
          <p:cNvSpPr>
            <a:spLocks noGrp="1"/>
          </p:cNvSpPr>
          <p:nvPr>
            <p:ph type="title" hasCustomPrompt="1"/>
          </p:nvPr>
        </p:nvSpPr>
        <p:spPr>
          <a:xfrm>
            <a:off x="334963" y="3429000"/>
            <a:ext cx="5151437" cy="2067993"/>
          </a:xfrm>
        </p:spPr>
        <p:txBody>
          <a:bodyPr anchor="t"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3" name="Subtitle 2">
            <a:extLst>
              <a:ext uri="{FF2B5EF4-FFF2-40B4-BE49-F238E27FC236}">
                <a16:creationId xmlns:a16="http://schemas.microsoft.com/office/drawing/2014/main" id="{69E6ED46-B083-9C27-8B6F-DD34AFF90CEF}"/>
              </a:ext>
            </a:extLst>
          </p:cNvPr>
          <p:cNvSpPr>
            <a:spLocks noGrp="1"/>
          </p:cNvSpPr>
          <p:nvPr>
            <p:ph type="subTitle" idx="1" hasCustomPrompt="1"/>
          </p:nvPr>
        </p:nvSpPr>
        <p:spPr>
          <a:xfrm>
            <a:off x="334963" y="5521072"/>
            <a:ext cx="5151437" cy="292988"/>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1"/>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Box 26">
            <a:extLst>
              <a:ext uri="{FF2B5EF4-FFF2-40B4-BE49-F238E27FC236}">
                <a16:creationId xmlns:a16="http://schemas.microsoft.com/office/drawing/2014/main" id="{E028FDAC-A9BD-F631-C307-851E93DC74EA}"/>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6" name="TextBox 20">
            <a:extLst>
              <a:ext uri="{FF2B5EF4-FFF2-40B4-BE49-F238E27FC236}">
                <a16:creationId xmlns:a16="http://schemas.microsoft.com/office/drawing/2014/main" id="{0E59B338-4397-5596-94B2-7E7477079AE8}"/>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7" name="Picture 22">
            <a:extLst>
              <a:ext uri="{FF2B5EF4-FFF2-40B4-BE49-F238E27FC236}">
                <a16:creationId xmlns:a16="http://schemas.microsoft.com/office/drawing/2014/main" id="{AABC144D-EDF8-2933-D9F3-317A198BAAD8}"/>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6531048"/>
            <a:ext cx="507599" cy="154861"/>
          </a:xfrm>
          <a:prstGeom prst="rect">
            <a:avLst/>
          </a:prstGeom>
        </p:spPr>
      </p:pic>
    </p:spTree>
    <p:extLst>
      <p:ext uri="{BB962C8B-B14F-4D97-AF65-F5344CB8AC3E}">
        <p14:creationId xmlns:p14="http://schemas.microsoft.com/office/powerpoint/2010/main" val="2978079156"/>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1 column slid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34962" y="333375"/>
            <a:ext cx="11522073" cy="527685"/>
          </a:xfrm>
        </p:spPr>
        <p:txBody>
          <a:bodyPr anchor="t"/>
          <a:lstStyle>
            <a:lvl1pPr>
              <a:defRPr sz="3000" b="0">
                <a:solidFill>
                  <a:schemeClr val="bg1"/>
                </a:solidFill>
              </a:defRPr>
            </a:lvl1pPr>
          </a:lstStyle>
          <a:p>
            <a:r>
              <a:rPr lang="en-US" dirty="0"/>
              <a:t>Click to edit title style</a:t>
            </a:r>
          </a:p>
        </p:txBody>
      </p:sp>
      <p:sp>
        <p:nvSpPr>
          <p:cNvPr id="4" name="Text Placeholder 2"/>
          <p:cNvSpPr>
            <a:spLocks noGrp="1"/>
          </p:cNvSpPr>
          <p:nvPr>
            <p:ph idx="1" hasCustomPrompt="1"/>
          </p:nvPr>
        </p:nvSpPr>
        <p:spPr>
          <a:xfrm>
            <a:off x="334963" y="952036"/>
            <a:ext cx="11522074" cy="5212544"/>
          </a:xfrm>
          <a:prstGeom prst="rect">
            <a:avLst/>
          </a:prstGeo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672783" indent="-166688">
              <a:lnSpc>
                <a:spcPct val="100000"/>
              </a:lnSpc>
              <a:spcAft>
                <a:spcPts val="0"/>
              </a:spcAft>
              <a:buClr>
                <a:schemeClr val="accent4"/>
              </a:buClr>
              <a:buFont typeface="Arial" panose="020B0604020202020204" pitchFamily="34" charset="0"/>
              <a:buChar char="•"/>
              <a:defRPr sz="1800">
                <a:solidFill>
                  <a:schemeClr val="bg1"/>
                </a:solidFill>
              </a:defRPr>
            </a:lvl2pPr>
            <a:lvl3pPr marL="947103" indent="-166688">
              <a:lnSpc>
                <a:spcPct val="100000"/>
              </a:lnSpc>
              <a:spcAft>
                <a:spcPts val="0"/>
              </a:spcAft>
              <a:buClr>
                <a:schemeClr val="accent4"/>
              </a:buClr>
              <a:buFont typeface="Arial" panose="020B0604020202020204" pitchFamily="34" charset="0"/>
              <a:buChar char="•"/>
              <a:defRPr sz="1600">
                <a:solidFill>
                  <a:schemeClr val="bg1"/>
                </a:solidFill>
              </a:defRPr>
            </a:lvl3pPr>
            <a:lvl4pPr marL="1293178" indent="-173038">
              <a:lnSpc>
                <a:spcPct val="100000"/>
              </a:lnSpc>
              <a:spcAft>
                <a:spcPts val="0"/>
              </a:spcAft>
              <a:buClr>
                <a:schemeClr val="accent4"/>
              </a:buClr>
              <a:buFont typeface="Arial" panose="020B0604020202020204" pitchFamily="34" charset="0"/>
              <a:buChar char="•"/>
              <a:defRPr sz="1600">
                <a:solidFill>
                  <a:schemeClr val="bg1"/>
                </a:solidFill>
              </a:defRPr>
            </a:lvl4pPr>
            <a:lvl5pPr marL="1518603" indent="-168275">
              <a:lnSpc>
                <a:spcPct val="100000"/>
              </a:lnSpc>
              <a:spcAft>
                <a:spcPts val="0"/>
              </a:spcAft>
              <a:buClr>
                <a:schemeClr val="accent4"/>
              </a:buClr>
              <a:buFont typeface="Arial" panose="020B0604020202020204" pitchFamily="34" charset="0"/>
              <a:buChar char="•"/>
              <a:defRPr sz="1600">
                <a:solidFill>
                  <a:schemeClr val="bg1"/>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noProof="0" dirty="0"/>
              <a:t>Click to edit text styles with Top Level Bullet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Tree>
    <p:extLst>
      <p:ext uri="{BB962C8B-B14F-4D97-AF65-F5344CB8AC3E}">
        <p14:creationId xmlns:p14="http://schemas.microsoft.com/office/powerpoint/2010/main" val="1721402359"/>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1 column slide w/ Sub">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
        <p:nvSpPr>
          <p:cNvPr id="44" name="Text Placeholder 43"/>
          <p:cNvSpPr>
            <a:spLocks noGrp="1"/>
          </p:cNvSpPr>
          <p:nvPr>
            <p:ph type="body" sz="quarter" idx="13" hasCustomPrompt="1"/>
          </p:nvPr>
        </p:nvSpPr>
        <p:spPr>
          <a:xfrm>
            <a:off x="334963" y="785244"/>
            <a:ext cx="11233150" cy="344488"/>
          </a:xfrm>
        </p:spPr>
        <p:txBody>
          <a:bodyPr/>
          <a:lstStyle>
            <a:lvl1pPr marL="0" indent="0">
              <a:buNone/>
              <a:defRPr lang="en-US" sz="2200">
                <a:solidFill>
                  <a:schemeClr val="accent4"/>
                </a:solidFill>
              </a:defRPr>
            </a:lvl1pPr>
          </a:lstStyle>
          <a:p>
            <a:pPr lvl="0"/>
            <a:r>
              <a:rPr lang="en-US" dirty="0"/>
              <a:t>Click to edit text styles</a:t>
            </a:r>
          </a:p>
        </p:txBody>
      </p:sp>
      <p:sp>
        <p:nvSpPr>
          <p:cNvPr id="7" name="Text Placeholder 2"/>
          <p:cNvSpPr>
            <a:spLocks noGrp="1"/>
          </p:cNvSpPr>
          <p:nvPr>
            <p:ph idx="1" hasCustomPrompt="1"/>
          </p:nvPr>
        </p:nvSpPr>
        <p:spPr>
          <a:xfrm>
            <a:off x="334962" y="1333362"/>
            <a:ext cx="11522075" cy="4937898"/>
          </a:xfrm>
          <a:prstGeom prst="rect">
            <a:avLst/>
          </a:prstGeo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4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sz="2000">
                <a:solidFill>
                  <a:schemeClr val="bg1"/>
                </a:solidFill>
              </a:defRPr>
            </a:lvl2pPr>
            <a:lvl3pPr marL="855663" indent="-166688">
              <a:lnSpc>
                <a:spcPct val="100000"/>
              </a:lnSpc>
              <a:spcAft>
                <a:spcPts val="0"/>
              </a:spcAft>
              <a:buClr>
                <a:schemeClr val="accent4"/>
              </a:buClr>
              <a:buFont typeface="Arial" panose="020B0604020202020204" pitchFamily="34" charset="0"/>
              <a:buChar char="•"/>
              <a:defRPr>
                <a:solidFill>
                  <a:schemeClr val="bg1"/>
                </a:solidFill>
              </a:defRPr>
            </a:lvl3pPr>
            <a:lvl4pPr marL="1201738" indent="-173038">
              <a:lnSpc>
                <a:spcPct val="100000"/>
              </a:lnSpc>
              <a:spcAft>
                <a:spcPts val="0"/>
              </a:spcAft>
              <a:buClr>
                <a:schemeClr val="accent4"/>
              </a:buClr>
              <a:buFont typeface="Arial" panose="020B0604020202020204" pitchFamily="34" charset="0"/>
              <a:buChar char="•"/>
              <a:defRPr>
                <a:solidFill>
                  <a:schemeClr val="bg1"/>
                </a:solidFill>
              </a:defRPr>
            </a:lvl4pPr>
            <a:lvl5pPr marL="1427163" indent="-168275">
              <a:lnSpc>
                <a:spcPct val="100000"/>
              </a:lnSpc>
              <a:spcAft>
                <a:spcPts val="0"/>
              </a:spcAft>
              <a:buClr>
                <a:schemeClr val="accent4"/>
              </a:buClr>
              <a:buFont typeface="Arial" panose="020B0604020202020204" pitchFamily="34" charset="0"/>
              <a:buChar char="•"/>
              <a:defRPr>
                <a:solidFill>
                  <a:schemeClr val="bg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002753468"/>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2 column slide ">
    <p:spTree>
      <p:nvGrpSpPr>
        <p:cNvPr id="1" name=""/>
        <p:cNvGrpSpPr/>
        <p:nvPr/>
      </p:nvGrpSpPr>
      <p:grpSpPr>
        <a:xfrm>
          <a:off x="0" y="0"/>
          <a:ext cx="0" cy="0"/>
          <a:chOff x="0" y="0"/>
          <a:chExt cx="0" cy="0"/>
        </a:xfrm>
      </p:grpSpPr>
      <p:sp>
        <p:nvSpPr>
          <p:cNvPr id="4" name="Content Placeholder 3"/>
          <p:cNvSpPr>
            <a:spLocks noGrp="1"/>
          </p:cNvSpPr>
          <p:nvPr>
            <p:ph sz="quarter" idx="19" hasCustomPrompt="1"/>
          </p:nvPr>
        </p:nvSpPr>
        <p:spPr>
          <a:xfrm>
            <a:off x="341681" y="2202443"/>
            <a:ext cx="5515504" cy="3933245"/>
          </a:xfrm>
        </p:spPr>
        <p:txBody>
          <a:bodyPr/>
          <a:lstStyle>
            <a:lvl1pPr marL="342900" indent="-342900" algn="l">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581343" indent="-166688" algn="l">
              <a:lnSpc>
                <a:spcPct val="100000"/>
              </a:lnSpc>
              <a:spcAft>
                <a:spcPts val="0"/>
              </a:spcAft>
              <a:buClr>
                <a:schemeClr val="accent4"/>
              </a:buClr>
              <a:buFont typeface="Arial" panose="020B0604020202020204" pitchFamily="34" charset="0"/>
              <a:buChar char="•"/>
              <a:defRPr>
                <a:solidFill>
                  <a:schemeClr val="bg1"/>
                </a:solidFill>
              </a:defRPr>
            </a:lvl2pPr>
            <a:lvl3pPr marL="947103" indent="-166688" algn="l">
              <a:lnSpc>
                <a:spcPct val="100000"/>
              </a:lnSpc>
              <a:spcAft>
                <a:spcPts val="0"/>
              </a:spcAft>
              <a:buClr>
                <a:schemeClr val="accent4"/>
              </a:buClr>
              <a:buFont typeface="Arial" panose="020B0604020202020204" pitchFamily="34" charset="0"/>
              <a:buChar char="•"/>
              <a:defRPr>
                <a:solidFill>
                  <a:schemeClr val="bg1"/>
                </a:solidFill>
              </a:defRPr>
            </a:lvl3pPr>
            <a:lvl4pPr marL="1293178" indent="-173038" algn="l">
              <a:lnSpc>
                <a:spcPct val="100000"/>
              </a:lnSpc>
              <a:spcAft>
                <a:spcPts val="0"/>
              </a:spcAft>
              <a:buClr>
                <a:schemeClr val="accent4"/>
              </a:buClr>
              <a:buFont typeface="Arial" panose="020B0604020202020204" pitchFamily="34" charset="0"/>
              <a:buChar char="•"/>
              <a:defRPr>
                <a:solidFill>
                  <a:schemeClr val="bg1"/>
                </a:solidFill>
              </a:defRPr>
            </a:lvl4pPr>
            <a:lvl5pPr marL="1518603" indent="-168275" algn="l">
              <a:lnSpc>
                <a:spcPct val="100000"/>
              </a:lnSpc>
              <a:spcAft>
                <a:spcPts val="0"/>
              </a:spcAft>
              <a:buClr>
                <a:schemeClr val="accent4"/>
              </a:buClr>
              <a:buFont typeface="Arial" panose="020B0604020202020204" pitchFamily="34" charset="0"/>
              <a:buChar char="•"/>
              <a:defRPr>
                <a:solidFill>
                  <a:schemeClr val="bg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3"/>
          <p:cNvSpPr>
            <a:spLocks noGrp="1"/>
          </p:cNvSpPr>
          <p:nvPr>
            <p:ph sz="quarter" idx="21" hasCustomPrompt="1"/>
          </p:nvPr>
        </p:nvSpPr>
        <p:spPr>
          <a:xfrm>
            <a:off x="6339946" y="2202442"/>
            <a:ext cx="5517085" cy="3933246"/>
          </a:xfr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a:solidFill>
                  <a:schemeClr val="bg1"/>
                </a:solidFill>
              </a:defRPr>
            </a:lvl2pPr>
            <a:lvl3pPr marL="947103" indent="-166688">
              <a:lnSpc>
                <a:spcPct val="100000"/>
              </a:lnSpc>
              <a:spcAft>
                <a:spcPts val="0"/>
              </a:spcAft>
              <a:buClr>
                <a:schemeClr val="accent4"/>
              </a:buClr>
              <a:buFont typeface="Arial" panose="020B0604020202020204" pitchFamily="34" charset="0"/>
              <a:buChar char="•"/>
              <a:defRPr>
                <a:solidFill>
                  <a:schemeClr val="bg1"/>
                </a:solidFill>
              </a:defRPr>
            </a:lvl3pPr>
            <a:lvl4pPr marL="1293178" indent="-173038">
              <a:lnSpc>
                <a:spcPct val="100000"/>
              </a:lnSpc>
              <a:spcAft>
                <a:spcPts val="0"/>
              </a:spcAft>
              <a:buClr>
                <a:schemeClr val="accent4"/>
              </a:buClr>
              <a:buFont typeface="Arial" panose="020B0604020202020204" pitchFamily="34" charset="0"/>
              <a:buChar char="•"/>
              <a:defRPr>
                <a:solidFill>
                  <a:schemeClr val="bg1"/>
                </a:solidFill>
              </a:defRPr>
            </a:lvl4pPr>
            <a:lvl5pPr marL="1518603" indent="-168275">
              <a:lnSpc>
                <a:spcPct val="100000"/>
              </a:lnSpc>
              <a:spcAft>
                <a:spcPts val="0"/>
              </a:spcAft>
              <a:buClr>
                <a:schemeClr val="accent4"/>
              </a:buClr>
              <a:buFont typeface="Arial" panose="020B0604020202020204" pitchFamily="34" charset="0"/>
              <a:buChar char="•"/>
              <a:defRPr>
                <a:solidFill>
                  <a:schemeClr val="bg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itle 1">
            <a:extLst>
              <a:ext uri="{FF2B5EF4-FFF2-40B4-BE49-F238E27FC236}">
                <a16:creationId xmlns:a16="http://schemas.microsoft.com/office/drawing/2014/main" id="{D67EC98B-3D70-F06A-BE88-1F7285E8B79F}"/>
              </a:ext>
            </a:extLst>
          </p:cNvPr>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
        <p:nvSpPr>
          <p:cNvPr id="5" name="Text Placeholder 43">
            <a:extLst>
              <a:ext uri="{FF2B5EF4-FFF2-40B4-BE49-F238E27FC236}">
                <a16:creationId xmlns:a16="http://schemas.microsoft.com/office/drawing/2014/main" id="{8E224E82-2A38-C155-7A0E-F9FC190DD607}"/>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chemeClr val="bg2"/>
                </a:solidFill>
              </a:defRPr>
            </a:lvl1pPr>
          </a:lstStyle>
          <a:p>
            <a:pPr lvl="0"/>
            <a:r>
              <a:rPr lang="en-US" dirty="0"/>
              <a:t>Click to edit text styles</a:t>
            </a:r>
          </a:p>
        </p:txBody>
      </p:sp>
      <p:sp>
        <p:nvSpPr>
          <p:cNvPr id="8" name="Text Placeholder 131">
            <a:extLst>
              <a:ext uri="{FF2B5EF4-FFF2-40B4-BE49-F238E27FC236}">
                <a16:creationId xmlns:a16="http://schemas.microsoft.com/office/drawing/2014/main" id="{6CCD66A5-721B-8D5F-614C-1ABC04648D7D}"/>
              </a:ext>
            </a:extLst>
          </p:cNvPr>
          <p:cNvSpPr>
            <a:spLocks noGrp="1"/>
          </p:cNvSpPr>
          <p:nvPr>
            <p:ph type="body" sz="quarter" idx="22" hasCustomPrompt="1"/>
          </p:nvPr>
        </p:nvSpPr>
        <p:spPr>
          <a:xfrm>
            <a:off x="6339946" y="1629286"/>
            <a:ext cx="5517092" cy="542459"/>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chemeClr val="accent4"/>
                </a:solidFill>
              </a:defRPr>
            </a:lvl1pPr>
          </a:lstStyle>
          <a:p>
            <a:pPr lvl="0"/>
            <a:r>
              <a:rPr lang="en-US" dirty="0"/>
              <a:t>Click to edit text styles</a:t>
            </a:r>
          </a:p>
        </p:txBody>
      </p:sp>
      <p:cxnSp>
        <p:nvCxnSpPr>
          <p:cNvPr id="14" name="Straight Connector 13">
            <a:extLst>
              <a:ext uri="{FF2B5EF4-FFF2-40B4-BE49-F238E27FC236}">
                <a16:creationId xmlns:a16="http://schemas.microsoft.com/office/drawing/2014/main" id="{2E0394A6-D095-00D9-8B77-4AD8CCC347D9}"/>
              </a:ext>
            </a:extLst>
          </p:cNvPr>
          <p:cNvCxnSpPr>
            <a:cxnSpLocks/>
          </p:cNvCxnSpPr>
          <p:nvPr userDrawn="1"/>
        </p:nvCxnSpPr>
        <p:spPr>
          <a:xfrm>
            <a:off x="6096000" y="1631950"/>
            <a:ext cx="0" cy="4440604"/>
          </a:xfrm>
          <a:prstGeom prst="line">
            <a:avLst/>
          </a:prstGeom>
          <a:ln w="15875">
            <a:solidFill>
              <a:schemeClr val="bg2">
                <a:alpha val="20000"/>
              </a:schemeClr>
            </a:solidFill>
          </a:ln>
        </p:spPr>
        <p:style>
          <a:lnRef idx="1">
            <a:schemeClr val="accent1"/>
          </a:lnRef>
          <a:fillRef idx="0">
            <a:schemeClr val="accent1"/>
          </a:fillRef>
          <a:effectRef idx="0">
            <a:schemeClr val="accent1"/>
          </a:effectRef>
          <a:fontRef idx="minor">
            <a:schemeClr val="tx1"/>
          </a:fontRef>
        </p:style>
      </p:cxnSp>
      <p:sp>
        <p:nvSpPr>
          <p:cNvPr id="16" name="Text Placeholder 131">
            <a:extLst>
              <a:ext uri="{FF2B5EF4-FFF2-40B4-BE49-F238E27FC236}">
                <a16:creationId xmlns:a16="http://schemas.microsoft.com/office/drawing/2014/main" id="{43A0EBE8-A43F-DF44-9460-0F08F5820FD7}"/>
              </a:ext>
            </a:extLst>
          </p:cNvPr>
          <p:cNvSpPr>
            <a:spLocks noGrp="1"/>
          </p:cNvSpPr>
          <p:nvPr>
            <p:ph type="body" sz="quarter" idx="16" hasCustomPrompt="1"/>
          </p:nvPr>
        </p:nvSpPr>
        <p:spPr>
          <a:xfrm>
            <a:off x="341681" y="1629286"/>
            <a:ext cx="5517088" cy="542459"/>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chemeClr val="accent4"/>
                </a:solidFill>
              </a:defRPr>
            </a:lvl1pPr>
          </a:lstStyle>
          <a:p>
            <a:pPr lvl="0"/>
            <a:r>
              <a:rPr lang="en-US" dirty="0"/>
              <a:t>Click to edit text styles</a:t>
            </a:r>
          </a:p>
        </p:txBody>
      </p:sp>
    </p:spTree>
    <p:extLst>
      <p:ext uri="{BB962C8B-B14F-4D97-AF65-F5344CB8AC3E}">
        <p14:creationId xmlns:p14="http://schemas.microsoft.com/office/powerpoint/2010/main" val="4081866813"/>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3 column slide ">
    <p:spTree>
      <p:nvGrpSpPr>
        <p:cNvPr id="1" name=""/>
        <p:cNvGrpSpPr/>
        <p:nvPr/>
      </p:nvGrpSpPr>
      <p:grpSpPr>
        <a:xfrm>
          <a:off x="0" y="0"/>
          <a:ext cx="0" cy="0"/>
          <a:chOff x="0" y="0"/>
          <a:chExt cx="0" cy="0"/>
        </a:xfrm>
      </p:grpSpPr>
      <p:sp>
        <p:nvSpPr>
          <p:cNvPr id="7" name="Text Placeholder 2"/>
          <p:cNvSpPr>
            <a:spLocks noGrp="1"/>
          </p:cNvSpPr>
          <p:nvPr userDrawn="1">
            <p:ph idx="1" hasCustomPrompt="1"/>
          </p:nvPr>
        </p:nvSpPr>
        <p:spPr>
          <a:xfrm>
            <a:off x="341681" y="2373786"/>
            <a:ext cx="3372644" cy="3685702"/>
          </a:xfrm>
          <a:prstGeom prst="rect">
            <a:avLst/>
          </a:prstGeo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18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sz="1600">
                <a:solidFill>
                  <a:schemeClr val="bg1"/>
                </a:solidFill>
              </a:defRPr>
            </a:lvl2pPr>
            <a:lvl3pPr>
              <a:defRPr>
                <a:solidFill>
                  <a:srgbClr val="383838"/>
                </a:solidFill>
              </a:defRPr>
            </a:lvl3pPr>
            <a:lvl4pPr>
              <a:defRPr>
                <a:solidFill>
                  <a:srgbClr val="383838"/>
                </a:solidFill>
              </a:defRPr>
            </a:lvl4pPr>
            <a:lvl5pPr>
              <a:defRPr>
                <a:solidFill>
                  <a:srgbClr val="383838"/>
                </a:solidFill>
              </a:defRPr>
            </a:lvl5pPr>
          </a:lstStyle>
          <a:p>
            <a:pPr lvl="0"/>
            <a:r>
              <a:rPr lang="en-US" dirty="0"/>
              <a:t>Click to edit text styles</a:t>
            </a:r>
          </a:p>
          <a:p>
            <a:pPr lvl="1"/>
            <a:r>
              <a:rPr lang="en-US" dirty="0"/>
              <a:t>Second level</a:t>
            </a:r>
          </a:p>
        </p:txBody>
      </p:sp>
      <p:sp>
        <p:nvSpPr>
          <p:cNvPr id="13" name="Text Placeholder 2"/>
          <p:cNvSpPr>
            <a:spLocks noGrp="1"/>
          </p:cNvSpPr>
          <p:nvPr userDrawn="1">
            <p:ph idx="17" hasCustomPrompt="1"/>
          </p:nvPr>
        </p:nvSpPr>
        <p:spPr>
          <a:xfrm>
            <a:off x="4416359" y="2373786"/>
            <a:ext cx="3359281" cy="3685702"/>
          </a:xfrm>
          <a:prstGeom prst="rect">
            <a:avLst/>
          </a:prstGeo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18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sz="1600">
                <a:solidFill>
                  <a:schemeClr val="bg1"/>
                </a:solidFill>
              </a:defRPr>
            </a:lvl2pPr>
          </a:lstStyle>
          <a:p>
            <a:pPr lvl="0"/>
            <a:r>
              <a:rPr lang="en-US" dirty="0"/>
              <a:t>Click to edit text styles</a:t>
            </a:r>
          </a:p>
          <a:p>
            <a:pPr lvl="1"/>
            <a:r>
              <a:rPr lang="en-US" dirty="0"/>
              <a:t>Second level</a:t>
            </a:r>
          </a:p>
        </p:txBody>
      </p:sp>
      <p:sp>
        <p:nvSpPr>
          <p:cNvPr id="14" name="Text Placeholder 2"/>
          <p:cNvSpPr>
            <a:spLocks noGrp="1"/>
          </p:cNvSpPr>
          <p:nvPr userDrawn="1">
            <p:ph idx="18" hasCustomPrompt="1"/>
          </p:nvPr>
        </p:nvSpPr>
        <p:spPr>
          <a:xfrm>
            <a:off x="8437857" y="2373786"/>
            <a:ext cx="3412462" cy="3685702"/>
          </a:xfrm>
          <a:prstGeom prst="rect">
            <a:avLst/>
          </a:prstGeo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18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sz="1600">
                <a:solidFill>
                  <a:schemeClr val="bg1"/>
                </a:solidFill>
              </a:defRPr>
            </a:lvl2pPr>
          </a:lstStyle>
          <a:p>
            <a:pPr lvl="0"/>
            <a:r>
              <a:rPr lang="en-US" dirty="0"/>
              <a:t>Click to edit text styles</a:t>
            </a:r>
          </a:p>
          <a:p>
            <a:pPr lvl="1"/>
            <a:r>
              <a:rPr lang="en-US" dirty="0"/>
              <a:t>Second level</a:t>
            </a:r>
          </a:p>
        </p:txBody>
      </p:sp>
      <p:sp>
        <p:nvSpPr>
          <p:cNvPr id="15" name="Text Placeholder 131"/>
          <p:cNvSpPr>
            <a:spLocks noGrp="1"/>
          </p:cNvSpPr>
          <p:nvPr userDrawn="1">
            <p:ph type="body" sz="quarter" idx="19" hasCustomPrompt="1"/>
          </p:nvPr>
        </p:nvSpPr>
        <p:spPr>
          <a:xfrm>
            <a:off x="4419997" y="1629286"/>
            <a:ext cx="3359945" cy="542459"/>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chemeClr val="accent4"/>
                </a:solidFill>
              </a:defRPr>
            </a:lvl1pPr>
          </a:lstStyle>
          <a:p>
            <a:pPr lvl="0"/>
            <a:r>
              <a:rPr lang="en-US" dirty="0"/>
              <a:t>Click to edit text styles</a:t>
            </a:r>
          </a:p>
        </p:txBody>
      </p:sp>
      <p:sp>
        <p:nvSpPr>
          <p:cNvPr id="16" name="Text Placeholder 131"/>
          <p:cNvSpPr>
            <a:spLocks noGrp="1"/>
          </p:cNvSpPr>
          <p:nvPr userDrawn="1">
            <p:ph type="body" sz="quarter" idx="20" hasCustomPrompt="1"/>
          </p:nvPr>
        </p:nvSpPr>
        <p:spPr>
          <a:xfrm>
            <a:off x="8437193" y="1629286"/>
            <a:ext cx="3413126" cy="542459"/>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chemeClr val="accent4"/>
                </a:solidFill>
              </a:defRPr>
            </a:lvl1pPr>
          </a:lstStyle>
          <a:p>
            <a:pPr lvl="0"/>
            <a:r>
              <a:rPr lang="en-US" dirty="0"/>
              <a:t>Click to edit text styles</a:t>
            </a:r>
          </a:p>
        </p:txBody>
      </p:sp>
      <p:sp>
        <p:nvSpPr>
          <p:cNvPr id="3" name="Title 1">
            <a:extLst>
              <a:ext uri="{FF2B5EF4-FFF2-40B4-BE49-F238E27FC236}">
                <a16:creationId xmlns:a16="http://schemas.microsoft.com/office/drawing/2014/main" id="{71325FC2-3ECC-B01B-C310-C1830B3A372D}"/>
              </a:ext>
            </a:extLst>
          </p:cNvPr>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22E93B31-0AB7-47FF-66E3-07BAB00D4F54}"/>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chemeClr val="bg2"/>
                </a:solidFill>
              </a:defRPr>
            </a:lvl1pPr>
          </a:lstStyle>
          <a:p>
            <a:pPr lvl="0"/>
            <a:r>
              <a:rPr lang="en-US" dirty="0"/>
              <a:t>Click to edit text styles</a:t>
            </a:r>
          </a:p>
        </p:txBody>
      </p:sp>
      <p:cxnSp>
        <p:nvCxnSpPr>
          <p:cNvPr id="5" name="Straight Connector 4">
            <a:extLst>
              <a:ext uri="{FF2B5EF4-FFF2-40B4-BE49-F238E27FC236}">
                <a16:creationId xmlns:a16="http://schemas.microsoft.com/office/drawing/2014/main" id="{9D3E3585-E252-0E6D-E69C-A5E9165DADD8}"/>
              </a:ext>
            </a:extLst>
          </p:cNvPr>
          <p:cNvCxnSpPr>
            <a:cxnSpLocks/>
          </p:cNvCxnSpPr>
          <p:nvPr userDrawn="1"/>
        </p:nvCxnSpPr>
        <p:spPr>
          <a:xfrm>
            <a:off x="4068914" y="1631950"/>
            <a:ext cx="0" cy="4440604"/>
          </a:xfrm>
          <a:prstGeom prst="line">
            <a:avLst/>
          </a:prstGeom>
          <a:ln w="15875">
            <a:solidFill>
              <a:schemeClr val="bg2">
                <a:alpha val="20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C7349C95-B06B-964D-FE16-449E0AA5F29B}"/>
              </a:ext>
            </a:extLst>
          </p:cNvPr>
          <p:cNvCxnSpPr>
            <a:cxnSpLocks/>
          </p:cNvCxnSpPr>
          <p:nvPr userDrawn="1"/>
        </p:nvCxnSpPr>
        <p:spPr>
          <a:xfrm>
            <a:off x="8130275" y="1631950"/>
            <a:ext cx="0" cy="4440604"/>
          </a:xfrm>
          <a:prstGeom prst="line">
            <a:avLst/>
          </a:prstGeom>
          <a:ln w="15875">
            <a:solidFill>
              <a:schemeClr val="bg2">
                <a:alpha val="20000"/>
              </a:schemeClr>
            </a:solidFill>
          </a:ln>
        </p:spPr>
        <p:style>
          <a:lnRef idx="1">
            <a:schemeClr val="accent1"/>
          </a:lnRef>
          <a:fillRef idx="0">
            <a:schemeClr val="accent1"/>
          </a:fillRef>
          <a:effectRef idx="0">
            <a:schemeClr val="accent1"/>
          </a:effectRef>
          <a:fontRef idx="minor">
            <a:schemeClr val="tx1"/>
          </a:fontRef>
        </p:style>
      </p:cxnSp>
      <p:sp>
        <p:nvSpPr>
          <p:cNvPr id="10" name="Text Placeholder 131">
            <a:extLst>
              <a:ext uri="{FF2B5EF4-FFF2-40B4-BE49-F238E27FC236}">
                <a16:creationId xmlns:a16="http://schemas.microsoft.com/office/drawing/2014/main" id="{7B9E0AAC-6C98-45AB-DD15-D590D4CDB68F}"/>
              </a:ext>
            </a:extLst>
          </p:cNvPr>
          <p:cNvSpPr>
            <a:spLocks noGrp="1"/>
          </p:cNvSpPr>
          <p:nvPr>
            <p:ph type="body" sz="quarter" idx="16" hasCustomPrompt="1"/>
          </p:nvPr>
        </p:nvSpPr>
        <p:spPr>
          <a:xfrm>
            <a:off x="341681" y="1629286"/>
            <a:ext cx="3372645" cy="542459"/>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chemeClr val="accent4"/>
                </a:solidFill>
              </a:defRPr>
            </a:lvl1pPr>
          </a:lstStyle>
          <a:p>
            <a:pPr lvl="0"/>
            <a:r>
              <a:rPr lang="en-US" dirty="0"/>
              <a:t>Click to edit text styles</a:t>
            </a:r>
          </a:p>
        </p:txBody>
      </p:sp>
    </p:spTree>
    <p:extLst>
      <p:ext uri="{BB962C8B-B14F-4D97-AF65-F5344CB8AC3E}">
        <p14:creationId xmlns:p14="http://schemas.microsoft.com/office/powerpoint/2010/main" val="675237074"/>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2_col_narrow_wide">
    <p:spTree>
      <p:nvGrpSpPr>
        <p:cNvPr id="1" name=""/>
        <p:cNvGrpSpPr/>
        <p:nvPr/>
      </p:nvGrpSpPr>
      <p:grpSpPr>
        <a:xfrm>
          <a:off x="0" y="0"/>
          <a:ext cx="0" cy="0"/>
          <a:chOff x="0" y="0"/>
          <a:chExt cx="0" cy="0"/>
        </a:xfrm>
      </p:grpSpPr>
      <p:cxnSp>
        <p:nvCxnSpPr>
          <p:cNvPr id="6" name="Straight Connector 5">
            <a:extLst>
              <a:ext uri="{FF2B5EF4-FFF2-40B4-BE49-F238E27FC236}">
                <a16:creationId xmlns:a16="http://schemas.microsoft.com/office/drawing/2014/main" id="{D505B7A5-C1F7-41D3-815C-A3728D81DBDD}"/>
              </a:ext>
            </a:extLst>
          </p:cNvPr>
          <p:cNvCxnSpPr>
            <a:cxnSpLocks/>
          </p:cNvCxnSpPr>
          <p:nvPr userDrawn="1"/>
        </p:nvCxnSpPr>
        <p:spPr>
          <a:xfrm>
            <a:off x="3224524" y="1631950"/>
            <a:ext cx="0" cy="4440604"/>
          </a:xfrm>
          <a:prstGeom prst="line">
            <a:avLst/>
          </a:prstGeom>
          <a:ln w="15875">
            <a:solidFill>
              <a:schemeClr val="bg2">
                <a:alpha val="20000"/>
              </a:schemeClr>
            </a:solidFill>
          </a:ln>
        </p:spPr>
        <p:style>
          <a:lnRef idx="1">
            <a:schemeClr val="accent1"/>
          </a:lnRef>
          <a:fillRef idx="0">
            <a:schemeClr val="accent1"/>
          </a:fillRef>
          <a:effectRef idx="0">
            <a:schemeClr val="accent1"/>
          </a:effectRef>
          <a:fontRef idx="minor">
            <a:schemeClr val="tx1"/>
          </a:fontRef>
        </p:style>
      </p:cxnSp>
      <p:sp>
        <p:nvSpPr>
          <p:cNvPr id="18" name="Text Placeholder 2"/>
          <p:cNvSpPr>
            <a:spLocks noGrp="1"/>
          </p:cNvSpPr>
          <p:nvPr>
            <p:ph idx="1" hasCustomPrompt="1"/>
          </p:nvPr>
        </p:nvSpPr>
        <p:spPr>
          <a:xfrm>
            <a:off x="338726" y="1631111"/>
            <a:ext cx="2698050" cy="4440603"/>
          </a:xfrm>
          <a:prstGeom prst="rect">
            <a:avLst/>
          </a:prstGeo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sz="1800">
                <a:solidFill>
                  <a:schemeClr val="bg1"/>
                </a:solidFill>
              </a:defRPr>
            </a:lvl2pPr>
          </a:lstStyle>
          <a:p>
            <a:pPr lvl="0"/>
            <a:r>
              <a:rPr lang="en-US" dirty="0"/>
              <a:t>Click to edit text styles</a:t>
            </a:r>
          </a:p>
          <a:p>
            <a:pPr lvl="1"/>
            <a:r>
              <a:rPr lang="en-US" dirty="0"/>
              <a:t>Second level</a:t>
            </a:r>
          </a:p>
        </p:txBody>
      </p:sp>
      <p:sp>
        <p:nvSpPr>
          <p:cNvPr id="7" name="Content Placeholder 3"/>
          <p:cNvSpPr>
            <a:spLocks noGrp="1"/>
          </p:cNvSpPr>
          <p:nvPr>
            <p:ph sz="quarter" idx="21" hasCustomPrompt="1"/>
          </p:nvPr>
        </p:nvSpPr>
        <p:spPr>
          <a:xfrm>
            <a:off x="3416035" y="1631111"/>
            <a:ext cx="8296540" cy="4440603"/>
          </a:xfr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sz="1800">
                <a:solidFill>
                  <a:schemeClr val="bg1"/>
                </a:solidFill>
              </a:defRPr>
            </a:lvl2pPr>
            <a:lvl3pPr marL="947103" indent="-166688">
              <a:lnSpc>
                <a:spcPct val="100000"/>
              </a:lnSpc>
              <a:spcAft>
                <a:spcPts val="0"/>
              </a:spcAft>
              <a:buClr>
                <a:schemeClr val="accent4"/>
              </a:buClr>
              <a:buFont typeface="Arial" panose="020B0604020202020204" pitchFamily="34" charset="0"/>
              <a:buChar char="•"/>
              <a:defRPr sz="1600">
                <a:solidFill>
                  <a:schemeClr val="bg1"/>
                </a:solidFill>
              </a:defRPr>
            </a:lvl3pPr>
            <a:lvl4pPr marL="1293178" indent="-173038">
              <a:lnSpc>
                <a:spcPct val="100000"/>
              </a:lnSpc>
              <a:spcAft>
                <a:spcPts val="0"/>
              </a:spcAft>
              <a:buClr>
                <a:schemeClr val="accent4"/>
              </a:buClr>
              <a:buFont typeface="Arial" panose="020B0604020202020204" pitchFamily="34" charset="0"/>
              <a:buChar char="•"/>
              <a:defRPr sz="1600">
                <a:solidFill>
                  <a:schemeClr val="bg1"/>
                </a:solidFill>
              </a:defRPr>
            </a:lvl4pPr>
            <a:lvl5pPr marL="1518603" indent="-168275">
              <a:lnSpc>
                <a:spcPct val="100000"/>
              </a:lnSpc>
              <a:spcAft>
                <a:spcPts val="0"/>
              </a:spcAft>
              <a:buClr>
                <a:schemeClr val="accent4"/>
              </a:buClr>
              <a:buFont typeface="Arial" panose="020B0604020202020204" pitchFamily="34" charset="0"/>
              <a:buChar char="•"/>
              <a:defRPr sz="1600">
                <a:solidFill>
                  <a:schemeClr val="bg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itle 1">
            <a:extLst>
              <a:ext uri="{FF2B5EF4-FFF2-40B4-BE49-F238E27FC236}">
                <a16:creationId xmlns:a16="http://schemas.microsoft.com/office/drawing/2014/main" id="{E6334CFF-A979-FC9A-543A-A5B0FE053577}"/>
              </a:ext>
            </a:extLst>
          </p:cNvPr>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
        <p:nvSpPr>
          <p:cNvPr id="8" name="Text Placeholder 43">
            <a:extLst>
              <a:ext uri="{FF2B5EF4-FFF2-40B4-BE49-F238E27FC236}">
                <a16:creationId xmlns:a16="http://schemas.microsoft.com/office/drawing/2014/main" id="{EA4C3228-7E56-9E7C-C259-DA2F13238F65}"/>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chemeClr val="accent4"/>
                </a:solidFill>
              </a:defRPr>
            </a:lvl1pPr>
          </a:lstStyle>
          <a:p>
            <a:pPr lvl="0"/>
            <a:r>
              <a:rPr lang="en-US" dirty="0"/>
              <a:t>Click to edit text styles</a:t>
            </a:r>
          </a:p>
        </p:txBody>
      </p:sp>
    </p:spTree>
    <p:extLst>
      <p:ext uri="{BB962C8B-B14F-4D97-AF65-F5344CB8AC3E}">
        <p14:creationId xmlns:p14="http://schemas.microsoft.com/office/powerpoint/2010/main" val="315838502"/>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1_3 column slide ">
    <p:spTree>
      <p:nvGrpSpPr>
        <p:cNvPr id="1" name=""/>
        <p:cNvGrpSpPr/>
        <p:nvPr/>
      </p:nvGrpSpPr>
      <p:grpSpPr>
        <a:xfrm>
          <a:off x="0" y="0"/>
          <a:ext cx="0" cy="0"/>
          <a:chOff x="0" y="0"/>
          <a:chExt cx="0" cy="0"/>
        </a:xfrm>
      </p:grpSpPr>
      <p:sp>
        <p:nvSpPr>
          <p:cNvPr id="6" name="Content Placeholder 5"/>
          <p:cNvSpPr>
            <a:spLocks noGrp="1"/>
          </p:cNvSpPr>
          <p:nvPr>
            <p:ph sz="quarter" idx="15" hasCustomPrompt="1"/>
          </p:nvPr>
        </p:nvSpPr>
        <p:spPr>
          <a:xfrm>
            <a:off x="9182101" y="1629597"/>
            <a:ext cx="2674937" cy="4443488"/>
          </a:xfr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sz="1800">
                <a:solidFill>
                  <a:schemeClr val="bg1"/>
                </a:solidFill>
              </a:defRPr>
            </a:lvl2pPr>
          </a:lstStyle>
          <a:p>
            <a:pPr lvl="0"/>
            <a:r>
              <a:rPr lang="en-US" dirty="0"/>
              <a:t>Click to edit text styles</a:t>
            </a:r>
          </a:p>
          <a:p>
            <a:pPr lvl="1"/>
            <a:r>
              <a:rPr lang="en-US" dirty="0"/>
              <a:t>Second level</a:t>
            </a:r>
          </a:p>
        </p:txBody>
      </p:sp>
      <p:sp>
        <p:nvSpPr>
          <p:cNvPr id="8" name="Content Placeholder 3"/>
          <p:cNvSpPr>
            <a:spLocks noGrp="1"/>
          </p:cNvSpPr>
          <p:nvPr>
            <p:ph sz="quarter" idx="21" hasCustomPrompt="1"/>
          </p:nvPr>
        </p:nvSpPr>
        <p:spPr>
          <a:xfrm>
            <a:off x="341681" y="1629287"/>
            <a:ext cx="8348664" cy="4443267"/>
          </a:xfr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sz="1800">
                <a:solidFill>
                  <a:schemeClr val="bg1"/>
                </a:solidFill>
              </a:defRPr>
            </a:lvl2pPr>
            <a:lvl3pPr marL="947103" indent="-166688">
              <a:lnSpc>
                <a:spcPct val="100000"/>
              </a:lnSpc>
              <a:spcAft>
                <a:spcPts val="0"/>
              </a:spcAft>
              <a:buClr>
                <a:schemeClr val="accent4"/>
              </a:buClr>
              <a:buFont typeface="Arial" panose="020B0604020202020204" pitchFamily="34" charset="0"/>
              <a:buChar char="•"/>
              <a:defRPr sz="1600">
                <a:solidFill>
                  <a:schemeClr val="bg1"/>
                </a:solidFill>
              </a:defRPr>
            </a:lvl3pPr>
            <a:lvl4pPr marL="1293178" indent="-173038">
              <a:lnSpc>
                <a:spcPct val="100000"/>
              </a:lnSpc>
              <a:spcAft>
                <a:spcPts val="0"/>
              </a:spcAft>
              <a:buClr>
                <a:schemeClr val="accent4"/>
              </a:buClr>
              <a:buFont typeface="Arial" panose="020B0604020202020204" pitchFamily="34" charset="0"/>
              <a:buChar char="•"/>
              <a:defRPr sz="1600">
                <a:solidFill>
                  <a:schemeClr val="bg1"/>
                </a:solidFill>
              </a:defRPr>
            </a:lvl4pPr>
            <a:lvl5pPr marL="1518603" indent="-168275">
              <a:lnSpc>
                <a:spcPct val="100000"/>
              </a:lnSpc>
              <a:spcAft>
                <a:spcPts val="0"/>
              </a:spcAft>
              <a:buClr>
                <a:schemeClr val="accent4"/>
              </a:buClr>
              <a:buFont typeface="Arial" panose="020B0604020202020204" pitchFamily="34" charset="0"/>
              <a:buChar char="•"/>
              <a:defRPr sz="1600">
                <a:solidFill>
                  <a:schemeClr val="bg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itle 1">
            <a:extLst>
              <a:ext uri="{FF2B5EF4-FFF2-40B4-BE49-F238E27FC236}">
                <a16:creationId xmlns:a16="http://schemas.microsoft.com/office/drawing/2014/main" id="{2F1289BE-C460-FC38-A472-549CAFF7B1B6}"/>
              </a:ext>
            </a:extLst>
          </p:cNvPr>
          <p:cNvSpPr>
            <a:spLocks noGrp="1"/>
          </p:cNvSpPr>
          <p:nvPr>
            <p:ph type="title" hasCustomPrompt="1"/>
          </p:nvPr>
        </p:nvSpPr>
        <p:spPr>
          <a:xfrm>
            <a:off x="334962" y="333375"/>
            <a:ext cx="11233150" cy="451869"/>
          </a:xfrm>
        </p:spPr>
        <p:txBody>
          <a:bodyPr anchor="t"/>
          <a:lstStyle>
            <a:lvl1pPr>
              <a:defRPr sz="3000">
                <a:solidFill>
                  <a:schemeClr val="bg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5B38FCCA-9B45-403D-9285-E8A5659B3A90}"/>
              </a:ext>
            </a:extLst>
          </p:cNvPr>
          <p:cNvSpPr>
            <a:spLocks noGrp="1"/>
          </p:cNvSpPr>
          <p:nvPr>
            <p:ph type="body" sz="quarter" idx="13" hasCustomPrompt="1"/>
          </p:nvPr>
        </p:nvSpPr>
        <p:spPr>
          <a:xfrm>
            <a:off x="334962" y="785244"/>
            <a:ext cx="11233150" cy="344488"/>
          </a:xfrm>
        </p:spPr>
        <p:txBody>
          <a:bodyPr/>
          <a:lstStyle>
            <a:lvl1pPr marL="0" indent="0">
              <a:buNone/>
              <a:defRPr lang="en-US" sz="2200">
                <a:solidFill>
                  <a:schemeClr val="accent4"/>
                </a:solidFill>
              </a:defRPr>
            </a:lvl1pPr>
          </a:lstStyle>
          <a:p>
            <a:pPr lvl="0"/>
            <a:r>
              <a:rPr lang="en-US" dirty="0"/>
              <a:t>Click to edit text styles</a:t>
            </a:r>
          </a:p>
        </p:txBody>
      </p:sp>
      <p:cxnSp>
        <p:nvCxnSpPr>
          <p:cNvPr id="5" name="Straight Connector 4">
            <a:extLst>
              <a:ext uri="{FF2B5EF4-FFF2-40B4-BE49-F238E27FC236}">
                <a16:creationId xmlns:a16="http://schemas.microsoft.com/office/drawing/2014/main" id="{1DD410EB-22A8-56FC-8D90-A32912AB5A8D}"/>
              </a:ext>
            </a:extLst>
          </p:cNvPr>
          <p:cNvCxnSpPr>
            <a:cxnSpLocks/>
          </p:cNvCxnSpPr>
          <p:nvPr userDrawn="1"/>
        </p:nvCxnSpPr>
        <p:spPr>
          <a:xfrm>
            <a:off x="8978583" y="1631950"/>
            <a:ext cx="0" cy="4440604"/>
          </a:xfrm>
          <a:prstGeom prst="line">
            <a:avLst/>
          </a:prstGeom>
          <a:ln w="15875">
            <a:solidFill>
              <a:schemeClr val="bg2">
                <a:alpha val="2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30451280"/>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2 column with image ">
    <p:spTree>
      <p:nvGrpSpPr>
        <p:cNvPr id="1" name=""/>
        <p:cNvGrpSpPr/>
        <p:nvPr/>
      </p:nvGrpSpPr>
      <p:grpSpPr>
        <a:xfrm>
          <a:off x="0" y="0"/>
          <a:ext cx="0" cy="0"/>
          <a:chOff x="0" y="0"/>
          <a:chExt cx="0" cy="0"/>
        </a:xfrm>
      </p:grpSpPr>
      <p:sp>
        <p:nvSpPr>
          <p:cNvPr id="7" name="Text Placeholder 2"/>
          <p:cNvSpPr>
            <a:spLocks noGrp="1"/>
          </p:cNvSpPr>
          <p:nvPr>
            <p:ph idx="1" hasCustomPrompt="1"/>
          </p:nvPr>
        </p:nvSpPr>
        <p:spPr>
          <a:xfrm>
            <a:off x="341681" y="1629079"/>
            <a:ext cx="5625569" cy="4455197"/>
          </a:xfrm>
          <a:prstGeom prst="rect">
            <a:avLst/>
          </a:prstGeom>
        </p:spPr>
        <p:txBody>
          <a:bodyPr/>
          <a:lstStyle>
            <a:lvl1pPr marL="342900" indent="-342900">
              <a:lnSpc>
                <a:spcPct val="100000"/>
              </a:lnSpc>
              <a:spcAft>
                <a:spcPts val="0"/>
              </a:spcAft>
              <a:buClr>
                <a:schemeClr val="accent4"/>
              </a:buClr>
              <a:buFont typeface="Arial" panose="020B0604020202020204" pitchFamily="34" charset="0"/>
              <a:buChar char="•"/>
              <a:defRPr sz="2400">
                <a:solidFill>
                  <a:schemeClr val="bg1"/>
                </a:solidFill>
              </a:defRPr>
            </a:lvl1pPr>
            <a:lvl2pPr marL="581343" indent="-166688">
              <a:lnSpc>
                <a:spcPct val="100000"/>
              </a:lnSpc>
              <a:spcBef>
                <a:spcPts val="0"/>
              </a:spcBef>
              <a:spcAft>
                <a:spcPts val="0"/>
              </a:spcAft>
              <a:buClr>
                <a:schemeClr val="accent4"/>
              </a:buClr>
              <a:buFont typeface="Arial" panose="020B0604020202020204" pitchFamily="34" charset="0"/>
              <a:buChar char="•"/>
              <a:defRPr sz="2000">
                <a:solidFill>
                  <a:schemeClr val="bg1"/>
                </a:solidFill>
              </a:defRPr>
            </a:lvl2pPr>
            <a:lvl3pPr marL="855663" indent="-166688">
              <a:lnSpc>
                <a:spcPct val="100000"/>
              </a:lnSpc>
              <a:spcBef>
                <a:spcPts val="0"/>
              </a:spcBef>
              <a:spcAft>
                <a:spcPts val="0"/>
              </a:spcAft>
              <a:buClr>
                <a:schemeClr val="accent4"/>
              </a:buClr>
              <a:buFont typeface="Arial" panose="020B0604020202020204" pitchFamily="34" charset="0"/>
              <a:buChar char="•"/>
              <a:defRPr sz="1800">
                <a:solidFill>
                  <a:schemeClr val="bg1"/>
                </a:solidFill>
              </a:defRPr>
            </a:lvl3pPr>
          </a:lstStyle>
          <a:p>
            <a:pPr lvl="0"/>
            <a:r>
              <a:rPr lang="en-US" dirty="0"/>
              <a:t>Click to edit text styles</a:t>
            </a:r>
          </a:p>
          <a:p>
            <a:pPr lvl="1"/>
            <a:r>
              <a:rPr lang="en-US" dirty="0"/>
              <a:t>Second level</a:t>
            </a:r>
          </a:p>
          <a:p>
            <a:pPr lvl="2"/>
            <a:r>
              <a:rPr lang="en-US" dirty="0"/>
              <a:t>Third level</a:t>
            </a:r>
          </a:p>
        </p:txBody>
      </p:sp>
      <p:sp>
        <p:nvSpPr>
          <p:cNvPr id="50" name="Picture Placeholder 5"/>
          <p:cNvSpPr>
            <a:spLocks noGrp="1"/>
          </p:cNvSpPr>
          <p:nvPr>
            <p:ph type="pic" sz="quarter" idx="17"/>
          </p:nvPr>
        </p:nvSpPr>
        <p:spPr>
          <a:xfrm>
            <a:off x="6250924" y="1629080"/>
            <a:ext cx="5606113" cy="4455198"/>
          </a:xfrm>
        </p:spPr>
        <p:txBody>
          <a:bodyPr/>
          <a:lstStyle>
            <a:lvl1pPr marL="0" indent="0">
              <a:buClr>
                <a:schemeClr val="accent1"/>
              </a:buClr>
              <a:buNone/>
              <a:defRPr sz="2200">
                <a:solidFill>
                  <a:schemeClr val="tx1"/>
                </a:solidFill>
              </a:defRPr>
            </a:lvl1pPr>
          </a:lstStyle>
          <a:p>
            <a:pPr lvl="0"/>
            <a:r>
              <a:rPr lang="en-GB" noProof="0"/>
              <a:t>Click icon to add picture</a:t>
            </a:r>
            <a:endParaRPr lang="en-US" noProof="0" dirty="0"/>
          </a:p>
        </p:txBody>
      </p:sp>
      <p:sp>
        <p:nvSpPr>
          <p:cNvPr id="3" name="Title 1">
            <a:extLst>
              <a:ext uri="{FF2B5EF4-FFF2-40B4-BE49-F238E27FC236}">
                <a16:creationId xmlns:a16="http://schemas.microsoft.com/office/drawing/2014/main" id="{40152492-71D9-150B-2A89-D0FCD1FD2983}"/>
              </a:ext>
            </a:extLst>
          </p:cNvPr>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405D1B2E-CB2E-3E45-B317-55D6F5C2DA6B}"/>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chemeClr val="accent4"/>
                </a:solidFill>
              </a:defRPr>
            </a:lvl1pPr>
          </a:lstStyle>
          <a:p>
            <a:pPr lvl="0"/>
            <a:r>
              <a:rPr lang="en-US" dirty="0"/>
              <a:t>Click to edit text styles</a:t>
            </a:r>
          </a:p>
        </p:txBody>
      </p:sp>
    </p:spTree>
    <p:extLst>
      <p:ext uri="{BB962C8B-B14F-4D97-AF65-F5344CB8AC3E}">
        <p14:creationId xmlns:p14="http://schemas.microsoft.com/office/powerpoint/2010/main" val="3814528457"/>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Table Slide">
    <p:spTree>
      <p:nvGrpSpPr>
        <p:cNvPr id="1" name=""/>
        <p:cNvGrpSpPr/>
        <p:nvPr/>
      </p:nvGrpSpPr>
      <p:grpSpPr>
        <a:xfrm>
          <a:off x="0" y="0"/>
          <a:ext cx="0" cy="0"/>
          <a:chOff x="0" y="0"/>
          <a:chExt cx="0" cy="0"/>
        </a:xfrm>
      </p:grpSpPr>
      <p:sp>
        <p:nvSpPr>
          <p:cNvPr id="10" name="Table Placeholder 3"/>
          <p:cNvSpPr>
            <a:spLocks noGrp="1"/>
          </p:cNvSpPr>
          <p:nvPr>
            <p:ph type="tbl" sz="quarter" idx="13"/>
          </p:nvPr>
        </p:nvSpPr>
        <p:spPr>
          <a:xfrm>
            <a:off x="342900" y="1259574"/>
            <a:ext cx="11514138" cy="5065026"/>
          </a:xfrm>
        </p:spPr>
        <p:txBody>
          <a:bodyPr/>
          <a:lstStyle>
            <a:lvl1pPr marL="0" indent="0">
              <a:buNone/>
              <a:defRPr/>
            </a:lvl1pPr>
          </a:lstStyle>
          <a:p>
            <a:pPr lvl="0"/>
            <a:r>
              <a:rPr lang="en-GB" noProof="0" dirty="0"/>
              <a:t>Click icon to add table</a:t>
            </a:r>
            <a:endParaRPr lang="en-US" noProof="0" dirty="0"/>
          </a:p>
        </p:txBody>
      </p:sp>
      <p:sp>
        <p:nvSpPr>
          <p:cNvPr id="3" name="Title 1">
            <a:extLst>
              <a:ext uri="{FF2B5EF4-FFF2-40B4-BE49-F238E27FC236}">
                <a16:creationId xmlns:a16="http://schemas.microsoft.com/office/drawing/2014/main" id="{0BA6B87B-D63E-427C-CAB5-FF49FA0D8855}"/>
              </a:ext>
            </a:extLst>
          </p:cNvPr>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Tree>
    <p:extLst>
      <p:ext uri="{BB962C8B-B14F-4D97-AF65-F5344CB8AC3E}">
        <p14:creationId xmlns:p14="http://schemas.microsoft.com/office/powerpoint/2010/main" val="2847148045"/>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9FF3FA1D-9635-ED13-F7C7-D49D0BEE44B1}"/>
              </a:ext>
            </a:extLst>
          </p:cNvPr>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Tree>
    <p:extLst>
      <p:ext uri="{BB962C8B-B14F-4D97-AF65-F5344CB8AC3E}">
        <p14:creationId xmlns:p14="http://schemas.microsoft.com/office/powerpoint/2010/main" val="4190504661"/>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Blank_Black">
    <p:bg>
      <p:bgPr>
        <a:solidFill>
          <a:srgbClr val="000000"/>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9FF3FA1D-9635-ED13-F7C7-D49D0BEE44B1}"/>
              </a:ext>
            </a:extLst>
          </p:cNvPr>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Tree>
    <p:extLst>
      <p:ext uri="{BB962C8B-B14F-4D97-AF65-F5344CB8AC3E}">
        <p14:creationId xmlns:p14="http://schemas.microsoft.com/office/powerpoint/2010/main" val="788157938"/>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1_3 column slide with images">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FA34585F-2B85-C728-D6AB-F47CC23E519B}"/>
              </a:ext>
            </a:extLst>
          </p:cNvPr>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C8F3B333-FC3F-6CC0-F884-E8D64B418497}"/>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chemeClr val="accent4"/>
                </a:solidFill>
              </a:defRPr>
            </a:lvl1pPr>
          </a:lstStyle>
          <a:p>
            <a:pPr lvl="0"/>
            <a:r>
              <a:rPr lang="en-US" dirty="0"/>
              <a:t>Click to edit text styles</a:t>
            </a:r>
          </a:p>
        </p:txBody>
      </p:sp>
      <p:sp>
        <p:nvSpPr>
          <p:cNvPr id="7" name="Text Placeholder 2">
            <a:extLst>
              <a:ext uri="{FF2B5EF4-FFF2-40B4-BE49-F238E27FC236}">
                <a16:creationId xmlns:a16="http://schemas.microsoft.com/office/drawing/2014/main" id="{AA2015AF-BA33-A1D1-C656-9F0543D045D8}"/>
              </a:ext>
            </a:extLst>
          </p:cNvPr>
          <p:cNvSpPr>
            <a:spLocks noGrp="1"/>
          </p:cNvSpPr>
          <p:nvPr>
            <p:ph idx="1" hasCustomPrompt="1"/>
          </p:nvPr>
        </p:nvSpPr>
        <p:spPr>
          <a:xfrm>
            <a:off x="334964" y="4686255"/>
            <a:ext cx="3372644" cy="1373232"/>
          </a:xfrm>
          <a:prstGeom prst="rect">
            <a:avLst/>
          </a:prstGeo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a:solidFill>
                  <a:schemeClr val="bg1"/>
                </a:solidFill>
              </a:defRPr>
            </a:lvl2pPr>
            <a:lvl3pPr>
              <a:defRPr>
                <a:solidFill>
                  <a:srgbClr val="383838"/>
                </a:solidFill>
              </a:defRPr>
            </a:lvl3pPr>
            <a:lvl4pPr>
              <a:defRPr>
                <a:solidFill>
                  <a:srgbClr val="383838"/>
                </a:solidFill>
              </a:defRPr>
            </a:lvl4pPr>
            <a:lvl5pPr>
              <a:defRPr>
                <a:solidFill>
                  <a:srgbClr val="383838"/>
                </a:solidFill>
              </a:defRPr>
            </a:lvl5pPr>
          </a:lstStyle>
          <a:p>
            <a:pPr lvl="0"/>
            <a:r>
              <a:rPr lang="en-US" dirty="0"/>
              <a:t>Click to edit text styles</a:t>
            </a:r>
          </a:p>
          <a:p>
            <a:pPr lvl="1"/>
            <a:r>
              <a:rPr lang="en-US" dirty="0"/>
              <a:t>Second level</a:t>
            </a:r>
          </a:p>
        </p:txBody>
      </p:sp>
      <p:sp>
        <p:nvSpPr>
          <p:cNvPr id="10" name="Text Placeholder 2">
            <a:extLst>
              <a:ext uri="{FF2B5EF4-FFF2-40B4-BE49-F238E27FC236}">
                <a16:creationId xmlns:a16="http://schemas.microsoft.com/office/drawing/2014/main" id="{91DCE8EB-57B0-6F3F-108A-307D6494DF2E}"/>
              </a:ext>
            </a:extLst>
          </p:cNvPr>
          <p:cNvSpPr>
            <a:spLocks noGrp="1"/>
          </p:cNvSpPr>
          <p:nvPr>
            <p:ph idx="17" hasCustomPrompt="1"/>
          </p:nvPr>
        </p:nvSpPr>
        <p:spPr>
          <a:xfrm>
            <a:off x="4416359" y="4686255"/>
            <a:ext cx="3359281" cy="1373232"/>
          </a:xfrm>
          <a:prstGeom prst="rect">
            <a:avLst/>
          </a:prstGeo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a:solidFill>
                  <a:schemeClr val="bg1"/>
                </a:solidFill>
              </a:defRPr>
            </a:lvl2pPr>
          </a:lstStyle>
          <a:p>
            <a:pPr lvl="0"/>
            <a:r>
              <a:rPr lang="en-US" dirty="0"/>
              <a:t>Click to edit text styles</a:t>
            </a:r>
          </a:p>
          <a:p>
            <a:pPr lvl="1"/>
            <a:r>
              <a:rPr lang="en-US" dirty="0"/>
              <a:t>Second level</a:t>
            </a:r>
          </a:p>
        </p:txBody>
      </p:sp>
      <p:sp>
        <p:nvSpPr>
          <p:cNvPr id="11" name="Text Placeholder 2">
            <a:extLst>
              <a:ext uri="{FF2B5EF4-FFF2-40B4-BE49-F238E27FC236}">
                <a16:creationId xmlns:a16="http://schemas.microsoft.com/office/drawing/2014/main" id="{3CE459FA-5634-169B-B788-0A6DCDEB1AC0}"/>
              </a:ext>
            </a:extLst>
          </p:cNvPr>
          <p:cNvSpPr>
            <a:spLocks noGrp="1"/>
          </p:cNvSpPr>
          <p:nvPr>
            <p:ph idx="18" hasCustomPrompt="1"/>
          </p:nvPr>
        </p:nvSpPr>
        <p:spPr>
          <a:xfrm>
            <a:off x="8437857" y="4686255"/>
            <a:ext cx="3412462" cy="1373232"/>
          </a:xfrm>
          <a:prstGeom prst="rect">
            <a:avLst/>
          </a:prstGeo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a:solidFill>
                  <a:schemeClr val="bg1"/>
                </a:solidFill>
              </a:defRPr>
            </a:lvl2pPr>
          </a:lstStyle>
          <a:p>
            <a:pPr lvl="0"/>
            <a:r>
              <a:rPr lang="en-US" dirty="0"/>
              <a:t>Click to edit text styles</a:t>
            </a:r>
          </a:p>
          <a:p>
            <a:pPr lvl="1"/>
            <a:r>
              <a:rPr lang="en-US" dirty="0"/>
              <a:t>Second level</a:t>
            </a:r>
          </a:p>
        </p:txBody>
      </p:sp>
    </p:spTree>
    <p:extLst>
      <p:ext uri="{BB962C8B-B14F-4D97-AF65-F5344CB8AC3E}">
        <p14:creationId xmlns:p14="http://schemas.microsoft.com/office/powerpoint/2010/main" val="1445017293"/>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2_3 column slide with images">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FA34585F-2B85-C728-D6AB-F47CC23E519B}"/>
              </a:ext>
            </a:extLst>
          </p:cNvPr>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C8F3B333-FC3F-6CC0-F884-E8D64B418497}"/>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chemeClr val="accent4"/>
                </a:solidFill>
              </a:defRPr>
            </a:lvl1pPr>
          </a:lstStyle>
          <a:p>
            <a:pPr lvl="0"/>
            <a:r>
              <a:rPr lang="en-US" dirty="0"/>
              <a:t>Click to edit text styles</a:t>
            </a:r>
          </a:p>
        </p:txBody>
      </p:sp>
    </p:spTree>
    <p:extLst>
      <p:ext uri="{BB962C8B-B14F-4D97-AF65-F5344CB8AC3E}">
        <p14:creationId xmlns:p14="http://schemas.microsoft.com/office/powerpoint/2010/main" val="164630639"/>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2_3 column slide ">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71325FC2-3ECC-B01B-C310-C1830B3A372D}"/>
              </a:ext>
            </a:extLst>
          </p:cNvPr>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22E93B31-0AB7-47FF-66E3-07BAB00D4F54}"/>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chemeClr val="accent4"/>
                </a:solidFill>
              </a:defRPr>
            </a:lvl1pPr>
          </a:lstStyle>
          <a:p>
            <a:pPr lvl="0"/>
            <a:r>
              <a:rPr lang="en-US" dirty="0"/>
              <a:t>Click to edit text styles</a:t>
            </a:r>
          </a:p>
        </p:txBody>
      </p:sp>
      <p:sp>
        <p:nvSpPr>
          <p:cNvPr id="5" name="Text Placeholder 5">
            <a:extLst>
              <a:ext uri="{FF2B5EF4-FFF2-40B4-BE49-F238E27FC236}">
                <a16:creationId xmlns:a16="http://schemas.microsoft.com/office/drawing/2014/main" id="{93C81F4B-F08E-B41E-3208-5D0B92A96A1B}"/>
              </a:ext>
            </a:extLst>
          </p:cNvPr>
          <p:cNvSpPr>
            <a:spLocks noGrp="1"/>
          </p:cNvSpPr>
          <p:nvPr>
            <p:ph type="body" sz="quarter" idx="19"/>
          </p:nvPr>
        </p:nvSpPr>
        <p:spPr>
          <a:xfrm>
            <a:off x="4419997" y="1611050"/>
            <a:ext cx="3359945" cy="560696"/>
          </a:xfrm>
        </p:spPr>
        <p:txBody>
          <a:bodyPr/>
          <a:lstStyle>
            <a:lvl1pPr>
              <a:buClr>
                <a:schemeClr val="accent4"/>
              </a:buClr>
              <a:defRPr/>
            </a:lvl1pPr>
          </a:lstStyle>
          <a:p>
            <a:r>
              <a:rPr lang="en-US" dirty="0"/>
              <a:t>Column Headline</a:t>
            </a:r>
          </a:p>
          <a:p>
            <a:endParaRPr lang="en-US" dirty="0"/>
          </a:p>
        </p:txBody>
      </p:sp>
      <p:sp>
        <p:nvSpPr>
          <p:cNvPr id="6" name="Text Placeholder 8">
            <a:extLst>
              <a:ext uri="{FF2B5EF4-FFF2-40B4-BE49-F238E27FC236}">
                <a16:creationId xmlns:a16="http://schemas.microsoft.com/office/drawing/2014/main" id="{D3F52F4B-161F-01DB-3570-BED7ABF421DC}"/>
              </a:ext>
            </a:extLst>
          </p:cNvPr>
          <p:cNvSpPr>
            <a:spLocks noGrp="1"/>
          </p:cNvSpPr>
          <p:nvPr>
            <p:ph type="body" sz="quarter" idx="20"/>
          </p:nvPr>
        </p:nvSpPr>
        <p:spPr>
          <a:xfrm>
            <a:off x="8437193" y="1611050"/>
            <a:ext cx="3413126" cy="560696"/>
          </a:xfrm>
        </p:spPr>
        <p:txBody>
          <a:bodyPr/>
          <a:lstStyle>
            <a:lvl1pPr>
              <a:buClr>
                <a:schemeClr val="accent4"/>
              </a:buClr>
              <a:defRPr/>
            </a:lvl1pPr>
          </a:lstStyle>
          <a:p>
            <a:r>
              <a:rPr lang="en-US" dirty="0"/>
              <a:t>Column Headline</a:t>
            </a:r>
          </a:p>
          <a:p>
            <a:endParaRPr lang="en-US" dirty="0"/>
          </a:p>
        </p:txBody>
      </p:sp>
      <p:cxnSp>
        <p:nvCxnSpPr>
          <p:cNvPr id="14" name="Straight Connector 13">
            <a:extLst>
              <a:ext uri="{FF2B5EF4-FFF2-40B4-BE49-F238E27FC236}">
                <a16:creationId xmlns:a16="http://schemas.microsoft.com/office/drawing/2014/main" id="{DC173144-7538-D08B-6C69-A7C2EF4371B0}"/>
              </a:ext>
            </a:extLst>
          </p:cNvPr>
          <p:cNvCxnSpPr>
            <a:cxnSpLocks/>
          </p:cNvCxnSpPr>
          <p:nvPr userDrawn="1"/>
        </p:nvCxnSpPr>
        <p:spPr>
          <a:xfrm>
            <a:off x="4068914" y="1631950"/>
            <a:ext cx="0" cy="4440604"/>
          </a:xfrm>
          <a:prstGeom prst="line">
            <a:avLst/>
          </a:prstGeom>
          <a:ln w="15875">
            <a:solidFill>
              <a:schemeClr val="bg2">
                <a:alpha val="20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A01FA014-90AB-0167-9FFE-B61D90A760F8}"/>
              </a:ext>
            </a:extLst>
          </p:cNvPr>
          <p:cNvCxnSpPr>
            <a:cxnSpLocks/>
          </p:cNvCxnSpPr>
          <p:nvPr userDrawn="1"/>
        </p:nvCxnSpPr>
        <p:spPr>
          <a:xfrm>
            <a:off x="8130275" y="1631950"/>
            <a:ext cx="0" cy="4440604"/>
          </a:xfrm>
          <a:prstGeom prst="line">
            <a:avLst/>
          </a:prstGeom>
          <a:ln w="15875">
            <a:solidFill>
              <a:schemeClr val="bg2">
                <a:alpha val="20000"/>
              </a:schemeClr>
            </a:solidFill>
          </a:ln>
        </p:spPr>
        <p:style>
          <a:lnRef idx="1">
            <a:schemeClr val="accent1"/>
          </a:lnRef>
          <a:fillRef idx="0">
            <a:schemeClr val="accent1"/>
          </a:fillRef>
          <a:effectRef idx="0">
            <a:schemeClr val="accent1"/>
          </a:effectRef>
          <a:fontRef idx="minor">
            <a:schemeClr val="tx1"/>
          </a:fontRef>
        </p:style>
      </p:cxnSp>
      <p:sp>
        <p:nvSpPr>
          <p:cNvPr id="17" name="Text Placeholder 3">
            <a:extLst>
              <a:ext uri="{FF2B5EF4-FFF2-40B4-BE49-F238E27FC236}">
                <a16:creationId xmlns:a16="http://schemas.microsoft.com/office/drawing/2014/main" id="{1C219C76-408E-918F-DA25-E1B89EC087AB}"/>
              </a:ext>
            </a:extLst>
          </p:cNvPr>
          <p:cNvSpPr>
            <a:spLocks noGrp="1"/>
          </p:cNvSpPr>
          <p:nvPr>
            <p:ph type="body" sz="quarter" idx="16"/>
          </p:nvPr>
        </p:nvSpPr>
        <p:spPr>
          <a:xfrm>
            <a:off x="341681" y="1611050"/>
            <a:ext cx="3372645" cy="560696"/>
          </a:xfrm>
        </p:spPr>
        <p:txBody>
          <a:bodyPr/>
          <a:lstStyle>
            <a:lvl1pPr>
              <a:buClr>
                <a:schemeClr val="accent4"/>
              </a:buClr>
              <a:defRPr/>
            </a:lvl1pPr>
          </a:lstStyle>
          <a:p>
            <a:r>
              <a:rPr lang="en-US" dirty="0"/>
              <a:t>Column Headline</a:t>
            </a:r>
          </a:p>
          <a:p>
            <a:endParaRPr lang="en-US" dirty="0"/>
          </a:p>
        </p:txBody>
      </p:sp>
    </p:spTree>
    <p:extLst>
      <p:ext uri="{BB962C8B-B14F-4D97-AF65-F5344CB8AC3E}">
        <p14:creationId xmlns:p14="http://schemas.microsoft.com/office/powerpoint/2010/main" val="1460443155"/>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showMasterSp="0" preserve="1" userDrawn="1">
  <p:cSld name="2_Closing Slide">
    <p:bg>
      <p:bgPr>
        <a:solidFill>
          <a:schemeClr val="accent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935D0AB-AC44-3595-F2A0-E120A9BFA64F}"/>
              </a:ext>
            </a:extLst>
          </p:cNvPr>
          <p:cNvSpPr/>
          <p:nvPr userDrawn="1"/>
        </p:nvSpPr>
        <p:spPr>
          <a:xfrm>
            <a:off x="-1" y="0"/>
            <a:ext cx="12192001" cy="6858000"/>
          </a:xfrm>
          <a:prstGeom prst="rect">
            <a:avLst/>
          </a:prstGeom>
          <a:gradFill>
            <a:gsLst>
              <a:gs pos="74000">
                <a:srgbClr val="BA85F9"/>
              </a:gs>
              <a:gs pos="33000">
                <a:srgbClr val="6E2FF1"/>
              </a:gs>
              <a:gs pos="0">
                <a:schemeClr val="accent1">
                  <a:alpha val="7000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BBE5686C-98E7-A510-653F-0FD69A4B4B81}"/>
              </a:ext>
            </a:extLst>
          </p:cNvPr>
          <p:cNvSpPr/>
          <p:nvPr userDrawn="1"/>
        </p:nvSpPr>
        <p:spPr>
          <a:xfrm>
            <a:off x="-1" y="0"/>
            <a:ext cx="12192001" cy="6858000"/>
          </a:xfrm>
          <a:prstGeom prst="rect">
            <a:avLst/>
          </a:prstGeom>
          <a:gradFill>
            <a:gsLst>
              <a:gs pos="100000">
                <a:srgbClr val="E0D1FC"/>
              </a:gs>
              <a:gs pos="60000">
                <a:srgbClr val="6E2FF1">
                  <a:alpha val="10000"/>
                </a:srgb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2">
            <a:extLst>
              <a:ext uri="{FF2B5EF4-FFF2-40B4-BE49-F238E27FC236}">
                <a16:creationId xmlns:a16="http://schemas.microsoft.com/office/drawing/2014/main" id="{6F863802-73AF-E781-94DD-B6935A840D5B}"/>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317949" y="3249879"/>
            <a:ext cx="1174240" cy="358243"/>
          </a:xfrm>
          <a:prstGeom prst="rect">
            <a:avLst/>
          </a:prstGeom>
        </p:spPr>
      </p:pic>
      <p:sp>
        <p:nvSpPr>
          <p:cNvPr id="3" name="Rectangle 2">
            <a:extLst>
              <a:ext uri="{FF2B5EF4-FFF2-40B4-BE49-F238E27FC236}">
                <a16:creationId xmlns:a16="http://schemas.microsoft.com/office/drawing/2014/main" id="{007E9A11-EBA6-9420-BCD8-181F6B72A5A9}"/>
              </a:ext>
            </a:extLst>
          </p:cNvPr>
          <p:cNvSpPr>
            <a:spLocks noChangeArrowheads="1"/>
          </p:cNvSpPr>
          <p:nvPr userDrawn="1"/>
        </p:nvSpPr>
        <p:spPr bwMode="auto">
          <a:xfrm>
            <a:off x="7326471" y="0"/>
            <a:ext cx="4655186" cy="7017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Tack </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ಧನ್ಯವಾದಗಳು</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Merci</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Danke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Gracias</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Grazie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谢谢</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ありがとう</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Asante</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solidFill>
                <a:latin typeface="Arial" panose="020B0604020202020204" pitchFamily="34" charset="0"/>
                <a:cs typeface="Arial" panose="020B0604020202020204" pitchFamily="34" charset="0"/>
              </a:rPr>
              <a:t>Thank you</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감사합니다</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धन्यवाद</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Kiitos</a:t>
            </a:r>
          </a:p>
          <a:p>
            <a:pPr algn="r">
              <a:lnSpc>
                <a:spcPts val="3000"/>
              </a:lnSpc>
              <a:defRPr/>
            </a:pPr>
            <a:r>
              <a:rPr lang="en-US" sz="2400" kern="1200" noProof="1">
                <a:solidFill>
                  <a:schemeClr val="bg1">
                    <a:alpha val="25000"/>
                  </a:schemeClr>
                </a:solidFill>
                <a:latin typeface="Arial" panose="020B0604020202020204" pitchFamily="34" charset="0"/>
                <a:ea typeface="ＭＳ Ｐゴシック" charset="-128"/>
                <a:cs typeface="Arial" panose="020B0604020202020204" pitchFamily="34" charset="0"/>
              </a:rPr>
              <a:t>شكرًا</a:t>
            </a:r>
          </a:p>
          <a:p>
            <a:pPr algn="r">
              <a:lnSpc>
                <a:spcPts val="3000"/>
              </a:lnSpc>
              <a:defRPr/>
            </a:pPr>
            <a:r>
              <a:rPr lang="en-US" sz="2400" noProof="1">
                <a:solidFill>
                  <a:schemeClr val="bg1">
                    <a:alpha val="25000"/>
                  </a:schemeClr>
                </a:solidFill>
                <a:latin typeface="Arial" panose="020B0604020202020204" pitchFamily="34" charset="0"/>
              </a:rPr>
              <a:t>ধন্যবাদ</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תודה</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ధన్యవాదములు</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Köszönöm</a:t>
            </a:r>
          </a:p>
        </p:txBody>
      </p:sp>
    </p:spTree>
    <p:extLst>
      <p:ext uri="{BB962C8B-B14F-4D97-AF65-F5344CB8AC3E}">
        <p14:creationId xmlns:p14="http://schemas.microsoft.com/office/powerpoint/2010/main" val="4200344589"/>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showMasterSp="0" preserve="1" userDrawn="1">
  <p:cSld name="3_Closing Slide">
    <p:bg>
      <p:bgPr>
        <a:solidFill>
          <a:schemeClr val="accent1"/>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B11CE2E-EC95-AB37-48CD-A893B95CCBCB}"/>
              </a:ext>
            </a:extLst>
          </p:cNvPr>
          <p:cNvSpPr/>
          <p:nvPr userDrawn="1"/>
        </p:nvSpPr>
        <p:spPr>
          <a:xfrm>
            <a:off x="-1" y="0"/>
            <a:ext cx="12192001" cy="6858000"/>
          </a:xfrm>
          <a:prstGeom prst="rect">
            <a:avLst/>
          </a:prstGeom>
          <a:gradFill>
            <a:gsLst>
              <a:gs pos="74000">
                <a:srgbClr val="BA85F9"/>
              </a:gs>
              <a:gs pos="33000">
                <a:srgbClr val="6E2FF1"/>
              </a:gs>
              <a:gs pos="0">
                <a:schemeClr val="accent1">
                  <a:alpha val="7000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3E667DAA-C82F-D11A-357F-886396C9B7FE}"/>
              </a:ext>
            </a:extLst>
          </p:cNvPr>
          <p:cNvSpPr/>
          <p:nvPr userDrawn="1"/>
        </p:nvSpPr>
        <p:spPr>
          <a:xfrm>
            <a:off x="-1" y="0"/>
            <a:ext cx="12192001" cy="6858000"/>
          </a:xfrm>
          <a:prstGeom prst="rect">
            <a:avLst/>
          </a:prstGeom>
          <a:gradFill>
            <a:gsLst>
              <a:gs pos="100000">
                <a:srgbClr val="E0D1FC"/>
              </a:gs>
              <a:gs pos="60000">
                <a:srgbClr val="6E2FF1">
                  <a:alpha val="10000"/>
                </a:srgb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01558F5E-A3BE-0D42-13E9-838197A80B45}"/>
              </a:ext>
            </a:extLst>
          </p:cNvPr>
          <p:cNvSpPr>
            <a:spLocks noChangeArrowheads="1"/>
          </p:cNvSpPr>
          <p:nvPr userDrawn="1"/>
        </p:nvSpPr>
        <p:spPr bwMode="auto">
          <a:xfrm>
            <a:off x="334963" y="5555129"/>
            <a:ext cx="4170002" cy="969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eaLnBrk="0" fontAlgn="base" hangingPunct="0">
              <a:spcBef>
                <a:spcPct val="0"/>
              </a:spcBef>
              <a:spcAft>
                <a:spcPct val="0"/>
              </a:spcAft>
              <a:defRPr>
                <a:solidFill>
                  <a:schemeClr val="tx1"/>
                </a:solidFill>
                <a:latin typeface="Calibri" charset="0"/>
                <a:ea typeface="ＭＳ Ｐゴシック" charset="-128"/>
              </a:defRPr>
            </a:lvl6pPr>
            <a:lvl7pPr marL="2971800" indent="-228600" eaLnBrk="0" fontAlgn="base" hangingPunct="0">
              <a:spcBef>
                <a:spcPct val="0"/>
              </a:spcBef>
              <a:spcAft>
                <a:spcPct val="0"/>
              </a:spcAft>
              <a:defRPr>
                <a:solidFill>
                  <a:schemeClr val="tx1"/>
                </a:solidFill>
                <a:latin typeface="Calibri" charset="0"/>
                <a:ea typeface="ＭＳ Ｐゴシック" charset="-128"/>
              </a:defRPr>
            </a:lvl7pPr>
            <a:lvl8pPr marL="3429000" indent="-228600" eaLnBrk="0" fontAlgn="base" hangingPunct="0">
              <a:spcBef>
                <a:spcPct val="0"/>
              </a:spcBef>
              <a:spcAft>
                <a:spcPct val="0"/>
              </a:spcAft>
              <a:defRPr>
                <a:solidFill>
                  <a:schemeClr val="tx1"/>
                </a:solidFill>
                <a:latin typeface="Calibri" charset="0"/>
                <a:ea typeface="ＭＳ Ｐゴシック" charset="-128"/>
              </a:defRPr>
            </a:lvl8pPr>
            <a:lvl9pPr marL="3886200" indent="-228600" eaLnBrk="0" fontAlgn="base" hangingPunct="0">
              <a:spcBef>
                <a:spcPct val="0"/>
              </a:spcBef>
              <a:spcAft>
                <a:spcPct val="0"/>
              </a:spcAft>
              <a:defRPr>
                <a:solidFill>
                  <a:schemeClr val="tx1"/>
                </a:solidFill>
                <a:latin typeface="Calibri" charset="0"/>
                <a:ea typeface="ＭＳ Ｐゴシック" charset="-128"/>
              </a:defRPr>
            </a:lvl9pPr>
          </a:lstStyle>
          <a:p>
            <a:pPr algn="l">
              <a:defRPr/>
            </a:pPr>
            <a:r>
              <a:rPr lang="en-US" sz="1050" noProof="1">
                <a:solidFill>
                  <a:schemeClr val="bg1"/>
                </a:solidFill>
                <a:latin typeface="Arial" panose="020B0604020202020204" pitchFamily="34" charset="0"/>
                <a:cs typeface="Arial" panose="020B0604020202020204" pitchFamily="34" charset="0"/>
              </a:rPr>
              <a:t>The Arm trademarks featured in this presentation are registered trademarks or trademarks of Arm Limited (or its subsidiaries) in the US and/or elsewhere. All rights reserved. All other marks featured may be trademarks of their respective owners.</a:t>
            </a:r>
          </a:p>
          <a:p>
            <a:pPr algn="l">
              <a:defRPr/>
            </a:pPr>
            <a:br>
              <a:rPr lang="en-US" sz="1050" noProof="1">
                <a:solidFill>
                  <a:schemeClr val="bg1"/>
                </a:solidFill>
                <a:latin typeface="Arial" panose="020B0604020202020204" pitchFamily="34" charset="0"/>
                <a:cs typeface="Arial" panose="020B0604020202020204" pitchFamily="34" charset="0"/>
              </a:rPr>
            </a:br>
            <a:r>
              <a:rPr lang="en-US" sz="1050" noProof="1">
                <a:solidFill>
                  <a:schemeClr val="bg1"/>
                </a:solidFill>
                <a:latin typeface="Arial" panose="020B0604020202020204" pitchFamily="34" charset="0"/>
                <a:cs typeface="Arial" panose="020B0604020202020204" pitchFamily="34" charset="0"/>
              </a:rPr>
              <a:t>www.arm.com/company/policies/trademarks</a:t>
            </a:r>
          </a:p>
        </p:txBody>
      </p:sp>
      <p:pic>
        <p:nvPicPr>
          <p:cNvPr id="2" name="Picture 2">
            <a:extLst>
              <a:ext uri="{FF2B5EF4-FFF2-40B4-BE49-F238E27FC236}">
                <a16:creationId xmlns:a16="http://schemas.microsoft.com/office/drawing/2014/main" id="{B913E0D1-1F96-2D30-DFEF-185207885CA2}"/>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317949" y="3249879"/>
            <a:ext cx="1174240" cy="358243"/>
          </a:xfrm>
          <a:prstGeom prst="rect">
            <a:avLst/>
          </a:prstGeom>
        </p:spPr>
      </p:pic>
    </p:spTree>
    <p:extLst>
      <p:ext uri="{BB962C8B-B14F-4D97-AF65-F5344CB8AC3E}">
        <p14:creationId xmlns:p14="http://schemas.microsoft.com/office/powerpoint/2010/main" val="1481856766"/>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showMasterSp="0" preserve="1" userDrawn="1">
  <p:cSld name="6_Closing Slide">
    <p:bg>
      <p:bgPr>
        <a:solidFill>
          <a:schemeClr val="accent2"/>
        </a:solidFill>
        <a:effectLst/>
      </p:bgPr>
    </p:bg>
    <p:spTree>
      <p:nvGrpSpPr>
        <p:cNvPr id="1" name=""/>
        <p:cNvGrpSpPr/>
        <p:nvPr/>
      </p:nvGrpSpPr>
      <p:grpSpPr>
        <a:xfrm>
          <a:off x="0" y="0"/>
          <a:ext cx="0" cy="0"/>
          <a:chOff x="0" y="0"/>
          <a:chExt cx="0" cy="0"/>
        </a:xfrm>
      </p:grpSpPr>
      <p:pic>
        <p:nvPicPr>
          <p:cNvPr id="5" name="Picture 4" descr="A blue circle with a black background&#10;&#10;Description automatically generated">
            <a:extLst>
              <a:ext uri="{FF2B5EF4-FFF2-40B4-BE49-F238E27FC236}">
                <a16:creationId xmlns:a16="http://schemas.microsoft.com/office/drawing/2014/main" id="{BED15ADD-5EC2-811A-2387-1B5930CD08C3}"/>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30630" t="4489" r="30630" b="73720"/>
          <a:stretch/>
        </p:blipFill>
        <p:spPr>
          <a:xfrm>
            <a:off x="0" y="0"/>
            <a:ext cx="12192000" cy="6858000"/>
          </a:xfrm>
          <a:prstGeom prst="rect">
            <a:avLst/>
          </a:prstGeom>
        </p:spPr>
      </p:pic>
      <p:pic>
        <p:nvPicPr>
          <p:cNvPr id="4" name="Picture 11">
            <a:extLst>
              <a:ext uri="{FF2B5EF4-FFF2-40B4-BE49-F238E27FC236}">
                <a16:creationId xmlns:a16="http://schemas.microsoft.com/office/drawing/2014/main" id="{B381D48D-6B8E-2C29-2226-AC9A652B9C68}"/>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
        <p:nvSpPr>
          <p:cNvPr id="3" name="Rectangle 2">
            <a:extLst>
              <a:ext uri="{FF2B5EF4-FFF2-40B4-BE49-F238E27FC236}">
                <a16:creationId xmlns:a16="http://schemas.microsoft.com/office/drawing/2014/main" id="{557D2D66-0693-E8F6-C7DE-35F9D93C9BC4}"/>
              </a:ext>
            </a:extLst>
          </p:cNvPr>
          <p:cNvSpPr>
            <a:spLocks noChangeArrowheads="1"/>
          </p:cNvSpPr>
          <p:nvPr userDrawn="1"/>
        </p:nvSpPr>
        <p:spPr bwMode="auto">
          <a:xfrm>
            <a:off x="7326471" y="0"/>
            <a:ext cx="4655186" cy="7017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Tack </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ಧನ್ಯವಾದಗಳು</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Merci</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Danke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Gracias</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Grazie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谢谢</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ありがとう</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Asante</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solidFill>
                <a:latin typeface="Arial" panose="020B0604020202020204" pitchFamily="34" charset="0"/>
                <a:cs typeface="Arial" panose="020B0604020202020204" pitchFamily="34" charset="0"/>
              </a:rPr>
              <a:t>Thank you</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감사합니다</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धन्यवाद</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Kiitos</a:t>
            </a:r>
          </a:p>
          <a:p>
            <a:pPr algn="r">
              <a:lnSpc>
                <a:spcPts val="3000"/>
              </a:lnSpc>
              <a:defRPr/>
            </a:pPr>
            <a:r>
              <a:rPr lang="en-US" sz="2400" kern="1200" noProof="1">
                <a:solidFill>
                  <a:schemeClr val="bg1">
                    <a:alpha val="25000"/>
                  </a:schemeClr>
                </a:solidFill>
                <a:latin typeface="Arial" panose="020B0604020202020204" pitchFamily="34" charset="0"/>
                <a:ea typeface="ＭＳ Ｐゴシック" charset="-128"/>
                <a:cs typeface="Arial" panose="020B0604020202020204" pitchFamily="34" charset="0"/>
              </a:rPr>
              <a:t>شكرًا</a:t>
            </a:r>
          </a:p>
          <a:p>
            <a:pPr algn="r">
              <a:lnSpc>
                <a:spcPts val="3000"/>
              </a:lnSpc>
              <a:defRPr/>
            </a:pPr>
            <a:r>
              <a:rPr lang="en-US" sz="2400" noProof="1">
                <a:solidFill>
                  <a:schemeClr val="bg1">
                    <a:alpha val="25000"/>
                  </a:schemeClr>
                </a:solidFill>
                <a:latin typeface="Arial" panose="020B0604020202020204" pitchFamily="34" charset="0"/>
              </a:rPr>
              <a:t>ধন্যবাদ</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תודה</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ధన్యవాదములు</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Köszönöm</a:t>
            </a:r>
          </a:p>
        </p:txBody>
      </p:sp>
    </p:spTree>
    <p:extLst>
      <p:ext uri="{BB962C8B-B14F-4D97-AF65-F5344CB8AC3E}">
        <p14:creationId xmlns:p14="http://schemas.microsoft.com/office/powerpoint/2010/main" val="4093931639"/>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showMasterSp="0" preserve="1" userDrawn="1">
  <p:cSld name="1_Closing Slide">
    <p:bg>
      <p:bgPr>
        <a:solidFill>
          <a:schemeClr val="accent1"/>
        </a:solidFill>
        <a:effectLst/>
      </p:bgPr>
    </p:bg>
    <p:spTree>
      <p:nvGrpSpPr>
        <p:cNvPr id="1" name=""/>
        <p:cNvGrpSpPr/>
        <p:nvPr/>
      </p:nvGrpSpPr>
      <p:grpSpPr>
        <a:xfrm>
          <a:off x="0" y="0"/>
          <a:ext cx="0" cy="0"/>
          <a:chOff x="0" y="0"/>
          <a:chExt cx="0" cy="0"/>
        </a:xfrm>
      </p:grpSpPr>
      <p:pic>
        <p:nvPicPr>
          <p:cNvPr id="3" name="Picture 2" descr="A blue circle with a black background&#10;&#10;Description automatically generated">
            <a:extLst>
              <a:ext uri="{FF2B5EF4-FFF2-40B4-BE49-F238E27FC236}">
                <a16:creationId xmlns:a16="http://schemas.microsoft.com/office/drawing/2014/main" id="{7361937A-719B-4F76-BADA-2A50A2850E5C}"/>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30630" t="4489" r="30630" b="73720"/>
          <a:stretch/>
        </p:blipFill>
        <p:spPr>
          <a:xfrm>
            <a:off x="0" y="0"/>
            <a:ext cx="12192000" cy="6858000"/>
          </a:xfrm>
          <a:prstGeom prst="rect">
            <a:avLst/>
          </a:prstGeom>
        </p:spPr>
      </p:pic>
      <p:sp>
        <p:nvSpPr>
          <p:cNvPr id="6" name="Rectangle 5"/>
          <p:cNvSpPr>
            <a:spLocks noChangeArrowheads="1"/>
          </p:cNvSpPr>
          <p:nvPr userDrawn="1"/>
        </p:nvSpPr>
        <p:spPr bwMode="auto">
          <a:xfrm>
            <a:off x="334963" y="5662851"/>
            <a:ext cx="2658035" cy="8617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eaLnBrk="0" fontAlgn="base" hangingPunct="0">
              <a:spcBef>
                <a:spcPct val="0"/>
              </a:spcBef>
              <a:spcAft>
                <a:spcPct val="0"/>
              </a:spcAft>
              <a:defRPr>
                <a:solidFill>
                  <a:schemeClr val="tx1"/>
                </a:solidFill>
                <a:latin typeface="Calibri" charset="0"/>
                <a:ea typeface="ＭＳ Ｐゴシック" charset="-128"/>
              </a:defRPr>
            </a:lvl6pPr>
            <a:lvl7pPr marL="2971800" indent="-228600" eaLnBrk="0" fontAlgn="base" hangingPunct="0">
              <a:spcBef>
                <a:spcPct val="0"/>
              </a:spcBef>
              <a:spcAft>
                <a:spcPct val="0"/>
              </a:spcAft>
              <a:defRPr>
                <a:solidFill>
                  <a:schemeClr val="tx1"/>
                </a:solidFill>
                <a:latin typeface="Calibri" charset="0"/>
                <a:ea typeface="ＭＳ Ｐゴシック" charset="-128"/>
              </a:defRPr>
            </a:lvl7pPr>
            <a:lvl8pPr marL="3429000" indent="-228600" eaLnBrk="0" fontAlgn="base" hangingPunct="0">
              <a:spcBef>
                <a:spcPct val="0"/>
              </a:spcBef>
              <a:spcAft>
                <a:spcPct val="0"/>
              </a:spcAft>
              <a:defRPr>
                <a:solidFill>
                  <a:schemeClr val="tx1"/>
                </a:solidFill>
                <a:latin typeface="Calibri" charset="0"/>
                <a:ea typeface="ＭＳ Ｐゴシック" charset="-128"/>
              </a:defRPr>
            </a:lvl8pPr>
            <a:lvl9pPr marL="3886200" indent="-228600" eaLnBrk="0" fontAlgn="base" hangingPunct="0">
              <a:spcBef>
                <a:spcPct val="0"/>
              </a:spcBef>
              <a:spcAft>
                <a:spcPct val="0"/>
              </a:spcAft>
              <a:defRPr>
                <a:solidFill>
                  <a:schemeClr val="tx1"/>
                </a:solidFill>
                <a:latin typeface="Calibri" charset="0"/>
                <a:ea typeface="ＭＳ Ｐゴシック" charset="-128"/>
              </a:defRPr>
            </a:lvl9pPr>
          </a:lstStyle>
          <a:p>
            <a:pPr algn="l">
              <a:defRPr/>
            </a:pPr>
            <a:r>
              <a:rPr lang="en-US" sz="800" noProof="1">
                <a:solidFill>
                  <a:schemeClr val="bg1"/>
                </a:solidFill>
                <a:latin typeface="Arial" panose="020B0604020202020204" pitchFamily="34" charset="0"/>
                <a:cs typeface="Arial" panose="020B0604020202020204" pitchFamily="34" charset="0"/>
              </a:rPr>
              <a:t>The Arm trademarks featured in this presentation are registered trademarks or trademarks of Arm Limited </a:t>
            </a:r>
            <a:br>
              <a:rPr lang="en-US" sz="800" noProof="1">
                <a:solidFill>
                  <a:schemeClr val="bg1"/>
                </a:solidFill>
                <a:latin typeface="Arial" panose="020B0604020202020204" pitchFamily="34" charset="0"/>
                <a:cs typeface="Arial" panose="020B0604020202020204" pitchFamily="34" charset="0"/>
              </a:rPr>
            </a:br>
            <a:r>
              <a:rPr lang="en-US" sz="800" noProof="1">
                <a:solidFill>
                  <a:schemeClr val="bg1"/>
                </a:solidFill>
                <a:latin typeface="Arial" panose="020B0604020202020204" pitchFamily="34" charset="0"/>
                <a:cs typeface="Arial" panose="020B0604020202020204" pitchFamily="34" charset="0"/>
              </a:rPr>
              <a:t>(or its subsidiaries) in the US and/or elsewhere. All rights reserved. All other marks featured may be trademarks of their respective owners.</a:t>
            </a:r>
          </a:p>
          <a:p>
            <a:pPr algn="l">
              <a:defRPr/>
            </a:pPr>
            <a:br>
              <a:rPr lang="en-US" sz="800" noProof="1">
                <a:solidFill>
                  <a:schemeClr val="bg1"/>
                </a:solidFill>
                <a:latin typeface="Arial" panose="020B0604020202020204" pitchFamily="34" charset="0"/>
                <a:cs typeface="Arial" panose="020B0604020202020204" pitchFamily="34" charset="0"/>
              </a:rPr>
            </a:br>
            <a:r>
              <a:rPr lang="en-US" sz="800" noProof="1">
                <a:solidFill>
                  <a:schemeClr val="bg1"/>
                </a:solidFill>
                <a:latin typeface="Arial" panose="020B0604020202020204" pitchFamily="34" charset="0"/>
                <a:cs typeface="Arial" panose="020B0604020202020204" pitchFamily="34" charset="0"/>
              </a:rPr>
              <a:t>www.arm.com/company/policies/trademarks</a:t>
            </a:r>
          </a:p>
        </p:txBody>
      </p:sp>
      <p:pic>
        <p:nvPicPr>
          <p:cNvPr id="4" name="Picture 11">
            <a:extLst>
              <a:ext uri="{FF2B5EF4-FFF2-40B4-BE49-F238E27FC236}">
                <a16:creationId xmlns:a16="http://schemas.microsoft.com/office/drawing/2014/main" id="{0702DF4C-C16B-FB7F-C627-956839D90256}"/>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644004367"/>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showMasterSp="0" preserve="1" userDrawn="1">
  <p:cSld name="10_Closing Slide">
    <p:bg>
      <p:bgPr>
        <a:gradFill flip="none" rotWithShape="1">
          <a:gsLst>
            <a:gs pos="100000">
              <a:schemeClr val="accent2"/>
            </a:gs>
            <a:gs pos="21000">
              <a:srgbClr val="00C1DE"/>
            </a:gs>
            <a:gs pos="49000">
              <a:schemeClr val="accent1"/>
            </a:gs>
          </a:gsLst>
          <a:lin ang="18900000" scaled="1"/>
          <a:tileRect/>
        </a:gradFill>
        <a:effectLst/>
      </p:bgPr>
    </p:bg>
    <p:spTree>
      <p:nvGrpSpPr>
        <p:cNvPr id="1" name=""/>
        <p:cNvGrpSpPr/>
        <p:nvPr/>
      </p:nvGrpSpPr>
      <p:grpSpPr>
        <a:xfrm>
          <a:off x="0" y="0"/>
          <a:ext cx="0" cy="0"/>
          <a:chOff x="0" y="0"/>
          <a:chExt cx="0" cy="0"/>
        </a:xfrm>
      </p:grpSpPr>
      <p:pic>
        <p:nvPicPr>
          <p:cNvPr id="4" name="Picture 3" descr="A blue circle with a black background&#10;&#10;Description automatically generated">
            <a:extLst>
              <a:ext uri="{FF2B5EF4-FFF2-40B4-BE49-F238E27FC236}">
                <a16:creationId xmlns:a16="http://schemas.microsoft.com/office/drawing/2014/main" id="{87FC3B0A-1B2E-5183-A106-AFF1AFAD527C}"/>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61260" t="38522" b="39687"/>
          <a:stretch/>
        </p:blipFill>
        <p:spPr>
          <a:xfrm>
            <a:off x="0" y="0"/>
            <a:ext cx="12192000" cy="6858000"/>
          </a:xfrm>
          <a:prstGeom prst="rect">
            <a:avLst/>
          </a:prstGeom>
        </p:spPr>
      </p:pic>
      <p:sp>
        <p:nvSpPr>
          <p:cNvPr id="5" name="Rectangle 4">
            <a:extLst>
              <a:ext uri="{FF2B5EF4-FFF2-40B4-BE49-F238E27FC236}">
                <a16:creationId xmlns:a16="http://schemas.microsoft.com/office/drawing/2014/main" id="{F698A3AF-7443-E497-DF07-403C6A630123}"/>
              </a:ext>
            </a:extLst>
          </p:cNvPr>
          <p:cNvSpPr>
            <a:spLocks noChangeArrowheads="1"/>
          </p:cNvSpPr>
          <p:nvPr userDrawn="1"/>
        </p:nvSpPr>
        <p:spPr bwMode="auto">
          <a:xfrm>
            <a:off x="7326471" y="0"/>
            <a:ext cx="4655186" cy="7017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Tack </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ಧನ್ಯವಾದಗಳು</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Merci</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Danke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Gracias</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Grazie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谢谢</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ありがとう</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Asante</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solidFill>
                <a:latin typeface="Arial" panose="020B0604020202020204" pitchFamily="34" charset="0"/>
                <a:cs typeface="Arial" panose="020B0604020202020204" pitchFamily="34" charset="0"/>
              </a:rPr>
              <a:t>Thank you</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감사합니다</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धन्यवाद</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Kiitos</a:t>
            </a:r>
          </a:p>
          <a:p>
            <a:pPr algn="r">
              <a:lnSpc>
                <a:spcPts val="3000"/>
              </a:lnSpc>
              <a:defRPr/>
            </a:pPr>
            <a:r>
              <a:rPr lang="en-US" sz="2400" kern="1200" noProof="1">
                <a:solidFill>
                  <a:schemeClr val="bg1">
                    <a:alpha val="25000"/>
                  </a:schemeClr>
                </a:solidFill>
                <a:latin typeface="Arial" panose="020B0604020202020204" pitchFamily="34" charset="0"/>
                <a:ea typeface="ＭＳ Ｐゴシック" charset="-128"/>
                <a:cs typeface="Arial" panose="020B0604020202020204" pitchFamily="34" charset="0"/>
              </a:rPr>
              <a:t>شكرًا</a:t>
            </a:r>
          </a:p>
          <a:p>
            <a:pPr algn="r">
              <a:lnSpc>
                <a:spcPts val="3000"/>
              </a:lnSpc>
              <a:defRPr/>
            </a:pPr>
            <a:r>
              <a:rPr lang="en-US" sz="2400" noProof="1">
                <a:solidFill>
                  <a:schemeClr val="bg1">
                    <a:alpha val="25000"/>
                  </a:schemeClr>
                </a:solidFill>
                <a:latin typeface="Arial" panose="020B0604020202020204" pitchFamily="34" charset="0"/>
              </a:rPr>
              <a:t>ধন্যবাদ</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תודה</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ధన్యవాదములు</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Köszönöm</a:t>
            </a:r>
          </a:p>
        </p:txBody>
      </p:sp>
      <p:pic>
        <p:nvPicPr>
          <p:cNvPr id="3" name="Picture 11">
            <a:extLst>
              <a:ext uri="{FF2B5EF4-FFF2-40B4-BE49-F238E27FC236}">
                <a16:creationId xmlns:a16="http://schemas.microsoft.com/office/drawing/2014/main" id="{41C96215-BC65-D5B1-AF78-CCD29136EAB8}"/>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1177057539"/>
      </p:ext>
    </p:extLst>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showMasterSp="0" preserve="1" userDrawn="1">
  <p:cSld name="4_Closing Slide">
    <p:bg>
      <p:bgPr>
        <a:solidFill>
          <a:schemeClr val="accent2"/>
        </a:solidFill>
        <a:effectLst/>
      </p:bgPr>
    </p:bg>
    <p:spTree>
      <p:nvGrpSpPr>
        <p:cNvPr id="1" name=""/>
        <p:cNvGrpSpPr/>
        <p:nvPr/>
      </p:nvGrpSpPr>
      <p:grpSpPr>
        <a:xfrm>
          <a:off x="0" y="0"/>
          <a:ext cx="0" cy="0"/>
          <a:chOff x="0" y="0"/>
          <a:chExt cx="0" cy="0"/>
        </a:xfrm>
      </p:grpSpPr>
      <p:pic>
        <p:nvPicPr>
          <p:cNvPr id="5" name="Picture 4" descr="A blue circle with a black background&#10;&#10;Description automatically generated">
            <a:extLst>
              <a:ext uri="{FF2B5EF4-FFF2-40B4-BE49-F238E27FC236}">
                <a16:creationId xmlns:a16="http://schemas.microsoft.com/office/drawing/2014/main" id="{E1F3F225-309F-2E09-4DD8-48893FA22961}"/>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61260" t="38522" b="39687"/>
          <a:stretch/>
        </p:blipFill>
        <p:spPr>
          <a:xfrm>
            <a:off x="0" y="0"/>
            <a:ext cx="12192000" cy="6858000"/>
          </a:xfrm>
          <a:prstGeom prst="rect">
            <a:avLst/>
          </a:prstGeom>
        </p:spPr>
      </p:pic>
      <p:sp>
        <p:nvSpPr>
          <p:cNvPr id="4" name="Rectangle 3">
            <a:extLst>
              <a:ext uri="{FF2B5EF4-FFF2-40B4-BE49-F238E27FC236}">
                <a16:creationId xmlns:a16="http://schemas.microsoft.com/office/drawing/2014/main" id="{B26AEBF6-6717-8CEA-D2B3-4A6E846AC3C8}"/>
              </a:ext>
            </a:extLst>
          </p:cNvPr>
          <p:cNvSpPr>
            <a:spLocks noChangeArrowheads="1"/>
          </p:cNvSpPr>
          <p:nvPr userDrawn="1"/>
        </p:nvSpPr>
        <p:spPr bwMode="auto">
          <a:xfrm>
            <a:off x="334963" y="5601295"/>
            <a:ext cx="3837192"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eaLnBrk="0" fontAlgn="base" hangingPunct="0">
              <a:spcBef>
                <a:spcPct val="0"/>
              </a:spcBef>
              <a:spcAft>
                <a:spcPct val="0"/>
              </a:spcAft>
              <a:defRPr>
                <a:solidFill>
                  <a:schemeClr val="tx1"/>
                </a:solidFill>
                <a:latin typeface="Calibri" charset="0"/>
                <a:ea typeface="ＭＳ Ｐゴシック" charset="-128"/>
              </a:defRPr>
            </a:lvl6pPr>
            <a:lvl7pPr marL="2971800" indent="-228600" eaLnBrk="0" fontAlgn="base" hangingPunct="0">
              <a:spcBef>
                <a:spcPct val="0"/>
              </a:spcBef>
              <a:spcAft>
                <a:spcPct val="0"/>
              </a:spcAft>
              <a:defRPr>
                <a:solidFill>
                  <a:schemeClr val="tx1"/>
                </a:solidFill>
                <a:latin typeface="Calibri" charset="0"/>
                <a:ea typeface="ＭＳ Ｐゴシック" charset="-128"/>
              </a:defRPr>
            </a:lvl7pPr>
            <a:lvl8pPr marL="3429000" indent="-228600" eaLnBrk="0" fontAlgn="base" hangingPunct="0">
              <a:spcBef>
                <a:spcPct val="0"/>
              </a:spcBef>
              <a:spcAft>
                <a:spcPct val="0"/>
              </a:spcAft>
              <a:defRPr>
                <a:solidFill>
                  <a:schemeClr val="tx1"/>
                </a:solidFill>
                <a:latin typeface="Calibri" charset="0"/>
                <a:ea typeface="ＭＳ Ｐゴシック" charset="-128"/>
              </a:defRPr>
            </a:lvl8pPr>
            <a:lvl9pPr marL="3886200" indent="-228600" eaLnBrk="0" fontAlgn="base" hangingPunct="0">
              <a:spcBef>
                <a:spcPct val="0"/>
              </a:spcBef>
              <a:spcAft>
                <a:spcPct val="0"/>
              </a:spcAft>
              <a:defRPr>
                <a:solidFill>
                  <a:schemeClr val="tx1"/>
                </a:solidFill>
                <a:latin typeface="Calibri" charset="0"/>
                <a:ea typeface="ＭＳ Ｐゴシック" charset="-128"/>
              </a:defRPr>
            </a:lvl9pPr>
          </a:lstStyle>
          <a:p>
            <a:pPr algn="l">
              <a:defRPr/>
            </a:pPr>
            <a:r>
              <a:rPr lang="en-US" sz="1000" noProof="1">
                <a:solidFill>
                  <a:schemeClr val="bg1"/>
                </a:solidFill>
                <a:latin typeface="Arial" panose="020B0604020202020204" pitchFamily="34" charset="0"/>
                <a:cs typeface="Arial" panose="020B0604020202020204" pitchFamily="34" charset="0"/>
              </a:rPr>
              <a:t>The Arm trademarks featured in this presentation are registered trademarks or trademarks of Arm Limited (or its subsidiaries) in the US and/or elsewhere. All rights reserved. All other marks featured may be trademarks of their respective owners.</a:t>
            </a:r>
          </a:p>
          <a:p>
            <a:pPr algn="l">
              <a:defRPr/>
            </a:pPr>
            <a:br>
              <a:rPr lang="en-US" sz="1000" noProof="1">
                <a:solidFill>
                  <a:schemeClr val="bg1"/>
                </a:solidFill>
                <a:latin typeface="Arial" panose="020B0604020202020204" pitchFamily="34" charset="0"/>
                <a:cs typeface="Arial" panose="020B0604020202020204" pitchFamily="34" charset="0"/>
              </a:rPr>
            </a:br>
            <a:r>
              <a:rPr lang="en-US" sz="1000" noProof="1">
                <a:solidFill>
                  <a:schemeClr val="bg1"/>
                </a:solidFill>
                <a:latin typeface="Arial" panose="020B0604020202020204" pitchFamily="34" charset="0"/>
                <a:cs typeface="Arial" panose="020B0604020202020204" pitchFamily="34" charset="0"/>
              </a:rPr>
              <a:t>www.arm.com/company/policies/trademarks</a:t>
            </a:r>
          </a:p>
        </p:txBody>
      </p:sp>
      <p:pic>
        <p:nvPicPr>
          <p:cNvPr id="3" name="Picture 11">
            <a:extLst>
              <a:ext uri="{FF2B5EF4-FFF2-40B4-BE49-F238E27FC236}">
                <a16:creationId xmlns:a16="http://schemas.microsoft.com/office/drawing/2014/main" id="{173C2F34-C098-3FF4-A356-9A5AE8AC246A}"/>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1138652240"/>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showMasterSp="0" preserve="1" userDrawn="1">
  <p:cSld name="9_Closing Slide">
    <p:bg>
      <p:bgPr>
        <a:solidFill>
          <a:schemeClr val="bg1"/>
        </a:solidFill>
        <a:effectLst/>
      </p:bgPr>
    </p:bg>
    <p:spTree>
      <p:nvGrpSpPr>
        <p:cNvPr id="1" name=""/>
        <p:cNvGrpSpPr/>
        <p:nvPr/>
      </p:nvGrpSpPr>
      <p:grpSpPr>
        <a:xfrm>
          <a:off x="0" y="0"/>
          <a:ext cx="0" cy="0"/>
          <a:chOff x="0" y="0"/>
          <a:chExt cx="0" cy="0"/>
        </a:xfrm>
      </p:grpSpPr>
      <p:pic>
        <p:nvPicPr>
          <p:cNvPr id="4" name="Picture 3" descr="A rainbow colored light on a white background&#10;&#10;Description automatically generated">
            <a:extLst>
              <a:ext uri="{FF2B5EF4-FFF2-40B4-BE49-F238E27FC236}">
                <a16:creationId xmlns:a16="http://schemas.microsoft.com/office/drawing/2014/main" id="{36586134-C8EC-543F-9A46-09509090B258}"/>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rot="5400000">
            <a:off x="1140113" y="1500192"/>
            <a:ext cx="6858000" cy="3857625"/>
          </a:xfrm>
          <a:prstGeom prst="rect">
            <a:avLst/>
          </a:prstGeom>
        </p:spPr>
      </p:pic>
      <p:pic>
        <p:nvPicPr>
          <p:cNvPr id="2" name="Picture 8">
            <a:extLst>
              <a:ext uri="{FF2B5EF4-FFF2-40B4-BE49-F238E27FC236}">
                <a16:creationId xmlns:a16="http://schemas.microsoft.com/office/drawing/2014/main" id="{261D619C-3FF1-3ED8-A8F2-07E95F199600}"/>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52354" y="3256297"/>
            <a:ext cx="1129053" cy="344457"/>
          </a:xfrm>
          <a:prstGeom prst="rect">
            <a:avLst/>
          </a:prstGeom>
        </p:spPr>
      </p:pic>
      <p:sp>
        <p:nvSpPr>
          <p:cNvPr id="3" name="Rectangle 2">
            <a:extLst>
              <a:ext uri="{FF2B5EF4-FFF2-40B4-BE49-F238E27FC236}">
                <a16:creationId xmlns:a16="http://schemas.microsoft.com/office/drawing/2014/main" id="{2ADE8DD1-069F-97B2-E9C6-5610B87649B6}"/>
              </a:ext>
            </a:extLst>
          </p:cNvPr>
          <p:cNvSpPr>
            <a:spLocks noChangeArrowheads="1"/>
          </p:cNvSpPr>
          <p:nvPr userDrawn="1"/>
        </p:nvSpPr>
        <p:spPr bwMode="auto">
          <a:xfrm>
            <a:off x="7326471" y="0"/>
            <a:ext cx="4655186" cy="7017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Tack</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ಧನ್ಯವಾದಗಳು</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Merci</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Danke</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Gracias</a:t>
            </a:r>
            <a:br>
              <a:rPr lang="en-US" sz="2400" noProof="1">
                <a:solidFill>
                  <a:schemeClr val="accent6">
                    <a:alpha val="25000"/>
                  </a:schemeClr>
                </a:solidFill>
                <a:latin typeface="Arial" panose="020B0604020202020204" pitchFamily="34" charset="0"/>
                <a:cs typeface="Arial" panose="020B0604020202020204" pitchFamily="34" charset="0"/>
              </a:rPr>
            </a:br>
            <a:r>
              <a:rPr lang="en-US" sz="2400" noProof="1">
                <a:solidFill>
                  <a:schemeClr val="accent6">
                    <a:alpha val="25000"/>
                  </a:schemeClr>
                </a:solidFill>
                <a:latin typeface="Arial" panose="020B0604020202020204" pitchFamily="34" charset="0"/>
                <a:cs typeface="Arial" panose="020B0604020202020204" pitchFamily="34" charset="0"/>
              </a:rPr>
              <a:t>Grazie</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谢谢</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ありがとう</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accent6">
                    <a:alpha val="25000"/>
                  </a:schemeClr>
                </a:solidFill>
                <a:latin typeface="Arial" panose="020B0604020202020204" pitchFamily="34" charset="0"/>
                <a:cs typeface="Arial" panose="020B0604020202020204" pitchFamily="34" charset="0"/>
              </a:rPr>
              <a:t>Asante</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tx2"/>
                </a:solidFill>
                <a:latin typeface="Arial" panose="020B0604020202020204" pitchFamily="34" charset="0"/>
                <a:cs typeface="Arial" panose="020B0604020202020204" pitchFamily="34" charset="0"/>
              </a:rPr>
              <a:t>Thank you</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감사합니다</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धन्यवाद</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accent6">
                    <a:alpha val="25000"/>
                  </a:schemeClr>
                </a:solidFill>
                <a:latin typeface="Arial" panose="020B0604020202020204" pitchFamily="34" charset="0"/>
                <a:cs typeface="Arial" panose="020B0604020202020204" pitchFamily="34" charset="0"/>
              </a:rPr>
              <a:t>Kiitos</a:t>
            </a:r>
          </a:p>
          <a:p>
            <a:pPr algn="r">
              <a:lnSpc>
                <a:spcPts val="3000"/>
              </a:lnSpc>
              <a:defRPr/>
            </a:pPr>
            <a:r>
              <a:rPr lang="en-US" sz="2400" kern="1200" noProof="1">
                <a:solidFill>
                  <a:schemeClr val="accent6">
                    <a:alpha val="25000"/>
                  </a:schemeClr>
                </a:solidFill>
                <a:latin typeface="Arial" panose="020B0604020202020204" pitchFamily="34" charset="0"/>
                <a:ea typeface="ＭＳ Ｐゴシック" charset="-128"/>
                <a:cs typeface="Arial" panose="020B0604020202020204" pitchFamily="34" charset="0"/>
              </a:rPr>
              <a:t>شكرًا</a:t>
            </a:r>
          </a:p>
          <a:p>
            <a:pPr algn="r">
              <a:lnSpc>
                <a:spcPts val="3000"/>
              </a:lnSpc>
              <a:defRPr/>
            </a:pPr>
            <a:r>
              <a:rPr lang="en-US" sz="2400" noProof="1">
                <a:solidFill>
                  <a:schemeClr val="accent6">
                    <a:alpha val="25000"/>
                  </a:schemeClr>
                </a:solidFill>
                <a:latin typeface="Arial" panose="020B0604020202020204" pitchFamily="34" charset="0"/>
              </a:rPr>
              <a:t>ধন্যবাদ</a:t>
            </a:r>
            <a:br>
              <a:rPr lang="en-US" sz="2400" noProof="1">
                <a:solidFill>
                  <a:schemeClr val="accent6">
                    <a:alpha val="25000"/>
                  </a:schemeClr>
                </a:solidFill>
                <a:latin typeface="Arial" panose="020B0604020202020204" pitchFamily="34" charset="0"/>
                <a:cs typeface="Arial" panose="020B0604020202020204" pitchFamily="34" charset="0"/>
              </a:rPr>
            </a:br>
            <a:r>
              <a:rPr lang="en-US" sz="2400" noProof="1">
                <a:solidFill>
                  <a:schemeClr val="accent6">
                    <a:alpha val="25000"/>
                  </a:schemeClr>
                </a:solidFill>
                <a:latin typeface="Arial" panose="020B0604020202020204" pitchFamily="34" charset="0"/>
                <a:cs typeface="Arial" panose="020B0604020202020204" pitchFamily="34" charset="0"/>
              </a:rPr>
              <a:t>תודה</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accent6">
                    <a:alpha val="25000"/>
                  </a:schemeClr>
                </a:solidFill>
                <a:effectLst/>
                <a:latin typeface="Arial" panose="020B0604020202020204" pitchFamily="34" charset="0"/>
              </a:rPr>
              <a:t>ధన్యవాదములు</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accent6">
                    <a:alpha val="25000"/>
                  </a:schemeClr>
                </a:solidFill>
                <a:effectLst/>
                <a:latin typeface="Arial" panose="020B0604020202020204" pitchFamily="34" charset="0"/>
              </a:rPr>
              <a:t>Köszönöm</a:t>
            </a:r>
          </a:p>
        </p:txBody>
      </p:sp>
    </p:spTree>
    <p:extLst>
      <p:ext uri="{BB962C8B-B14F-4D97-AF65-F5344CB8AC3E}">
        <p14:creationId xmlns:p14="http://schemas.microsoft.com/office/powerpoint/2010/main" val="2351446700"/>
      </p:ext>
    </p:extLst>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showMasterSp="0" preserve="1" userDrawn="1">
  <p:cSld name="8_Closing Slide">
    <p:bg>
      <p:bgPr>
        <a:solidFill>
          <a:schemeClr val="bg1"/>
        </a:solidFill>
        <a:effectLst/>
      </p:bgPr>
    </p:bg>
    <p:spTree>
      <p:nvGrpSpPr>
        <p:cNvPr id="1" name=""/>
        <p:cNvGrpSpPr/>
        <p:nvPr/>
      </p:nvGrpSpPr>
      <p:grpSpPr>
        <a:xfrm>
          <a:off x="0" y="0"/>
          <a:ext cx="0" cy="0"/>
          <a:chOff x="0" y="0"/>
          <a:chExt cx="0" cy="0"/>
        </a:xfrm>
      </p:grpSpPr>
      <p:pic>
        <p:nvPicPr>
          <p:cNvPr id="3" name="Picture 2" descr="A rainbow colored light on a white background&#10;&#10;Description automatically generated">
            <a:extLst>
              <a:ext uri="{FF2B5EF4-FFF2-40B4-BE49-F238E27FC236}">
                <a16:creationId xmlns:a16="http://schemas.microsoft.com/office/drawing/2014/main" id="{B73A29E6-E9F1-5B2F-2688-7663FBD23B1E}"/>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rot="5400000">
            <a:off x="1140113" y="1500192"/>
            <a:ext cx="6858000" cy="3857625"/>
          </a:xfrm>
          <a:prstGeom prst="rect">
            <a:avLst/>
          </a:prstGeom>
        </p:spPr>
      </p:pic>
      <p:sp>
        <p:nvSpPr>
          <p:cNvPr id="5" name="Rectangle 4">
            <a:extLst>
              <a:ext uri="{FF2B5EF4-FFF2-40B4-BE49-F238E27FC236}">
                <a16:creationId xmlns:a16="http://schemas.microsoft.com/office/drawing/2014/main" id="{DF9E4EE0-1E94-ABC1-F835-25183B1E6DF1}"/>
              </a:ext>
            </a:extLst>
          </p:cNvPr>
          <p:cNvSpPr>
            <a:spLocks noChangeArrowheads="1"/>
          </p:cNvSpPr>
          <p:nvPr userDrawn="1"/>
        </p:nvSpPr>
        <p:spPr bwMode="auto">
          <a:xfrm>
            <a:off x="334963" y="5662851"/>
            <a:ext cx="2658035" cy="8617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eaLnBrk="0" fontAlgn="base" hangingPunct="0">
              <a:spcBef>
                <a:spcPct val="0"/>
              </a:spcBef>
              <a:spcAft>
                <a:spcPct val="0"/>
              </a:spcAft>
              <a:defRPr>
                <a:solidFill>
                  <a:schemeClr val="tx1"/>
                </a:solidFill>
                <a:latin typeface="Calibri" charset="0"/>
                <a:ea typeface="ＭＳ Ｐゴシック" charset="-128"/>
              </a:defRPr>
            </a:lvl6pPr>
            <a:lvl7pPr marL="2971800" indent="-228600" eaLnBrk="0" fontAlgn="base" hangingPunct="0">
              <a:spcBef>
                <a:spcPct val="0"/>
              </a:spcBef>
              <a:spcAft>
                <a:spcPct val="0"/>
              </a:spcAft>
              <a:defRPr>
                <a:solidFill>
                  <a:schemeClr val="tx1"/>
                </a:solidFill>
                <a:latin typeface="Calibri" charset="0"/>
                <a:ea typeface="ＭＳ Ｐゴシック" charset="-128"/>
              </a:defRPr>
            </a:lvl7pPr>
            <a:lvl8pPr marL="3429000" indent="-228600" eaLnBrk="0" fontAlgn="base" hangingPunct="0">
              <a:spcBef>
                <a:spcPct val="0"/>
              </a:spcBef>
              <a:spcAft>
                <a:spcPct val="0"/>
              </a:spcAft>
              <a:defRPr>
                <a:solidFill>
                  <a:schemeClr val="tx1"/>
                </a:solidFill>
                <a:latin typeface="Calibri" charset="0"/>
                <a:ea typeface="ＭＳ Ｐゴシック" charset="-128"/>
              </a:defRPr>
            </a:lvl8pPr>
            <a:lvl9pPr marL="3886200" indent="-228600" eaLnBrk="0" fontAlgn="base" hangingPunct="0">
              <a:spcBef>
                <a:spcPct val="0"/>
              </a:spcBef>
              <a:spcAft>
                <a:spcPct val="0"/>
              </a:spcAft>
              <a:defRPr>
                <a:solidFill>
                  <a:schemeClr val="tx1"/>
                </a:solidFill>
                <a:latin typeface="Calibri" charset="0"/>
                <a:ea typeface="ＭＳ Ｐゴシック" charset="-128"/>
              </a:defRPr>
            </a:lvl9pPr>
          </a:lstStyle>
          <a:p>
            <a:pPr algn="l">
              <a:defRPr/>
            </a:pPr>
            <a:r>
              <a:rPr lang="en-US" sz="800" noProof="1">
                <a:solidFill>
                  <a:schemeClr val="tx1"/>
                </a:solidFill>
                <a:latin typeface="Arial" panose="020B0604020202020204" pitchFamily="34" charset="0"/>
                <a:cs typeface="Arial" panose="020B0604020202020204" pitchFamily="34" charset="0"/>
              </a:rPr>
              <a:t>The Arm trademarks featured in this presentation are registered trademarks or trademarks of Arm Limited </a:t>
            </a:r>
            <a:br>
              <a:rPr lang="en-US" sz="800" noProof="1">
                <a:solidFill>
                  <a:schemeClr val="tx1"/>
                </a:solidFill>
                <a:latin typeface="Arial" panose="020B0604020202020204" pitchFamily="34" charset="0"/>
                <a:cs typeface="Arial" panose="020B0604020202020204" pitchFamily="34" charset="0"/>
              </a:rPr>
            </a:br>
            <a:r>
              <a:rPr lang="en-US" sz="800" noProof="1">
                <a:solidFill>
                  <a:schemeClr val="tx1"/>
                </a:solidFill>
                <a:latin typeface="Arial" panose="020B0604020202020204" pitchFamily="34" charset="0"/>
                <a:cs typeface="Arial" panose="020B0604020202020204" pitchFamily="34" charset="0"/>
              </a:rPr>
              <a:t>(or its subsidiaries) in the US and/or elsewhere. All rights reserved. All other marks featured may be trademarks of their respective owners.</a:t>
            </a:r>
          </a:p>
          <a:p>
            <a:pPr algn="l">
              <a:defRPr/>
            </a:pPr>
            <a:br>
              <a:rPr lang="en-US" sz="800" noProof="1">
                <a:solidFill>
                  <a:schemeClr val="accent2"/>
                </a:solidFill>
                <a:latin typeface="Arial" panose="020B0604020202020204" pitchFamily="34" charset="0"/>
                <a:cs typeface="Arial" panose="020B0604020202020204" pitchFamily="34" charset="0"/>
              </a:rPr>
            </a:br>
            <a:r>
              <a:rPr lang="en-US" sz="800" noProof="1">
                <a:solidFill>
                  <a:schemeClr val="accent2"/>
                </a:solidFill>
                <a:latin typeface="Arial" panose="020B0604020202020204" pitchFamily="34" charset="0"/>
                <a:cs typeface="Arial" panose="020B0604020202020204" pitchFamily="34" charset="0"/>
              </a:rPr>
              <a:t>www.arm.com/company/policies/trademarks</a:t>
            </a:r>
          </a:p>
        </p:txBody>
      </p:sp>
      <p:pic>
        <p:nvPicPr>
          <p:cNvPr id="4" name="Picture 8">
            <a:extLst>
              <a:ext uri="{FF2B5EF4-FFF2-40B4-BE49-F238E27FC236}">
                <a16:creationId xmlns:a16="http://schemas.microsoft.com/office/drawing/2014/main" id="{704BD083-B9DE-015E-8172-3DBA1E572DD6}"/>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52354" y="3256297"/>
            <a:ext cx="1129053" cy="344457"/>
          </a:xfrm>
          <a:prstGeom prst="rect">
            <a:avLst/>
          </a:prstGeom>
        </p:spPr>
      </p:pic>
    </p:spTree>
    <p:extLst>
      <p:ext uri="{BB962C8B-B14F-4D97-AF65-F5344CB8AC3E}">
        <p14:creationId xmlns:p14="http://schemas.microsoft.com/office/powerpoint/2010/main" val="1898339518"/>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theme" Target="../theme/theme1.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image" Target="../media/image1.svg"/><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62.xml"/><Relationship Id="rId18" Type="http://schemas.openxmlformats.org/officeDocument/2006/relationships/slideLayout" Target="../slideLayouts/slideLayout67.xml"/><Relationship Id="rId26" Type="http://schemas.openxmlformats.org/officeDocument/2006/relationships/slideLayout" Target="../slideLayouts/slideLayout75.xml"/><Relationship Id="rId39" Type="http://schemas.openxmlformats.org/officeDocument/2006/relationships/slideLayout" Target="../slideLayouts/slideLayout88.xml"/><Relationship Id="rId21" Type="http://schemas.openxmlformats.org/officeDocument/2006/relationships/slideLayout" Target="../slideLayouts/slideLayout70.xml"/><Relationship Id="rId34" Type="http://schemas.openxmlformats.org/officeDocument/2006/relationships/slideLayout" Target="../slideLayouts/slideLayout83.xml"/><Relationship Id="rId42" Type="http://schemas.openxmlformats.org/officeDocument/2006/relationships/slideLayout" Target="../slideLayouts/slideLayout91.xml"/><Relationship Id="rId47" Type="http://schemas.openxmlformats.org/officeDocument/2006/relationships/slideLayout" Target="../slideLayouts/slideLayout96.xml"/><Relationship Id="rId50" Type="http://schemas.openxmlformats.org/officeDocument/2006/relationships/image" Target="../media/image3.svg"/><Relationship Id="rId7" Type="http://schemas.openxmlformats.org/officeDocument/2006/relationships/slideLayout" Target="../slideLayouts/slideLayout56.xml"/><Relationship Id="rId2" Type="http://schemas.openxmlformats.org/officeDocument/2006/relationships/slideLayout" Target="../slideLayouts/slideLayout51.xml"/><Relationship Id="rId16" Type="http://schemas.openxmlformats.org/officeDocument/2006/relationships/slideLayout" Target="../slideLayouts/slideLayout65.xml"/><Relationship Id="rId29" Type="http://schemas.openxmlformats.org/officeDocument/2006/relationships/slideLayout" Target="../slideLayouts/slideLayout78.xml"/><Relationship Id="rId11" Type="http://schemas.openxmlformats.org/officeDocument/2006/relationships/slideLayout" Target="../slideLayouts/slideLayout60.xml"/><Relationship Id="rId24" Type="http://schemas.openxmlformats.org/officeDocument/2006/relationships/slideLayout" Target="../slideLayouts/slideLayout73.xml"/><Relationship Id="rId32" Type="http://schemas.openxmlformats.org/officeDocument/2006/relationships/slideLayout" Target="../slideLayouts/slideLayout81.xml"/><Relationship Id="rId37" Type="http://schemas.openxmlformats.org/officeDocument/2006/relationships/slideLayout" Target="../slideLayouts/slideLayout86.xml"/><Relationship Id="rId40" Type="http://schemas.openxmlformats.org/officeDocument/2006/relationships/slideLayout" Target="../slideLayouts/slideLayout89.xml"/><Relationship Id="rId45" Type="http://schemas.openxmlformats.org/officeDocument/2006/relationships/slideLayout" Target="../slideLayouts/slideLayout94.xml"/><Relationship Id="rId5" Type="http://schemas.openxmlformats.org/officeDocument/2006/relationships/slideLayout" Target="../slideLayouts/slideLayout54.xml"/><Relationship Id="rId15" Type="http://schemas.openxmlformats.org/officeDocument/2006/relationships/slideLayout" Target="../slideLayouts/slideLayout64.xml"/><Relationship Id="rId23" Type="http://schemas.openxmlformats.org/officeDocument/2006/relationships/slideLayout" Target="../slideLayouts/slideLayout72.xml"/><Relationship Id="rId28" Type="http://schemas.openxmlformats.org/officeDocument/2006/relationships/slideLayout" Target="../slideLayouts/slideLayout77.xml"/><Relationship Id="rId36" Type="http://schemas.openxmlformats.org/officeDocument/2006/relationships/slideLayout" Target="../slideLayouts/slideLayout85.xml"/><Relationship Id="rId49" Type="http://schemas.openxmlformats.org/officeDocument/2006/relationships/theme" Target="../theme/theme2.xml"/><Relationship Id="rId10" Type="http://schemas.openxmlformats.org/officeDocument/2006/relationships/slideLayout" Target="../slideLayouts/slideLayout59.xml"/><Relationship Id="rId19" Type="http://schemas.openxmlformats.org/officeDocument/2006/relationships/slideLayout" Target="../slideLayouts/slideLayout68.xml"/><Relationship Id="rId31" Type="http://schemas.openxmlformats.org/officeDocument/2006/relationships/slideLayout" Target="../slideLayouts/slideLayout80.xml"/><Relationship Id="rId44" Type="http://schemas.openxmlformats.org/officeDocument/2006/relationships/slideLayout" Target="../slideLayouts/slideLayout93.xml"/><Relationship Id="rId4" Type="http://schemas.openxmlformats.org/officeDocument/2006/relationships/slideLayout" Target="../slideLayouts/slideLayout53.xml"/><Relationship Id="rId9" Type="http://schemas.openxmlformats.org/officeDocument/2006/relationships/slideLayout" Target="../slideLayouts/slideLayout58.xml"/><Relationship Id="rId14" Type="http://schemas.openxmlformats.org/officeDocument/2006/relationships/slideLayout" Target="../slideLayouts/slideLayout63.xml"/><Relationship Id="rId22" Type="http://schemas.openxmlformats.org/officeDocument/2006/relationships/slideLayout" Target="../slideLayouts/slideLayout71.xml"/><Relationship Id="rId27" Type="http://schemas.openxmlformats.org/officeDocument/2006/relationships/slideLayout" Target="../slideLayouts/slideLayout76.xml"/><Relationship Id="rId30" Type="http://schemas.openxmlformats.org/officeDocument/2006/relationships/slideLayout" Target="../slideLayouts/slideLayout79.xml"/><Relationship Id="rId35" Type="http://schemas.openxmlformats.org/officeDocument/2006/relationships/slideLayout" Target="../slideLayouts/slideLayout84.xml"/><Relationship Id="rId43" Type="http://schemas.openxmlformats.org/officeDocument/2006/relationships/slideLayout" Target="../slideLayouts/slideLayout92.xml"/><Relationship Id="rId48" Type="http://schemas.openxmlformats.org/officeDocument/2006/relationships/slideLayout" Target="../slideLayouts/slideLayout97.xml"/><Relationship Id="rId8" Type="http://schemas.openxmlformats.org/officeDocument/2006/relationships/slideLayout" Target="../slideLayouts/slideLayout57.xml"/><Relationship Id="rId3" Type="http://schemas.openxmlformats.org/officeDocument/2006/relationships/slideLayout" Target="../slideLayouts/slideLayout52.xml"/><Relationship Id="rId12" Type="http://schemas.openxmlformats.org/officeDocument/2006/relationships/slideLayout" Target="../slideLayouts/slideLayout61.xml"/><Relationship Id="rId17" Type="http://schemas.openxmlformats.org/officeDocument/2006/relationships/slideLayout" Target="../slideLayouts/slideLayout66.xml"/><Relationship Id="rId25" Type="http://schemas.openxmlformats.org/officeDocument/2006/relationships/slideLayout" Target="../slideLayouts/slideLayout74.xml"/><Relationship Id="rId33" Type="http://schemas.openxmlformats.org/officeDocument/2006/relationships/slideLayout" Target="../slideLayouts/slideLayout82.xml"/><Relationship Id="rId38" Type="http://schemas.openxmlformats.org/officeDocument/2006/relationships/slideLayout" Target="../slideLayouts/slideLayout87.xml"/><Relationship Id="rId46" Type="http://schemas.openxmlformats.org/officeDocument/2006/relationships/slideLayout" Target="../slideLayouts/slideLayout95.xml"/><Relationship Id="rId20" Type="http://schemas.openxmlformats.org/officeDocument/2006/relationships/slideLayout" Target="../slideLayouts/slideLayout69.xml"/><Relationship Id="rId41" Type="http://schemas.openxmlformats.org/officeDocument/2006/relationships/slideLayout" Target="../slideLayouts/slideLayout90.xml"/><Relationship Id="rId1" Type="http://schemas.openxmlformats.org/officeDocument/2006/relationships/slideLayout" Target="../slideLayouts/slideLayout50.xml"/><Relationship Id="rId6" Type="http://schemas.openxmlformats.org/officeDocument/2006/relationships/slideLayout" Target="../slideLayouts/slideLayout5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34963" y="333375"/>
            <a:ext cx="11233150" cy="421005"/>
          </a:xfrm>
          <a:prstGeom prst="rect">
            <a:avLst/>
          </a:prstGeom>
        </p:spPr>
        <p:txBody>
          <a:bodyPr vert="horz" lIns="0" tIns="0" rIns="0" bIns="0" rtlCol="0" anchor="t">
            <a:noAutofit/>
          </a:bodyPr>
          <a:lstStyle/>
          <a:p>
            <a:r>
              <a:rPr lang="en-US" dirty="0"/>
              <a:t>Click to edit title style</a:t>
            </a:r>
          </a:p>
        </p:txBody>
      </p:sp>
      <p:sp>
        <p:nvSpPr>
          <p:cNvPr id="7" name="Text Placeholder 2">
            <a:extLst>
              <a:ext uri="{FF2B5EF4-FFF2-40B4-BE49-F238E27FC236}">
                <a16:creationId xmlns:a16="http://schemas.microsoft.com/office/drawing/2014/main" id="{84EB643E-3109-434C-BA97-15D4C8A5EF9E}"/>
              </a:ext>
            </a:extLst>
          </p:cNvPr>
          <p:cNvSpPr>
            <a:spLocks noGrp="1"/>
          </p:cNvSpPr>
          <p:nvPr>
            <p:ph type="body" idx="1"/>
          </p:nvPr>
        </p:nvSpPr>
        <p:spPr>
          <a:xfrm>
            <a:off x="334962" y="911934"/>
            <a:ext cx="11522075" cy="5344085"/>
          </a:xfrm>
          <a:prstGeom prst="rect">
            <a:avLst/>
          </a:prstGeom>
        </p:spPr>
        <p:txBody>
          <a:bodyPr vert="horz" lIns="0" tIns="0" rIns="0" bIns="0" rtlCol="0">
            <a:noAutofit/>
          </a:body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extBox 26">
            <a:extLst>
              <a:ext uri="{FF2B5EF4-FFF2-40B4-BE49-F238E27FC236}">
                <a16:creationId xmlns:a16="http://schemas.microsoft.com/office/drawing/2014/main" id="{84309424-723D-8A35-92B9-2F15D94C0D32}"/>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tx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tx1"/>
              </a:solidFill>
              <a:latin typeface="Arial" panose="020B0604020202020204" pitchFamily="34" charset="0"/>
              <a:cs typeface="Arial" panose="020B0604020202020204" pitchFamily="34" charset="0"/>
            </a:endParaRPr>
          </a:p>
        </p:txBody>
      </p:sp>
      <p:sp>
        <p:nvSpPr>
          <p:cNvPr id="4" name="TextBox 20">
            <a:extLst>
              <a:ext uri="{FF2B5EF4-FFF2-40B4-BE49-F238E27FC236}">
                <a16:creationId xmlns:a16="http://schemas.microsoft.com/office/drawing/2014/main" id="{9D572872-9C2D-0C1F-D4D0-A3E9022FFFFD}"/>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tx1">
                    <a:alpha val="50199"/>
                  </a:schemeClr>
                </a:solidFill>
                <a:latin typeface="Arial" panose="020B0604020202020204" pitchFamily="34" charset="0"/>
                <a:cs typeface="Arial" panose="020B0604020202020204" pitchFamily="34" charset="0"/>
              </a:rPr>
              <a:t>© 2026 Arm</a:t>
            </a:r>
          </a:p>
        </p:txBody>
      </p:sp>
      <p:pic>
        <p:nvPicPr>
          <p:cNvPr id="6" name="Picture 7">
            <a:extLst>
              <a:ext uri="{FF2B5EF4-FFF2-40B4-BE49-F238E27FC236}">
                <a16:creationId xmlns:a16="http://schemas.microsoft.com/office/drawing/2014/main" id="{59DBC0C9-72A6-2DB5-0DF6-C7C6A1D65C4B}"/>
              </a:ext>
            </a:extLst>
          </p:cNvPr>
          <p:cNvPicPr>
            <a:picLocks noChangeAspect="1"/>
          </p:cNvPicPr>
          <p:nvPr userDrawn="1"/>
        </p:nvPicPr>
        <p:blipFill>
          <a:blip>
            <a:extLst>
              <a:ext uri="{96DAC541-7B7A-43D3-8B79-37D633B846F1}">
                <asvg:svgBlip xmlns:asvg="http://schemas.microsoft.com/office/drawing/2016/SVG/main" r:embed="rId51"/>
              </a:ext>
            </a:extLst>
          </a:blip>
          <a:srcRect/>
          <a:stretch/>
        </p:blipFill>
        <p:spPr>
          <a:xfrm>
            <a:off x="334964" y="6526498"/>
            <a:ext cx="506921" cy="154654"/>
          </a:xfrm>
          <a:prstGeom prst="rect">
            <a:avLst/>
          </a:prstGeom>
        </p:spPr>
      </p:pic>
    </p:spTree>
    <p:extLst>
      <p:ext uri="{BB962C8B-B14F-4D97-AF65-F5344CB8AC3E}">
        <p14:creationId xmlns:p14="http://schemas.microsoft.com/office/powerpoint/2010/main" val="1077791022"/>
      </p:ext>
    </p:extLst>
  </p:cSld>
  <p:clrMap bg1="lt1" tx1="dk1" bg2="lt2" tx2="dk2" accent1="accent1" accent2="accent2" accent3="accent3" accent4="accent4" accent5="accent5" accent6="accent6" hlink="hlink" folHlink="folHlink"/>
  <p:sldLayoutIdLst>
    <p:sldLayoutId id="2147485541" r:id="rId1"/>
    <p:sldLayoutId id="2147485718" r:id="rId2"/>
    <p:sldLayoutId id="2147485712" r:id="rId3"/>
    <p:sldLayoutId id="2147485713" r:id="rId4"/>
    <p:sldLayoutId id="2147485714" r:id="rId5"/>
    <p:sldLayoutId id="2147485578" r:id="rId6"/>
    <p:sldLayoutId id="2147485720" r:id="rId7"/>
    <p:sldLayoutId id="2147485722" r:id="rId8"/>
    <p:sldLayoutId id="2147485724" r:id="rId9"/>
    <p:sldLayoutId id="2147485725" r:id="rId10"/>
    <p:sldLayoutId id="2147485726" r:id="rId11"/>
    <p:sldLayoutId id="2147485600" r:id="rId12"/>
    <p:sldLayoutId id="2147485598" r:id="rId13"/>
    <p:sldLayoutId id="2147485657" r:id="rId14"/>
    <p:sldLayoutId id="2147485658" r:id="rId15"/>
    <p:sldLayoutId id="2147485723" r:id="rId16"/>
    <p:sldLayoutId id="2147485715" r:id="rId17"/>
    <p:sldLayoutId id="2147485719" r:id="rId18"/>
    <p:sldLayoutId id="2147485716" r:id="rId19"/>
    <p:sldLayoutId id="2147485823" r:id="rId20"/>
    <p:sldLayoutId id="2147485721" r:id="rId21"/>
    <p:sldLayoutId id="2147485727" r:id="rId22"/>
    <p:sldLayoutId id="2147485728" r:id="rId23"/>
    <p:sldLayoutId id="2147485822" r:id="rId24"/>
    <p:sldLayoutId id="2147485516" r:id="rId25"/>
    <p:sldLayoutId id="2147485567" r:id="rId26"/>
    <p:sldLayoutId id="2147485539" r:id="rId27"/>
    <p:sldLayoutId id="2147485440" r:id="rId28"/>
    <p:sldLayoutId id="2147485441" r:id="rId29"/>
    <p:sldLayoutId id="2147485442" r:id="rId30"/>
    <p:sldLayoutId id="2147485443" r:id="rId31"/>
    <p:sldLayoutId id="2147485445" r:id="rId32"/>
    <p:sldLayoutId id="2147485446" r:id="rId33"/>
    <p:sldLayoutId id="2147485448" r:id="rId34"/>
    <p:sldLayoutId id="2147485449" r:id="rId35"/>
    <p:sldLayoutId id="2147485450" r:id="rId36"/>
    <p:sldLayoutId id="2147485717" r:id="rId37"/>
    <p:sldLayoutId id="2147485591" r:id="rId38"/>
    <p:sldLayoutId id="2147485592" r:id="rId39"/>
    <p:sldLayoutId id="2147485593" r:id="rId40"/>
    <p:sldLayoutId id="2147485452" r:id="rId41"/>
    <p:sldLayoutId id="2147485590" r:id="rId42"/>
    <p:sldLayoutId id="2147485527" r:id="rId43"/>
    <p:sldLayoutId id="2147485453" r:id="rId44"/>
    <p:sldLayoutId id="2147485561" r:id="rId45"/>
    <p:sldLayoutId id="2147485513" r:id="rId46"/>
    <p:sldLayoutId id="2147485570" r:id="rId47"/>
    <p:sldLayoutId id="2147485529" r:id="rId48"/>
    <p:sldLayoutId id="2147485851" r:id="rId49"/>
  </p:sldLayoutIdLst>
  <p:hf hdr="0" ftr="0" dt="0"/>
  <p:txStyles>
    <p:titleStyle>
      <a:lvl1pPr algn="l" rtl="0" eaLnBrk="1" fontAlgn="base" hangingPunct="1">
        <a:lnSpc>
          <a:spcPct val="85000"/>
        </a:lnSpc>
        <a:spcBef>
          <a:spcPct val="0"/>
        </a:spcBef>
        <a:spcAft>
          <a:spcPct val="0"/>
        </a:spcAft>
        <a:defRPr sz="3200" b="0" i="0" kern="1200" spc="-50">
          <a:solidFill>
            <a:schemeClr val="tx1"/>
          </a:solidFill>
          <a:latin typeface="Arial" panose="020B0604020202020204" pitchFamily="34" charset="0"/>
          <a:ea typeface="ＭＳ Ｐゴシック" charset="0"/>
          <a:cs typeface="Arial" panose="020B0604020202020204" pitchFamily="34" charset="0"/>
        </a:defRPr>
      </a:lvl1pPr>
      <a:lvl2pPr algn="l" rtl="0" eaLnBrk="1" fontAlgn="base" hangingPunct="1">
        <a:lnSpc>
          <a:spcPct val="85000"/>
        </a:lnSpc>
        <a:spcBef>
          <a:spcPct val="0"/>
        </a:spcBef>
        <a:spcAft>
          <a:spcPct val="0"/>
        </a:spcAft>
        <a:defRPr sz="3600" b="1">
          <a:solidFill>
            <a:schemeClr val="accent1"/>
          </a:solidFill>
          <a:latin typeface="Calibri" charset="0"/>
          <a:ea typeface="ＭＳ Ｐゴシック" charset="0"/>
          <a:cs typeface="ＭＳ Ｐゴシック" charset="0"/>
        </a:defRPr>
      </a:lvl2pPr>
      <a:lvl3pPr algn="l" rtl="0" eaLnBrk="1" fontAlgn="base" hangingPunct="1">
        <a:lnSpc>
          <a:spcPct val="85000"/>
        </a:lnSpc>
        <a:spcBef>
          <a:spcPct val="0"/>
        </a:spcBef>
        <a:spcAft>
          <a:spcPct val="0"/>
        </a:spcAft>
        <a:defRPr sz="3600" b="1">
          <a:solidFill>
            <a:schemeClr val="accent1"/>
          </a:solidFill>
          <a:latin typeface="Calibri" charset="0"/>
          <a:ea typeface="ＭＳ Ｐゴシック" charset="0"/>
          <a:cs typeface="ＭＳ Ｐゴシック" charset="0"/>
        </a:defRPr>
      </a:lvl3pPr>
      <a:lvl4pPr algn="l" rtl="0" eaLnBrk="1" fontAlgn="base" hangingPunct="1">
        <a:lnSpc>
          <a:spcPct val="85000"/>
        </a:lnSpc>
        <a:spcBef>
          <a:spcPct val="0"/>
        </a:spcBef>
        <a:spcAft>
          <a:spcPct val="0"/>
        </a:spcAft>
        <a:defRPr sz="3600" b="1">
          <a:solidFill>
            <a:schemeClr val="accent1"/>
          </a:solidFill>
          <a:latin typeface="Calibri" charset="0"/>
          <a:ea typeface="ＭＳ Ｐゴシック" charset="0"/>
          <a:cs typeface="ＭＳ Ｐゴシック" charset="0"/>
        </a:defRPr>
      </a:lvl4pPr>
      <a:lvl5pPr algn="l" rtl="0" eaLnBrk="1" fontAlgn="base" hangingPunct="1">
        <a:lnSpc>
          <a:spcPct val="85000"/>
        </a:lnSpc>
        <a:spcBef>
          <a:spcPct val="0"/>
        </a:spcBef>
        <a:spcAft>
          <a:spcPct val="0"/>
        </a:spcAft>
        <a:defRPr sz="3600" b="1">
          <a:solidFill>
            <a:schemeClr val="accent1"/>
          </a:solidFill>
          <a:latin typeface="Calibri" charset="0"/>
          <a:ea typeface="ＭＳ Ｐゴシック" charset="0"/>
          <a:cs typeface="ＭＳ Ｐゴシック" charset="0"/>
        </a:defRPr>
      </a:lvl5pPr>
      <a:lvl6pPr marL="457200" algn="l" rtl="0" eaLnBrk="1" fontAlgn="base" hangingPunct="1">
        <a:lnSpc>
          <a:spcPct val="85000"/>
        </a:lnSpc>
        <a:spcBef>
          <a:spcPct val="0"/>
        </a:spcBef>
        <a:spcAft>
          <a:spcPct val="0"/>
        </a:spcAft>
        <a:defRPr sz="3600" b="1">
          <a:solidFill>
            <a:schemeClr val="accent1"/>
          </a:solidFill>
          <a:latin typeface="Calibri" charset="0"/>
        </a:defRPr>
      </a:lvl6pPr>
      <a:lvl7pPr marL="914400" algn="l" rtl="0" eaLnBrk="1" fontAlgn="base" hangingPunct="1">
        <a:lnSpc>
          <a:spcPct val="85000"/>
        </a:lnSpc>
        <a:spcBef>
          <a:spcPct val="0"/>
        </a:spcBef>
        <a:spcAft>
          <a:spcPct val="0"/>
        </a:spcAft>
        <a:defRPr sz="3600" b="1">
          <a:solidFill>
            <a:schemeClr val="accent1"/>
          </a:solidFill>
          <a:latin typeface="Calibri" charset="0"/>
        </a:defRPr>
      </a:lvl7pPr>
      <a:lvl8pPr marL="1371600" algn="l" rtl="0" eaLnBrk="1" fontAlgn="base" hangingPunct="1">
        <a:lnSpc>
          <a:spcPct val="85000"/>
        </a:lnSpc>
        <a:spcBef>
          <a:spcPct val="0"/>
        </a:spcBef>
        <a:spcAft>
          <a:spcPct val="0"/>
        </a:spcAft>
        <a:defRPr sz="3600" b="1">
          <a:solidFill>
            <a:schemeClr val="accent1"/>
          </a:solidFill>
          <a:latin typeface="Calibri" charset="0"/>
        </a:defRPr>
      </a:lvl8pPr>
      <a:lvl9pPr marL="1828800" algn="l" rtl="0" eaLnBrk="1" fontAlgn="base" hangingPunct="1">
        <a:lnSpc>
          <a:spcPct val="85000"/>
        </a:lnSpc>
        <a:spcBef>
          <a:spcPct val="0"/>
        </a:spcBef>
        <a:spcAft>
          <a:spcPct val="0"/>
        </a:spcAft>
        <a:defRPr sz="3600" b="1">
          <a:solidFill>
            <a:schemeClr val="accent1"/>
          </a:solidFill>
          <a:latin typeface="Calibri" charset="0"/>
        </a:defRPr>
      </a:lvl9pPr>
    </p:titleStyle>
    <p:bodyStyle>
      <a:lvl1pPr marL="342900" indent="-342900" algn="l" rtl="0" eaLnBrk="1" fontAlgn="base" hangingPunct="1">
        <a:lnSpc>
          <a:spcPct val="100000"/>
        </a:lnSpc>
        <a:spcBef>
          <a:spcPts val="600"/>
        </a:spcBef>
        <a:spcAft>
          <a:spcPts val="0"/>
        </a:spcAft>
        <a:buClr>
          <a:srgbClr val="6E2FF1"/>
        </a:buClr>
        <a:buSzPct val="80000"/>
        <a:buFont typeface="Arial" panose="020B0604020202020204" pitchFamily="34" charset="0"/>
        <a:buChar char="•"/>
        <a:defRPr sz="2000" b="0" i="0" kern="1200">
          <a:solidFill>
            <a:srgbClr val="333E48"/>
          </a:solidFill>
          <a:latin typeface="Arial" panose="020B0604020202020204" pitchFamily="34" charset="0"/>
          <a:ea typeface="ＭＳ Ｐゴシック" charset="0"/>
          <a:cs typeface="Arial" panose="020B0604020202020204" pitchFamily="34" charset="0"/>
        </a:defRPr>
      </a:lvl1pPr>
      <a:lvl2pPr marL="581343" indent="-166688" algn="l" rtl="0" eaLnBrk="1" fontAlgn="base" hangingPunct="1">
        <a:lnSpc>
          <a:spcPct val="100000"/>
        </a:lnSpc>
        <a:spcBef>
          <a:spcPts val="0"/>
        </a:spcBef>
        <a:spcAft>
          <a:spcPts val="0"/>
        </a:spcAft>
        <a:buClr>
          <a:srgbClr val="6E2FF1"/>
        </a:buClr>
        <a:buSzPct val="80000"/>
        <a:buFont typeface="Arial" panose="020B0604020202020204" pitchFamily="34" charset="0"/>
        <a:buChar char="•"/>
        <a:defRPr sz="1800" b="0" i="0" kern="1200">
          <a:solidFill>
            <a:srgbClr val="333E48"/>
          </a:solidFill>
          <a:latin typeface="Arial" panose="020B0604020202020204" pitchFamily="34" charset="0"/>
          <a:ea typeface="ＭＳ Ｐゴシック" charset="0"/>
          <a:cs typeface="Arial" panose="020B0604020202020204" pitchFamily="34" charset="0"/>
        </a:defRPr>
      </a:lvl2pPr>
      <a:lvl3pPr marL="855663" indent="-166688" algn="l" rtl="0" eaLnBrk="1" fontAlgn="base" hangingPunct="1">
        <a:lnSpc>
          <a:spcPct val="100000"/>
        </a:lnSpc>
        <a:spcBef>
          <a:spcPts val="0"/>
        </a:spcBef>
        <a:spcAft>
          <a:spcPts val="0"/>
        </a:spcAft>
        <a:buClr>
          <a:srgbClr val="6E2FF1"/>
        </a:buClr>
        <a:buSzPct val="80000"/>
        <a:buFont typeface="Arial" panose="020B0604020202020204" pitchFamily="34" charset="0"/>
        <a:buChar char="•"/>
        <a:defRPr sz="1600" b="0" i="0" kern="1200">
          <a:solidFill>
            <a:srgbClr val="333E48"/>
          </a:solidFill>
          <a:latin typeface="Arial" panose="020B0604020202020204" pitchFamily="34" charset="0"/>
          <a:ea typeface="ＭＳ Ｐゴシック" charset="0"/>
          <a:cs typeface="Arial" panose="020B0604020202020204" pitchFamily="34" charset="0"/>
        </a:defRPr>
      </a:lvl3pPr>
      <a:lvl4pPr marL="1201738" indent="-173038" algn="l" rtl="0" eaLnBrk="1" fontAlgn="base" hangingPunct="1">
        <a:lnSpc>
          <a:spcPct val="100000"/>
        </a:lnSpc>
        <a:spcBef>
          <a:spcPts val="0"/>
        </a:spcBef>
        <a:spcAft>
          <a:spcPts val="0"/>
        </a:spcAft>
        <a:buClr>
          <a:srgbClr val="6E2FF1"/>
        </a:buClr>
        <a:buSzPct val="80000"/>
        <a:buFont typeface="Arial" panose="020B0604020202020204" pitchFamily="34" charset="0"/>
        <a:buChar char="•"/>
        <a:defRPr sz="1600" b="0" i="0" kern="1200">
          <a:solidFill>
            <a:srgbClr val="333E48"/>
          </a:solidFill>
          <a:latin typeface="Arial" panose="020B0604020202020204" pitchFamily="34" charset="0"/>
          <a:ea typeface="ＭＳ Ｐゴシック" charset="0"/>
          <a:cs typeface="Arial" panose="020B0604020202020204" pitchFamily="34" charset="0"/>
        </a:defRPr>
      </a:lvl4pPr>
      <a:lvl5pPr marL="1427163" indent="-168275" algn="l" rtl="0" eaLnBrk="1" fontAlgn="base" hangingPunct="1">
        <a:lnSpc>
          <a:spcPct val="100000"/>
        </a:lnSpc>
        <a:spcBef>
          <a:spcPts val="0"/>
        </a:spcBef>
        <a:spcAft>
          <a:spcPts val="0"/>
        </a:spcAft>
        <a:buClr>
          <a:srgbClr val="6E2FF1"/>
        </a:buClr>
        <a:buSzPct val="80000"/>
        <a:buFont typeface="Arial" panose="020B0604020202020204" pitchFamily="34" charset="0"/>
        <a:buChar char="•"/>
        <a:defRPr sz="1600" b="0" i="0" kern="1200">
          <a:solidFill>
            <a:srgbClr val="333E48"/>
          </a:solidFill>
          <a:latin typeface="Arial" panose="020B0604020202020204" pitchFamily="34" charset="0"/>
          <a:ea typeface="ＭＳ Ｐゴシック" charset="0"/>
          <a:cs typeface="Arial" panose="020B0604020202020204" pitchFamily="34" charset="0"/>
        </a:defRPr>
      </a:lvl5pPr>
      <a:lvl6pPr marL="16550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dirty="0" smtClean="0">
          <a:solidFill>
            <a:srgbClr val="383838"/>
          </a:solidFill>
          <a:latin typeface="+mn-lt"/>
          <a:ea typeface="+mn-ea"/>
          <a:cs typeface="+mn-cs"/>
        </a:defRPr>
      </a:lvl6pPr>
      <a:lvl7pPr marL="18836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dirty="0" smtClean="0">
          <a:solidFill>
            <a:srgbClr val="383838"/>
          </a:solidFill>
          <a:latin typeface="+mn-lt"/>
          <a:ea typeface="+mn-ea"/>
          <a:cs typeface="+mn-cs"/>
        </a:defRPr>
      </a:lvl7pPr>
      <a:lvl8pPr marL="21122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dirty="0" smtClean="0">
          <a:solidFill>
            <a:srgbClr val="383838"/>
          </a:solidFill>
          <a:latin typeface="+mn-lt"/>
          <a:ea typeface="+mn-ea"/>
          <a:cs typeface="+mn-cs"/>
        </a:defRPr>
      </a:lvl8pPr>
      <a:lvl9pPr marL="23408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dirty="0" smtClean="0">
          <a:solidFill>
            <a:srgbClr val="383838"/>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guide id="4" orient="horz" pos="210" userDrawn="1">
          <p15:clr>
            <a:srgbClr val="F26B43"/>
          </p15:clr>
        </p15:guide>
        <p15:guide id="5" orient="horz" pos="4110" userDrawn="1">
          <p15:clr>
            <a:srgbClr val="F26B43"/>
          </p15:clr>
        </p15:guide>
        <p15:guide id="6" pos="7469" userDrawn="1">
          <p15:clr>
            <a:srgbClr val="F26B43"/>
          </p15:clr>
        </p15:guide>
        <p15:guide id="7" pos="211" userDrawn="1">
          <p15:clr>
            <a:srgbClr val="F26B43"/>
          </p15:clr>
        </p15:guide>
        <p15:guide id="8" pos="2026" userDrawn="1">
          <p15:clr>
            <a:srgbClr val="F26B43"/>
          </p15:clr>
        </p15:guide>
        <p15:guide id="9" pos="5654"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tx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34963" y="333375"/>
            <a:ext cx="11233150" cy="421005"/>
          </a:xfrm>
          <a:prstGeom prst="rect">
            <a:avLst/>
          </a:prstGeom>
        </p:spPr>
        <p:txBody>
          <a:bodyPr vert="horz" lIns="0" tIns="0" rIns="0" bIns="0" rtlCol="0" anchor="t">
            <a:noAutofit/>
          </a:bodyPr>
          <a:lstStyle/>
          <a:p>
            <a:r>
              <a:rPr lang="en-US" dirty="0"/>
              <a:t>Click to edit title style</a:t>
            </a:r>
          </a:p>
        </p:txBody>
      </p:sp>
      <p:sp>
        <p:nvSpPr>
          <p:cNvPr id="7" name="Text Placeholder 2">
            <a:extLst>
              <a:ext uri="{FF2B5EF4-FFF2-40B4-BE49-F238E27FC236}">
                <a16:creationId xmlns:a16="http://schemas.microsoft.com/office/drawing/2014/main" id="{84EB643E-3109-434C-BA97-15D4C8A5EF9E}"/>
              </a:ext>
            </a:extLst>
          </p:cNvPr>
          <p:cNvSpPr>
            <a:spLocks noGrp="1"/>
          </p:cNvSpPr>
          <p:nvPr>
            <p:ph type="body" idx="1"/>
          </p:nvPr>
        </p:nvSpPr>
        <p:spPr>
          <a:xfrm>
            <a:off x="334962" y="911934"/>
            <a:ext cx="11522075" cy="5344085"/>
          </a:xfrm>
          <a:prstGeom prst="rect">
            <a:avLst/>
          </a:prstGeom>
        </p:spPr>
        <p:txBody>
          <a:bodyPr vert="horz" lIns="0" tIns="0" rIns="0" bIns="0" rtlCol="0">
            <a:noAutofit/>
          </a:body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extBox 26">
            <a:extLst>
              <a:ext uri="{FF2B5EF4-FFF2-40B4-BE49-F238E27FC236}">
                <a16:creationId xmlns:a16="http://schemas.microsoft.com/office/drawing/2014/main" id="{84309424-723D-8A35-92B9-2F15D94C0D32}"/>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4" name="TextBox 20">
            <a:extLst>
              <a:ext uri="{FF2B5EF4-FFF2-40B4-BE49-F238E27FC236}">
                <a16:creationId xmlns:a16="http://schemas.microsoft.com/office/drawing/2014/main" id="{9D572872-9C2D-0C1F-D4D0-A3E9022FFFFD}"/>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50199"/>
                  </a:schemeClr>
                </a:solidFill>
                <a:latin typeface="Arial" panose="020B0604020202020204" pitchFamily="34" charset="0"/>
                <a:cs typeface="Arial" panose="020B0604020202020204" pitchFamily="34" charset="0"/>
              </a:rPr>
              <a:t>© 2026 Arm</a:t>
            </a:r>
          </a:p>
        </p:txBody>
      </p:sp>
      <p:pic>
        <p:nvPicPr>
          <p:cNvPr id="5" name="Picture 8">
            <a:extLst>
              <a:ext uri="{FF2B5EF4-FFF2-40B4-BE49-F238E27FC236}">
                <a16:creationId xmlns:a16="http://schemas.microsoft.com/office/drawing/2014/main" id="{D432EAEC-3A67-5AE0-E8C2-BEDD4E28008B}"/>
              </a:ext>
            </a:extLst>
          </p:cNvPr>
          <p:cNvPicPr>
            <a:picLocks noChangeAspect="1"/>
          </p:cNvPicPr>
          <p:nvPr userDrawn="1"/>
        </p:nvPicPr>
        <p:blipFill>
          <a:blip>
            <a:extLst>
              <a:ext uri="{96DAC541-7B7A-43D3-8B79-37D633B846F1}">
                <asvg:svgBlip xmlns:asvg="http://schemas.microsoft.com/office/drawing/2016/SVG/main" r:embed="rId50"/>
              </a:ext>
            </a:extLst>
          </a:blip>
          <a:srcRect/>
          <a:stretch/>
        </p:blipFill>
        <p:spPr>
          <a:xfrm>
            <a:off x="334964" y="6526498"/>
            <a:ext cx="506921" cy="154654"/>
          </a:xfrm>
          <a:prstGeom prst="rect">
            <a:avLst/>
          </a:prstGeom>
        </p:spPr>
      </p:pic>
    </p:spTree>
    <p:extLst>
      <p:ext uri="{BB962C8B-B14F-4D97-AF65-F5344CB8AC3E}">
        <p14:creationId xmlns:p14="http://schemas.microsoft.com/office/powerpoint/2010/main" val="2723087283"/>
      </p:ext>
    </p:extLst>
  </p:cSld>
  <p:clrMap bg1="lt1" tx1="dk1" bg2="lt2" tx2="dk2" accent1="accent1" accent2="accent2" accent3="accent3" accent4="accent4" accent5="accent5" accent6="accent6" hlink="hlink" folHlink="folHlink"/>
  <p:sldLayoutIdLst>
    <p:sldLayoutId id="2147485769" r:id="rId1"/>
    <p:sldLayoutId id="2147485785" r:id="rId2"/>
    <p:sldLayoutId id="2147485770" r:id="rId3"/>
    <p:sldLayoutId id="2147485771" r:id="rId4"/>
    <p:sldLayoutId id="2147485772" r:id="rId5"/>
    <p:sldLayoutId id="2147485824" r:id="rId6"/>
    <p:sldLayoutId id="2147485825" r:id="rId7"/>
    <p:sldLayoutId id="2147485826" r:id="rId8"/>
    <p:sldLayoutId id="2147485827" r:id="rId9"/>
    <p:sldLayoutId id="2147485828" r:id="rId10"/>
    <p:sldLayoutId id="2147485829" r:id="rId11"/>
    <p:sldLayoutId id="2147485830" r:id="rId12"/>
    <p:sldLayoutId id="2147485831" r:id="rId13"/>
    <p:sldLayoutId id="2147485832" r:id="rId14"/>
    <p:sldLayoutId id="2147485833" r:id="rId15"/>
    <p:sldLayoutId id="2147485834" r:id="rId16"/>
    <p:sldLayoutId id="2147485835" r:id="rId17"/>
    <p:sldLayoutId id="2147485836" r:id="rId18"/>
    <p:sldLayoutId id="2147485837" r:id="rId19"/>
    <p:sldLayoutId id="2147485838" r:id="rId20"/>
    <p:sldLayoutId id="2147485839" r:id="rId21"/>
    <p:sldLayoutId id="2147485840" r:id="rId22"/>
    <p:sldLayoutId id="2147485841" r:id="rId23"/>
    <p:sldLayoutId id="2147485842" r:id="rId24"/>
    <p:sldLayoutId id="2147485793" r:id="rId25"/>
    <p:sldLayoutId id="2147485794" r:id="rId26"/>
    <p:sldLayoutId id="2147485795" r:id="rId27"/>
    <p:sldLayoutId id="2147485680" r:id="rId28"/>
    <p:sldLayoutId id="2147485681" r:id="rId29"/>
    <p:sldLayoutId id="2147485682" r:id="rId30"/>
    <p:sldLayoutId id="2147485683" r:id="rId31"/>
    <p:sldLayoutId id="2147485685" r:id="rId32"/>
    <p:sldLayoutId id="2147485686" r:id="rId33"/>
    <p:sldLayoutId id="2147485688" r:id="rId34"/>
    <p:sldLayoutId id="2147485689" r:id="rId35"/>
    <p:sldLayoutId id="2147485690" r:id="rId36"/>
    <p:sldLayoutId id="2147485708" r:id="rId37"/>
    <p:sldLayoutId id="2147485695" r:id="rId38"/>
    <p:sldLayoutId id="2147485696" r:id="rId39"/>
    <p:sldLayoutId id="2147485697" r:id="rId40"/>
    <p:sldLayoutId id="2147485843" r:id="rId41"/>
    <p:sldLayoutId id="2147485844" r:id="rId42"/>
    <p:sldLayoutId id="2147485845" r:id="rId43"/>
    <p:sldLayoutId id="2147485846" r:id="rId44"/>
    <p:sldLayoutId id="2147485847" r:id="rId45"/>
    <p:sldLayoutId id="2147485848" r:id="rId46"/>
    <p:sldLayoutId id="2147485849" r:id="rId47"/>
    <p:sldLayoutId id="2147485850" r:id="rId48"/>
  </p:sldLayoutIdLst>
  <p:hf hdr="0" ftr="0" dt="0"/>
  <p:txStyles>
    <p:titleStyle>
      <a:lvl1pPr algn="l" rtl="0" eaLnBrk="1" fontAlgn="base" hangingPunct="1">
        <a:lnSpc>
          <a:spcPct val="85000"/>
        </a:lnSpc>
        <a:spcBef>
          <a:spcPct val="0"/>
        </a:spcBef>
        <a:spcAft>
          <a:spcPct val="0"/>
        </a:spcAft>
        <a:defRPr sz="3200" b="0" i="0" kern="1200" spc="-50">
          <a:solidFill>
            <a:schemeClr val="bg1"/>
          </a:solidFill>
          <a:latin typeface="Arial" panose="020B0604020202020204" pitchFamily="34" charset="0"/>
          <a:ea typeface="ＭＳ Ｐゴシック" charset="0"/>
          <a:cs typeface="Arial" panose="020B0604020202020204" pitchFamily="34" charset="0"/>
        </a:defRPr>
      </a:lvl1pPr>
      <a:lvl2pPr algn="l" rtl="0" eaLnBrk="1" fontAlgn="base" hangingPunct="1">
        <a:lnSpc>
          <a:spcPct val="85000"/>
        </a:lnSpc>
        <a:spcBef>
          <a:spcPct val="0"/>
        </a:spcBef>
        <a:spcAft>
          <a:spcPct val="0"/>
        </a:spcAft>
        <a:defRPr sz="3600" b="1">
          <a:solidFill>
            <a:schemeClr val="accent1"/>
          </a:solidFill>
          <a:latin typeface="Calibri" charset="0"/>
          <a:ea typeface="ＭＳ Ｐゴシック" charset="0"/>
          <a:cs typeface="ＭＳ Ｐゴシック" charset="0"/>
        </a:defRPr>
      </a:lvl2pPr>
      <a:lvl3pPr algn="l" rtl="0" eaLnBrk="1" fontAlgn="base" hangingPunct="1">
        <a:lnSpc>
          <a:spcPct val="85000"/>
        </a:lnSpc>
        <a:spcBef>
          <a:spcPct val="0"/>
        </a:spcBef>
        <a:spcAft>
          <a:spcPct val="0"/>
        </a:spcAft>
        <a:defRPr sz="3600" b="1">
          <a:solidFill>
            <a:schemeClr val="accent1"/>
          </a:solidFill>
          <a:latin typeface="Calibri" charset="0"/>
          <a:ea typeface="ＭＳ Ｐゴシック" charset="0"/>
          <a:cs typeface="ＭＳ Ｐゴシック" charset="0"/>
        </a:defRPr>
      </a:lvl3pPr>
      <a:lvl4pPr algn="l" rtl="0" eaLnBrk="1" fontAlgn="base" hangingPunct="1">
        <a:lnSpc>
          <a:spcPct val="85000"/>
        </a:lnSpc>
        <a:spcBef>
          <a:spcPct val="0"/>
        </a:spcBef>
        <a:spcAft>
          <a:spcPct val="0"/>
        </a:spcAft>
        <a:defRPr sz="3600" b="1">
          <a:solidFill>
            <a:schemeClr val="accent1"/>
          </a:solidFill>
          <a:latin typeface="Calibri" charset="0"/>
          <a:ea typeface="ＭＳ Ｐゴシック" charset="0"/>
          <a:cs typeface="ＭＳ Ｐゴシック" charset="0"/>
        </a:defRPr>
      </a:lvl4pPr>
      <a:lvl5pPr algn="l" rtl="0" eaLnBrk="1" fontAlgn="base" hangingPunct="1">
        <a:lnSpc>
          <a:spcPct val="85000"/>
        </a:lnSpc>
        <a:spcBef>
          <a:spcPct val="0"/>
        </a:spcBef>
        <a:spcAft>
          <a:spcPct val="0"/>
        </a:spcAft>
        <a:defRPr sz="3600" b="1">
          <a:solidFill>
            <a:schemeClr val="accent1"/>
          </a:solidFill>
          <a:latin typeface="Calibri" charset="0"/>
          <a:ea typeface="ＭＳ Ｐゴシック" charset="0"/>
          <a:cs typeface="ＭＳ Ｐゴシック" charset="0"/>
        </a:defRPr>
      </a:lvl5pPr>
      <a:lvl6pPr marL="457200" algn="l" rtl="0" eaLnBrk="1" fontAlgn="base" hangingPunct="1">
        <a:lnSpc>
          <a:spcPct val="85000"/>
        </a:lnSpc>
        <a:spcBef>
          <a:spcPct val="0"/>
        </a:spcBef>
        <a:spcAft>
          <a:spcPct val="0"/>
        </a:spcAft>
        <a:defRPr sz="3600" b="1">
          <a:solidFill>
            <a:schemeClr val="accent1"/>
          </a:solidFill>
          <a:latin typeface="Calibri" charset="0"/>
        </a:defRPr>
      </a:lvl6pPr>
      <a:lvl7pPr marL="914400" algn="l" rtl="0" eaLnBrk="1" fontAlgn="base" hangingPunct="1">
        <a:lnSpc>
          <a:spcPct val="85000"/>
        </a:lnSpc>
        <a:spcBef>
          <a:spcPct val="0"/>
        </a:spcBef>
        <a:spcAft>
          <a:spcPct val="0"/>
        </a:spcAft>
        <a:defRPr sz="3600" b="1">
          <a:solidFill>
            <a:schemeClr val="accent1"/>
          </a:solidFill>
          <a:latin typeface="Calibri" charset="0"/>
        </a:defRPr>
      </a:lvl7pPr>
      <a:lvl8pPr marL="1371600" algn="l" rtl="0" eaLnBrk="1" fontAlgn="base" hangingPunct="1">
        <a:lnSpc>
          <a:spcPct val="85000"/>
        </a:lnSpc>
        <a:spcBef>
          <a:spcPct val="0"/>
        </a:spcBef>
        <a:spcAft>
          <a:spcPct val="0"/>
        </a:spcAft>
        <a:defRPr sz="3600" b="1">
          <a:solidFill>
            <a:schemeClr val="accent1"/>
          </a:solidFill>
          <a:latin typeface="Calibri" charset="0"/>
        </a:defRPr>
      </a:lvl8pPr>
      <a:lvl9pPr marL="1828800" algn="l" rtl="0" eaLnBrk="1" fontAlgn="base" hangingPunct="1">
        <a:lnSpc>
          <a:spcPct val="85000"/>
        </a:lnSpc>
        <a:spcBef>
          <a:spcPct val="0"/>
        </a:spcBef>
        <a:spcAft>
          <a:spcPct val="0"/>
        </a:spcAft>
        <a:defRPr sz="3600" b="1">
          <a:solidFill>
            <a:schemeClr val="accent1"/>
          </a:solidFill>
          <a:latin typeface="Calibri" charset="0"/>
        </a:defRPr>
      </a:lvl9pPr>
    </p:titleStyle>
    <p:bodyStyle>
      <a:lvl1pPr marL="342900" indent="-342900" algn="l" rtl="0" eaLnBrk="1" fontAlgn="base" hangingPunct="1">
        <a:lnSpc>
          <a:spcPct val="100000"/>
        </a:lnSpc>
        <a:spcBef>
          <a:spcPts val="600"/>
        </a:spcBef>
        <a:spcAft>
          <a:spcPts val="0"/>
        </a:spcAft>
        <a:buClr>
          <a:schemeClr val="accent4"/>
        </a:buClr>
        <a:buSzPct val="80000"/>
        <a:buFont typeface="Arial" panose="020B0604020202020204" pitchFamily="34" charset="0"/>
        <a:buChar char="•"/>
        <a:defRPr sz="2000" b="0" i="0" kern="1200">
          <a:solidFill>
            <a:schemeClr val="bg1"/>
          </a:solidFill>
          <a:latin typeface="Arial" panose="020B0604020202020204" pitchFamily="34" charset="0"/>
          <a:ea typeface="ＭＳ Ｐゴシック" charset="0"/>
          <a:cs typeface="Arial" panose="020B0604020202020204" pitchFamily="34" charset="0"/>
        </a:defRPr>
      </a:lvl1pPr>
      <a:lvl2pPr marL="581343" indent="-166688" algn="l" rtl="0" eaLnBrk="1" fontAlgn="base" hangingPunct="1">
        <a:lnSpc>
          <a:spcPct val="100000"/>
        </a:lnSpc>
        <a:spcBef>
          <a:spcPts val="0"/>
        </a:spcBef>
        <a:spcAft>
          <a:spcPts val="0"/>
        </a:spcAft>
        <a:buClr>
          <a:schemeClr val="accent4"/>
        </a:buClr>
        <a:buSzPct val="80000"/>
        <a:buFont typeface="Arial" panose="020B0604020202020204" pitchFamily="34" charset="0"/>
        <a:buChar char="•"/>
        <a:defRPr sz="1800" b="0" i="0" kern="1200">
          <a:solidFill>
            <a:schemeClr val="bg1"/>
          </a:solidFill>
          <a:latin typeface="Arial" panose="020B0604020202020204" pitchFamily="34" charset="0"/>
          <a:ea typeface="ＭＳ Ｐゴシック" charset="0"/>
          <a:cs typeface="Arial" panose="020B0604020202020204" pitchFamily="34" charset="0"/>
        </a:defRPr>
      </a:lvl2pPr>
      <a:lvl3pPr marL="855663" indent="-166688" algn="l" rtl="0" eaLnBrk="1" fontAlgn="base" hangingPunct="1">
        <a:lnSpc>
          <a:spcPct val="100000"/>
        </a:lnSpc>
        <a:spcBef>
          <a:spcPts val="0"/>
        </a:spcBef>
        <a:spcAft>
          <a:spcPts val="0"/>
        </a:spcAft>
        <a:buClr>
          <a:schemeClr val="accent4"/>
        </a:buClr>
        <a:buSzPct val="80000"/>
        <a:buFont typeface="Arial" panose="020B0604020202020204" pitchFamily="34" charset="0"/>
        <a:buChar char="•"/>
        <a:defRPr sz="1600" b="0" i="0" kern="1200">
          <a:solidFill>
            <a:schemeClr val="bg1"/>
          </a:solidFill>
          <a:latin typeface="Arial" panose="020B0604020202020204" pitchFamily="34" charset="0"/>
          <a:ea typeface="ＭＳ Ｐゴシック" charset="0"/>
          <a:cs typeface="Arial" panose="020B0604020202020204" pitchFamily="34" charset="0"/>
        </a:defRPr>
      </a:lvl3pPr>
      <a:lvl4pPr marL="1201738" indent="-173038" algn="l" rtl="0" eaLnBrk="1" fontAlgn="base" hangingPunct="1">
        <a:lnSpc>
          <a:spcPct val="100000"/>
        </a:lnSpc>
        <a:spcBef>
          <a:spcPts val="0"/>
        </a:spcBef>
        <a:spcAft>
          <a:spcPts val="0"/>
        </a:spcAft>
        <a:buClr>
          <a:schemeClr val="accent4"/>
        </a:buClr>
        <a:buSzPct val="80000"/>
        <a:buFont typeface="Arial" panose="020B0604020202020204" pitchFamily="34" charset="0"/>
        <a:buChar char="•"/>
        <a:defRPr sz="1600" b="0" i="0" kern="1200">
          <a:solidFill>
            <a:schemeClr val="bg1"/>
          </a:solidFill>
          <a:latin typeface="Arial" panose="020B0604020202020204" pitchFamily="34" charset="0"/>
          <a:ea typeface="ＭＳ Ｐゴシック" charset="0"/>
          <a:cs typeface="Arial" panose="020B0604020202020204" pitchFamily="34" charset="0"/>
        </a:defRPr>
      </a:lvl4pPr>
      <a:lvl5pPr marL="1427163" indent="-168275" algn="l" rtl="0" eaLnBrk="1" fontAlgn="base" hangingPunct="1">
        <a:lnSpc>
          <a:spcPct val="100000"/>
        </a:lnSpc>
        <a:spcBef>
          <a:spcPts val="0"/>
        </a:spcBef>
        <a:spcAft>
          <a:spcPts val="0"/>
        </a:spcAft>
        <a:buClr>
          <a:schemeClr val="accent4"/>
        </a:buClr>
        <a:buSzPct val="80000"/>
        <a:buFont typeface="Arial" panose="020B0604020202020204" pitchFamily="34" charset="0"/>
        <a:buChar char="•"/>
        <a:defRPr sz="1600" b="0" i="0" kern="1200">
          <a:solidFill>
            <a:schemeClr val="bg1"/>
          </a:solidFill>
          <a:latin typeface="Arial" panose="020B0604020202020204" pitchFamily="34" charset="0"/>
          <a:ea typeface="ＭＳ Ｐゴシック" charset="0"/>
          <a:cs typeface="Arial" panose="020B0604020202020204" pitchFamily="34" charset="0"/>
        </a:defRPr>
      </a:lvl5pPr>
      <a:lvl6pPr marL="16550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dirty="0" smtClean="0">
          <a:solidFill>
            <a:srgbClr val="383838"/>
          </a:solidFill>
          <a:latin typeface="+mn-lt"/>
          <a:ea typeface="+mn-ea"/>
          <a:cs typeface="+mn-cs"/>
        </a:defRPr>
      </a:lvl6pPr>
      <a:lvl7pPr marL="18836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dirty="0" smtClean="0">
          <a:solidFill>
            <a:srgbClr val="383838"/>
          </a:solidFill>
          <a:latin typeface="+mn-lt"/>
          <a:ea typeface="+mn-ea"/>
          <a:cs typeface="+mn-cs"/>
        </a:defRPr>
      </a:lvl7pPr>
      <a:lvl8pPr marL="21122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dirty="0" smtClean="0">
          <a:solidFill>
            <a:srgbClr val="383838"/>
          </a:solidFill>
          <a:latin typeface="+mn-lt"/>
          <a:ea typeface="+mn-ea"/>
          <a:cs typeface="+mn-cs"/>
        </a:defRPr>
      </a:lvl8pPr>
      <a:lvl9pPr marL="23408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dirty="0" smtClean="0">
          <a:solidFill>
            <a:srgbClr val="383838"/>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guide id="4" orient="horz" pos="210" userDrawn="1">
          <p15:clr>
            <a:srgbClr val="F26B43"/>
          </p15:clr>
        </p15:guide>
        <p15:guide id="5" orient="horz" pos="4110" userDrawn="1">
          <p15:clr>
            <a:srgbClr val="F26B43"/>
          </p15:clr>
        </p15:guide>
        <p15:guide id="6" pos="7469" userDrawn="1">
          <p15:clr>
            <a:srgbClr val="F26B43"/>
          </p15:clr>
        </p15:guide>
        <p15:guide id="7" pos="211" userDrawn="1">
          <p15:clr>
            <a:srgbClr val="F26B43"/>
          </p15:clr>
        </p15:guide>
        <p15:guide id="8" pos="2026" userDrawn="1">
          <p15:clr>
            <a:srgbClr val="F26B43"/>
          </p15:clr>
        </p15:guide>
        <p15:guide id="9" pos="5654"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8.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8.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8.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8.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9.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8.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8.xml"/></Relationships>
</file>

<file path=ppt/slides/_rels/slide9.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8.xml"/><Relationship Id="rId1" Type="http://schemas.openxmlformats.org/officeDocument/2006/relationships/slideLayout" Target="../slideLayouts/slideLayout28.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8.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8.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8.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8.xml"/></Relationships>
</file>

<file path=ppt/slides/_rels/slide14.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3.xml"/><Relationship Id="rId1" Type="http://schemas.openxmlformats.org/officeDocument/2006/relationships/slideLayout" Target="../slideLayouts/slideLayout28.xml"/></Relationships>
</file>

<file path=ppt/slides/_rels/slide15.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4.xml"/><Relationship Id="rId1" Type="http://schemas.openxmlformats.org/officeDocument/2006/relationships/slideLayout" Target="../slideLayouts/slideLayout28.xml"/></Relationships>
</file>

<file path=ppt/slides/_rels/slide16.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5.xml"/><Relationship Id="rId1" Type="http://schemas.openxmlformats.org/officeDocument/2006/relationships/slideLayout" Target="../slideLayouts/slideLayout2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3DD1E9-7DF1-3F05-9CB5-C0525FD77CF5}"/>
              </a:ext>
            </a:extLst>
          </p:cNvPr>
          <p:cNvSpPr>
            <a:spLocks noGrp="1"/>
          </p:cNvSpPr>
          <p:nvPr>
            <p:ph type="title"/>
          </p:nvPr>
        </p:nvSpPr>
        <p:spPr/>
        <p:txBody>
          <a:bodyPr/>
          <a:lstStyle/>
          <a:p>
            <a:r>
              <a:rPr lang="en-US" dirty="0"/>
              <a:t>CMSIS-RTOS2</a:t>
            </a:r>
          </a:p>
        </p:txBody>
      </p:sp>
      <p:sp>
        <p:nvSpPr>
          <p:cNvPr id="3" name="Subtitle 2">
            <a:extLst>
              <a:ext uri="{FF2B5EF4-FFF2-40B4-BE49-F238E27FC236}">
                <a16:creationId xmlns:a16="http://schemas.microsoft.com/office/drawing/2014/main" id="{E641D73C-5600-AA7C-D0BC-0855D8AAEEF6}"/>
              </a:ext>
            </a:extLst>
          </p:cNvPr>
          <p:cNvSpPr>
            <a:spLocks noGrp="1"/>
          </p:cNvSpPr>
          <p:nvPr>
            <p:ph type="subTitle" idx="1"/>
          </p:nvPr>
        </p:nvSpPr>
        <p:spPr/>
        <p:txBody>
          <a:bodyPr/>
          <a:lstStyle/>
          <a:p>
            <a:endParaRPr lang="en-US"/>
          </a:p>
        </p:txBody>
      </p:sp>
      <p:sp>
        <p:nvSpPr>
          <p:cNvPr id="5" name="Text Placeholder 4">
            <a:extLst>
              <a:ext uri="{FF2B5EF4-FFF2-40B4-BE49-F238E27FC236}">
                <a16:creationId xmlns:a16="http://schemas.microsoft.com/office/drawing/2014/main" id="{468F20BB-F77E-542F-E4C0-C6351C87788A}"/>
              </a:ext>
            </a:extLst>
          </p:cNvPr>
          <p:cNvSpPr>
            <a:spLocks noGrp="1"/>
          </p:cNvSpPr>
          <p:nvPr>
            <p:ph type="body" sz="quarter" idx="13"/>
          </p:nvPr>
        </p:nvSpPr>
        <p:spPr/>
        <p:txBody>
          <a:bodyPr/>
          <a:lstStyle/>
          <a:p>
            <a:endParaRPr lang="en-US"/>
          </a:p>
        </p:txBody>
      </p:sp>
      <p:sp>
        <p:nvSpPr>
          <p:cNvPr id="4" name="Text Placeholder 3">
            <a:extLst>
              <a:ext uri="{FF2B5EF4-FFF2-40B4-BE49-F238E27FC236}">
                <a16:creationId xmlns:a16="http://schemas.microsoft.com/office/drawing/2014/main" id="{2ECC15F6-527A-72D1-0156-F4FEAB1A7BB9}"/>
              </a:ext>
            </a:extLst>
          </p:cNvPr>
          <p:cNvSpPr>
            <a:spLocks noGrp="1"/>
          </p:cNvSpPr>
          <p:nvPr>
            <p:ph type="body" sz="quarter" idx="12"/>
          </p:nvPr>
        </p:nvSpPr>
        <p:spPr/>
        <p:txBody>
          <a:bodyPr/>
          <a:lstStyle/>
          <a:p>
            <a:endParaRPr lang="en-US"/>
          </a:p>
        </p:txBody>
      </p:sp>
    </p:spTree>
    <p:extLst>
      <p:ext uri="{BB962C8B-B14F-4D97-AF65-F5344CB8AC3E}">
        <p14:creationId xmlns:p14="http://schemas.microsoft.com/office/powerpoint/2010/main" val="30111211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dirty="0"/>
              <a:t>Content of this Module</a:t>
            </a:r>
          </a:p>
        </p:txBody>
      </p:sp>
      <p:sp>
        <p:nvSpPr>
          <p:cNvPr id="2" name="Content Placeholder 1"/>
          <p:cNvSpPr>
            <a:spLocks noGrp="1"/>
          </p:cNvSpPr>
          <p:nvPr>
            <p:ph idx="1"/>
          </p:nvPr>
        </p:nvSpPr>
        <p:spPr/>
        <p:txBody>
          <a:bodyPr/>
          <a:lstStyle/>
          <a:p>
            <a:pPr marL="1587" lvl="5" indent="0">
              <a:buNone/>
            </a:pPr>
            <a:endParaRPr lang="en-GB" dirty="0"/>
          </a:p>
          <a:p>
            <a:pPr marL="282639" lvl="2" indent="-285750"/>
            <a:r>
              <a:rPr lang="en-GB" sz="2400" dirty="0"/>
              <a:t>Why RTOS?</a:t>
            </a:r>
          </a:p>
          <a:p>
            <a:pPr marL="282639" lvl="2" indent="-285750"/>
            <a:r>
              <a:rPr lang="en-GB" sz="2400" dirty="0"/>
              <a:t>Compare with Super loop</a:t>
            </a:r>
          </a:p>
          <a:p>
            <a:pPr marL="282639" lvl="2" indent="-285750"/>
            <a:r>
              <a:rPr lang="en-GB" sz="2400" dirty="0"/>
              <a:t>CMSIS-RTOS2</a:t>
            </a:r>
          </a:p>
          <a:p>
            <a:pPr marL="282639" lvl="2" indent="-285750"/>
            <a:r>
              <a:rPr lang="en-GB" sz="2400" dirty="0"/>
              <a:t>CMSIS</a:t>
            </a:r>
          </a:p>
        </p:txBody>
      </p:sp>
    </p:spTree>
    <p:extLst>
      <p:ext uri="{BB962C8B-B14F-4D97-AF65-F5344CB8AC3E}">
        <p14:creationId xmlns:p14="http://schemas.microsoft.com/office/powerpoint/2010/main" val="40327074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GB" dirty="0"/>
              <a:t>Real-Time Operating Systems </a:t>
            </a:r>
            <a:endParaRPr lang="en-US" dirty="0"/>
          </a:p>
        </p:txBody>
      </p:sp>
      <p:sp>
        <p:nvSpPr>
          <p:cNvPr id="2" name="Content Placeholder 1"/>
          <p:cNvSpPr>
            <a:spLocks noGrp="1"/>
          </p:cNvSpPr>
          <p:nvPr>
            <p:ph idx="1"/>
          </p:nvPr>
        </p:nvSpPr>
        <p:spPr/>
        <p:txBody>
          <a:bodyPr/>
          <a:lstStyle/>
          <a:p>
            <a:endParaRPr lang="en-GB" dirty="0"/>
          </a:p>
          <a:p>
            <a:r>
              <a:rPr lang="en-GB" dirty="0"/>
              <a:t>Real-time operating systems (RTOS) are designed to meet harsh timing constraints</a:t>
            </a:r>
          </a:p>
          <a:p>
            <a:pPr lvl="1"/>
            <a:r>
              <a:rPr lang="en-GB" dirty="0"/>
              <a:t>Hard real-time – critical Threads which have to be completed on time </a:t>
            </a:r>
          </a:p>
          <a:p>
            <a:pPr lvl="1"/>
            <a:r>
              <a:rPr lang="en-GB" dirty="0"/>
              <a:t>Soft real-time – may continue finishing the Thread even missing the deadline</a:t>
            </a:r>
          </a:p>
          <a:p>
            <a:r>
              <a:rPr lang="en-GB" dirty="0"/>
              <a:t>Industrial applications: robots, aircraft control …</a:t>
            </a:r>
          </a:p>
          <a:p>
            <a:r>
              <a:rPr lang="en-GB" dirty="0"/>
              <a:t>Key design requirements:</a:t>
            </a:r>
          </a:p>
          <a:p>
            <a:pPr lvl="3">
              <a:buFont typeface="Wingdings" panose="05000000000000000000" pitchFamily="2" charset="2"/>
              <a:buChar char="§"/>
            </a:pPr>
            <a:r>
              <a:rPr lang="en-GB" dirty="0"/>
              <a:t>Predictability and determinism</a:t>
            </a:r>
            <a:endParaRPr lang="en-US" dirty="0"/>
          </a:p>
          <a:p>
            <a:pPr lvl="3">
              <a:buFont typeface="Wingdings" panose="05000000000000000000" pitchFamily="2" charset="2"/>
              <a:buChar char="§"/>
            </a:pPr>
            <a:r>
              <a:rPr lang="en-GB" dirty="0"/>
              <a:t>Speed – fast enough while keeping high predictability and determinism</a:t>
            </a:r>
          </a:p>
          <a:p>
            <a:pPr lvl="3">
              <a:buFont typeface="Wingdings" panose="05000000000000000000" pitchFamily="2" charset="2"/>
              <a:buChar char="§"/>
            </a:pPr>
            <a:r>
              <a:rPr lang="en-GB" dirty="0"/>
              <a:t>Responsive to user control</a:t>
            </a:r>
          </a:p>
          <a:p>
            <a:pPr lvl="3">
              <a:buFont typeface="Wingdings" panose="05000000000000000000" pitchFamily="2" charset="2"/>
              <a:buChar char="§"/>
            </a:pPr>
            <a:r>
              <a:rPr lang="en-GB" dirty="0"/>
              <a:t>Fail-safety</a:t>
            </a:r>
          </a:p>
          <a:p>
            <a:pPr lvl="1">
              <a:buFont typeface="Wingdings" panose="05000000000000000000" pitchFamily="2" charset="2"/>
              <a:buChar char="§"/>
            </a:pPr>
            <a:r>
              <a:rPr lang="en-GB" dirty="0"/>
              <a:t>Advanced scheduling and memory allocation</a:t>
            </a:r>
          </a:p>
          <a:p>
            <a:pPr lvl="5">
              <a:buFont typeface="Wingdings" panose="05000000000000000000" pitchFamily="2" charset="2"/>
              <a:buChar char="§"/>
            </a:pPr>
            <a:endParaRPr lang="en-GB" dirty="0"/>
          </a:p>
        </p:txBody>
      </p:sp>
    </p:spTree>
    <p:extLst>
      <p:ext uri="{BB962C8B-B14F-4D97-AF65-F5344CB8AC3E}">
        <p14:creationId xmlns:p14="http://schemas.microsoft.com/office/powerpoint/2010/main" val="10148300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GB" dirty="0"/>
              <a:t>Why RTOS on embedded systems?</a:t>
            </a:r>
            <a:endParaRPr lang="en-US" dirty="0"/>
          </a:p>
        </p:txBody>
      </p:sp>
      <p:sp>
        <p:nvSpPr>
          <p:cNvPr id="2" name="Content Placeholder 1"/>
          <p:cNvSpPr>
            <a:spLocks noGrp="1"/>
          </p:cNvSpPr>
          <p:nvPr>
            <p:ph idx="1"/>
          </p:nvPr>
        </p:nvSpPr>
        <p:spPr/>
        <p:txBody>
          <a:bodyPr/>
          <a:lstStyle/>
          <a:p>
            <a:endParaRPr lang="en-GB" dirty="0"/>
          </a:p>
          <a:p>
            <a:r>
              <a:rPr lang="en-GB" dirty="0"/>
              <a:t>Although it is possible to implement everything in a huge sequential loop…</a:t>
            </a:r>
          </a:p>
          <a:p>
            <a:pPr lvl="1"/>
            <a:r>
              <a:rPr lang="en-GB" dirty="0"/>
              <a:t>Uses lengthy interrupt service routine (ISR)</a:t>
            </a:r>
          </a:p>
          <a:p>
            <a:pPr lvl="1"/>
            <a:r>
              <a:rPr lang="en-GB" dirty="0"/>
              <a:t>Needs to keep synchronization between ISRs</a:t>
            </a:r>
          </a:p>
          <a:p>
            <a:pPr lvl="1"/>
            <a:r>
              <a:rPr lang="en-GB" dirty="0"/>
              <a:t>Poor predictability (nested ISRs) and extensibility</a:t>
            </a:r>
          </a:p>
          <a:p>
            <a:pPr lvl="1"/>
            <a:r>
              <a:rPr lang="en-GB" dirty="0"/>
              <a:t>Change of the ISR or the Super-Loop ripple through the entire system</a:t>
            </a:r>
          </a:p>
          <a:p>
            <a:r>
              <a:rPr lang="en-GB" dirty="0"/>
              <a:t>RTOS: all computation requests are encapsulated into Threads and scheduled on demand</a:t>
            </a:r>
          </a:p>
          <a:p>
            <a:pPr lvl="1"/>
            <a:r>
              <a:rPr lang="en-GB" dirty="0"/>
              <a:t>Better program flow and event response</a:t>
            </a:r>
          </a:p>
          <a:p>
            <a:pPr lvl="1"/>
            <a:r>
              <a:rPr lang="en-GB" dirty="0" err="1"/>
              <a:t>MultiThreading</a:t>
            </a:r>
            <a:endParaRPr lang="en-GB" dirty="0"/>
          </a:p>
          <a:p>
            <a:pPr lvl="1"/>
            <a:r>
              <a:rPr lang="en-GB" dirty="0"/>
              <a:t>Concise ISRs thus deterministic</a:t>
            </a:r>
          </a:p>
          <a:p>
            <a:pPr lvl="1"/>
            <a:r>
              <a:rPr lang="en-GB" dirty="0"/>
              <a:t>Better communication</a:t>
            </a:r>
          </a:p>
          <a:p>
            <a:pPr lvl="1"/>
            <a:r>
              <a:rPr lang="en-GB" dirty="0"/>
              <a:t>Better resource management</a:t>
            </a:r>
          </a:p>
          <a:p>
            <a:pPr lvl="1"/>
            <a:r>
              <a:rPr lang="en-GB" dirty="0"/>
              <a:t>Easier to develop applications</a:t>
            </a:r>
          </a:p>
          <a:p>
            <a:endParaRPr lang="en-US" dirty="0"/>
          </a:p>
          <a:p>
            <a:endParaRPr lang="en-GB" dirty="0"/>
          </a:p>
          <a:p>
            <a:endParaRPr lang="en-GB" dirty="0"/>
          </a:p>
          <a:p>
            <a:endParaRPr lang="en-US" dirty="0"/>
          </a:p>
        </p:txBody>
      </p:sp>
    </p:spTree>
    <p:extLst>
      <p:ext uri="{BB962C8B-B14F-4D97-AF65-F5344CB8AC3E}">
        <p14:creationId xmlns:p14="http://schemas.microsoft.com/office/powerpoint/2010/main" val="14100201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GB" dirty="0"/>
              <a:t>A case in point</a:t>
            </a:r>
            <a:endParaRPr lang="en-US" dirty="0"/>
          </a:p>
        </p:txBody>
      </p:sp>
      <p:sp>
        <p:nvSpPr>
          <p:cNvPr id="2" name="Content Placeholder 1"/>
          <p:cNvSpPr>
            <a:spLocks noGrp="1"/>
          </p:cNvSpPr>
          <p:nvPr>
            <p:ph idx="1"/>
          </p:nvPr>
        </p:nvSpPr>
        <p:spPr>
          <a:xfrm>
            <a:off x="479132" y="914165"/>
            <a:ext cx="11181056" cy="5023399"/>
          </a:xfrm>
        </p:spPr>
        <p:txBody>
          <a:bodyPr/>
          <a:lstStyle/>
          <a:p>
            <a:endParaRPr lang="en-US" dirty="0"/>
          </a:p>
          <a:p>
            <a:r>
              <a:rPr lang="en-US" dirty="0"/>
              <a:t>GPS based Speed Camera Alarm and Moving Map</a:t>
            </a:r>
          </a:p>
          <a:p>
            <a:pPr lvl="1"/>
            <a:r>
              <a:rPr lang="en-US" dirty="0"/>
              <a:t>Sounds alarm when approaching a speed camera</a:t>
            </a:r>
          </a:p>
          <a:p>
            <a:pPr lvl="1"/>
            <a:r>
              <a:rPr lang="en-US" dirty="0"/>
              <a:t>Display’s vehicle position on LCD</a:t>
            </a:r>
          </a:p>
          <a:p>
            <a:pPr lvl="1"/>
            <a:r>
              <a:rPr lang="en-US" dirty="0"/>
              <a:t>Also logs driver’s position information</a:t>
            </a:r>
          </a:p>
          <a:p>
            <a:pPr lvl="1"/>
            <a:r>
              <a:rPr lang="en-US" dirty="0"/>
              <a:t>Hardware: GPS, user switches, speaker, LCD, flash memory</a:t>
            </a:r>
            <a:endParaRPr lang="en-GB" dirty="0"/>
          </a:p>
          <a:p>
            <a:r>
              <a:rPr lang="en-GB" dirty="0"/>
              <a:t>Threads:</a:t>
            </a:r>
            <a:endParaRPr lang="en-US" dirty="0"/>
          </a:p>
          <a:p>
            <a:pPr lvl="1"/>
            <a:r>
              <a:rPr lang="en-US" dirty="0"/>
              <a:t>Dec: Decode GPS sentence to find current vehicle position.</a:t>
            </a:r>
          </a:p>
          <a:p>
            <a:pPr lvl="1"/>
            <a:r>
              <a:rPr lang="en-US" dirty="0"/>
              <a:t>Check: Check to see if approaching any speed camera locations. Takes longer as the number of cameras increases.</a:t>
            </a:r>
          </a:p>
          <a:p>
            <a:pPr lvl="1"/>
            <a:r>
              <a:rPr lang="en-US" dirty="0"/>
              <a:t>Rec: Record position to flash memory. Takes a long time if erasing a block.</a:t>
            </a:r>
          </a:p>
          <a:p>
            <a:pPr lvl="1"/>
            <a:r>
              <a:rPr lang="en-US" dirty="0" err="1"/>
              <a:t>Sw</a:t>
            </a:r>
            <a:r>
              <a:rPr lang="en-US" dirty="0"/>
              <a:t>: Read user input switches.</a:t>
            </a:r>
          </a:p>
          <a:p>
            <a:pPr lvl="1"/>
            <a:r>
              <a:rPr lang="en-US" dirty="0"/>
              <a:t>LCD: Update LCD with map.</a:t>
            </a:r>
          </a:p>
          <a:p>
            <a:r>
              <a:rPr lang="en-GB" dirty="0"/>
              <a:t>How to implement in a super loop?</a:t>
            </a:r>
          </a:p>
          <a:p>
            <a:pPr lvl="1"/>
            <a:r>
              <a:rPr lang="en-GB" dirty="0"/>
              <a:t>Run Threads in the same order every time?</a:t>
            </a:r>
          </a:p>
          <a:p>
            <a:pPr lvl="1"/>
            <a:r>
              <a:rPr lang="en-GB" dirty="0"/>
              <a:t>Allow preemption?</a:t>
            </a:r>
            <a:endParaRPr lang="en-US" dirty="0"/>
          </a:p>
          <a:p>
            <a:pPr marL="538162" lvl="1" indent="0">
              <a:buNone/>
            </a:pPr>
            <a:endParaRPr lang="en-US" dirty="0"/>
          </a:p>
          <a:p>
            <a:endParaRPr lang="en-US" dirty="0"/>
          </a:p>
        </p:txBody>
      </p:sp>
      <p:sp>
        <p:nvSpPr>
          <p:cNvPr id="5" name="TextBox 4"/>
          <p:cNvSpPr txBox="1"/>
          <p:nvPr/>
        </p:nvSpPr>
        <p:spPr>
          <a:xfrm>
            <a:off x="8558885" y="1023576"/>
            <a:ext cx="595313" cy="369888"/>
          </a:xfrm>
          <a:prstGeom prst="rect">
            <a:avLst/>
          </a:prstGeom>
          <a:solidFill>
            <a:schemeClr val="accent5">
              <a:lumMod val="90000"/>
            </a:schemeClr>
          </a:solidFill>
        </p:spPr>
        <p:txBody>
          <a:bodyPr wrap="none">
            <a:spAutoFit/>
          </a:bodyPr>
          <a:lstStyle/>
          <a:p>
            <a:pPr algn="ctr">
              <a:defRPr/>
            </a:pPr>
            <a:r>
              <a:rPr lang="en-US" dirty="0">
                <a:latin typeface="Arial" pitchFamily="34" charset="0"/>
                <a:cs typeface="Arial" pitchFamily="34" charset="0"/>
              </a:rPr>
              <a:t>Dec</a:t>
            </a:r>
          </a:p>
        </p:txBody>
      </p:sp>
      <p:sp>
        <p:nvSpPr>
          <p:cNvPr id="6" name="TextBox 5"/>
          <p:cNvSpPr txBox="1"/>
          <p:nvPr/>
        </p:nvSpPr>
        <p:spPr>
          <a:xfrm>
            <a:off x="8558884" y="1404576"/>
            <a:ext cx="2438400" cy="369888"/>
          </a:xfrm>
          <a:prstGeom prst="rect">
            <a:avLst/>
          </a:prstGeom>
          <a:solidFill>
            <a:schemeClr val="accent1">
              <a:lumMod val="40000"/>
              <a:lumOff val="60000"/>
            </a:schemeClr>
          </a:solidFill>
        </p:spPr>
        <p:txBody>
          <a:bodyPr>
            <a:spAutoFit/>
          </a:bodyPr>
          <a:lstStyle/>
          <a:p>
            <a:pPr algn="ctr">
              <a:defRPr/>
            </a:pPr>
            <a:r>
              <a:rPr lang="en-US" dirty="0">
                <a:latin typeface="Arial" pitchFamily="34" charset="0"/>
                <a:cs typeface="Arial" pitchFamily="34" charset="0"/>
              </a:rPr>
              <a:t>Check</a:t>
            </a:r>
          </a:p>
        </p:txBody>
      </p:sp>
      <p:sp>
        <p:nvSpPr>
          <p:cNvPr id="7" name="TextBox 5"/>
          <p:cNvSpPr txBox="1">
            <a:spLocks noChangeArrowheads="1"/>
          </p:cNvSpPr>
          <p:nvPr/>
        </p:nvSpPr>
        <p:spPr bwMode="auto">
          <a:xfrm>
            <a:off x="8558884" y="1774464"/>
            <a:ext cx="2971800" cy="369888"/>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r>
              <a:rPr lang="en-US" sz="1800">
                <a:latin typeface="Arial" charset="0"/>
                <a:cs typeface="Arial" charset="0"/>
              </a:rPr>
              <a:t>Rec</a:t>
            </a:r>
          </a:p>
        </p:txBody>
      </p:sp>
      <p:sp>
        <p:nvSpPr>
          <p:cNvPr id="8" name="TextBox 6"/>
          <p:cNvSpPr txBox="1">
            <a:spLocks noChangeArrowheads="1"/>
          </p:cNvSpPr>
          <p:nvPr/>
        </p:nvSpPr>
        <p:spPr bwMode="auto">
          <a:xfrm>
            <a:off x="8558885" y="2166576"/>
            <a:ext cx="504825" cy="369888"/>
          </a:xfrm>
          <a:prstGeom prst="rect">
            <a:avLst/>
          </a:prstGeom>
          <a:solidFill>
            <a:srgbClr val="92D05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r>
              <a:rPr lang="en-US" sz="1800">
                <a:latin typeface="Arial" charset="0"/>
                <a:cs typeface="Arial" charset="0"/>
              </a:rPr>
              <a:t>Sw</a:t>
            </a:r>
          </a:p>
        </p:txBody>
      </p:sp>
      <p:sp>
        <p:nvSpPr>
          <p:cNvPr id="9" name="TextBox 8"/>
          <p:cNvSpPr txBox="1"/>
          <p:nvPr/>
        </p:nvSpPr>
        <p:spPr>
          <a:xfrm>
            <a:off x="8558884" y="2547576"/>
            <a:ext cx="1143000" cy="369888"/>
          </a:xfrm>
          <a:prstGeom prst="rect">
            <a:avLst/>
          </a:prstGeom>
          <a:solidFill>
            <a:schemeClr val="accent2">
              <a:lumMod val="40000"/>
              <a:lumOff val="60000"/>
            </a:schemeClr>
          </a:solidFill>
        </p:spPr>
        <p:txBody>
          <a:bodyPr>
            <a:spAutoFit/>
          </a:bodyPr>
          <a:lstStyle/>
          <a:p>
            <a:pPr algn="ctr">
              <a:defRPr/>
            </a:pPr>
            <a:r>
              <a:rPr lang="en-US" dirty="0">
                <a:latin typeface="Arial" pitchFamily="34" charset="0"/>
                <a:cs typeface="Arial" pitchFamily="34" charset="0"/>
              </a:rPr>
              <a:t>LCD</a:t>
            </a:r>
          </a:p>
        </p:txBody>
      </p:sp>
      <p:cxnSp>
        <p:nvCxnSpPr>
          <p:cNvPr id="10" name="Straight Arrow Connector 9"/>
          <p:cNvCxnSpPr>
            <a:cxnSpLocks noChangeShapeType="1"/>
          </p:cNvCxnSpPr>
          <p:nvPr/>
        </p:nvCxnSpPr>
        <p:spPr bwMode="auto">
          <a:xfrm>
            <a:off x="8558884" y="3004776"/>
            <a:ext cx="2362200" cy="1588"/>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sp>
        <p:nvSpPr>
          <p:cNvPr id="11" name="TextBox 10"/>
          <p:cNvSpPr txBox="1">
            <a:spLocks noChangeArrowheads="1"/>
          </p:cNvSpPr>
          <p:nvPr/>
        </p:nvSpPr>
        <p:spPr bwMode="auto">
          <a:xfrm>
            <a:off x="9472490" y="3087728"/>
            <a:ext cx="611188"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sz="1600" dirty="0"/>
              <a:t>Time</a:t>
            </a:r>
          </a:p>
        </p:txBody>
      </p:sp>
    </p:spTree>
    <p:extLst>
      <p:ext uri="{BB962C8B-B14F-4D97-AF65-F5344CB8AC3E}">
        <p14:creationId xmlns:p14="http://schemas.microsoft.com/office/powerpoint/2010/main" val="23913959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defRPr/>
            </a:pPr>
            <a:r>
              <a:rPr lang="en-US" dirty="0"/>
              <a:t>Super-loop</a:t>
            </a:r>
          </a:p>
        </p:txBody>
      </p:sp>
      <p:sp>
        <p:nvSpPr>
          <p:cNvPr id="12291" name="Content Placeholder 2"/>
          <p:cNvSpPr>
            <a:spLocks noGrp="1"/>
          </p:cNvSpPr>
          <p:nvPr>
            <p:ph idx="1"/>
          </p:nvPr>
        </p:nvSpPr>
        <p:spPr>
          <a:xfrm>
            <a:off x="306309" y="1828800"/>
            <a:ext cx="7110148" cy="5029200"/>
          </a:xfrm>
        </p:spPr>
        <p:txBody>
          <a:bodyPr/>
          <a:lstStyle/>
          <a:p>
            <a:r>
              <a:rPr lang="en-US" sz="2400" dirty="0"/>
              <a:t>Simple but…</a:t>
            </a:r>
          </a:p>
          <a:p>
            <a:pPr lvl="1"/>
            <a:r>
              <a:rPr lang="en-US" sz="2000" dirty="0"/>
              <a:t>Always run the same schedule, regardless of changing conditions and relative importance of Threads.</a:t>
            </a:r>
          </a:p>
          <a:p>
            <a:pPr lvl="1"/>
            <a:r>
              <a:rPr lang="en-US" sz="2000" dirty="0"/>
              <a:t>All Threads run at the same rate. Changing rates requires adding extra calls to the function.</a:t>
            </a:r>
          </a:p>
          <a:p>
            <a:pPr lvl="1"/>
            <a:r>
              <a:rPr lang="en-US" sz="2000" dirty="0"/>
              <a:t>Maximum delay is the sum of all Thread run times. Polling/execution rate is equal to 1/maximum delay.</a:t>
            </a:r>
          </a:p>
          <a:p>
            <a:r>
              <a:rPr lang="en-US" dirty="0"/>
              <a:t>What if we receive GPS position right after Rec starts running? </a:t>
            </a:r>
          </a:p>
          <a:p>
            <a:r>
              <a:rPr lang="en-US" dirty="0"/>
              <a:t>Delays</a:t>
            </a:r>
          </a:p>
          <a:p>
            <a:pPr lvl="1"/>
            <a:r>
              <a:rPr lang="en-US" dirty="0"/>
              <a:t>Have to wait for Rec, </a:t>
            </a:r>
            <a:r>
              <a:rPr lang="en-US" dirty="0" err="1"/>
              <a:t>Sw</a:t>
            </a:r>
            <a:r>
              <a:rPr lang="en-US" dirty="0"/>
              <a:t>, LCD before we start decoding position with Dec.</a:t>
            </a:r>
          </a:p>
          <a:p>
            <a:pPr lvl="1"/>
            <a:r>
              <a:rPr lang="en-US" dirty="0"/>
              <a:t>Have to wait for Rec, </a:t>
            </a:r>
            <a:r>
              <a:rPr lang="en-US" dirty="0" err="1"/>
              <a:t>Sw</a:t>
            </a:r>
            <a:r>
              <a:rPr lang="en-US" dirty="0"/>
              <a:t>, LCD, Dec, Check before we know if we are approaching a speed camera!</a:t>
            </a:r>
            <a:endParaRPr lang="en-US" sz="1600" dirty="0"/>
          </a:p>
          <a:p>
            <a:pPr lvl="1"/>
            <a:endParaRPr lang="en-US" sz="2000" dirty="0"/>
          </a:p>
          <a:p>
            <a:pPr lvl="1">
              <a:buFontTx/>
              <a:buNone/>
            </a:pPr>
            <a:endParaRPr lang="en-US" sz="2000" dirty="0"/>
          </a:p>
        </p:txBody>
      </p:sp>
      <p:sp>
        <p:nvSpPr>
          <p:cNvPr id="4" name="TextBox 3"/>
          <p:cNvSpPr txBox="1"/>
          <p:nvPr/>
        </p:nvSpPr>
        <p:spPr>
          <a:xfrm>
            <a:off x="625437" y="1066800"/>
            <a:ext cx="595035" cy="369332"/>
          </a:xfrm>
          <a:prstGeom prst="rect">
            <a:avLst/>
          </a:prstGeom>
          <a:solidFill>
            <a:schemeClr val="accent5">
              <a:lumMod val="90000"/>
            </a:schemeClr>
          </a:solidFill>
        </p:spPr>
        <p:txBody>
          <a:bodyPr wrap="none">
            <a:spAutoFit/>
          </a:bodyPr>
          <a:lstStyle/>
          <a:p>
            <a:pPr algn="ctr">
              <a:defRPr/>
            </a:pPr>
            <a:r>
              <a:rPr lang="en-US" dirty="0">
                <a:latin typeface="Arial" pitchFamily="34" charset="0"/>
                <a:cs typeface="Arial" pitchFamily="34" charset="0"/>
              </a:rPr>
              <a:t>Dec</a:t>
            </a:r>
          </a:p>
        </p:txBody>
      </p:sp>
      <p:sp>
        <p:nvSpPr>
          <p:cNvPr id="5" name="TextBox 4"/>
          <p:cNvSpPr txBox="1"/>
          <p:nvPr/>
        </p:nvSpPr>
        <p:spPr>
          <a:xfrm>
            <a:off x="1220472" y="1066800"/>
            <a:ext cx="3250353" cy="369888"/>
          </a:xfrm>
          <a:prstGeom prst="rect">
            <a:avLst/>
          </a:prstGeom>
          <a:solidFill>
            <a:schemeClr val="accent1">
              <a:lumMod val="40000"/>
              <a:lumOff val="60000"/>
            </a:schemeClr>
          </a:solidFill>
        </p:spPr>
        <p:txBody>
          <a:bodyPr>
            <a:spAutoFit/>
          </a:bodyPr>
          <a:lstStyle/>
          <a:p>
            <a:pPr algn="ctr">
              <a:defRPr/>
            </a:pPr>
            <a:r>
              <a:rPr lang="en-US" dirty="0">
                <a:latin typeface="Arial" pitchFamily="34" charset="0"/>
                <a:cs typeface="Arial" pitchFamily="34" charset="0"/>
              </a:rPr>
              <a:t>Check</a:t>
            </a:r>
          </a:p>
        </p:txBody>
      </p:sp>
      <p:sp>
        <p:nvSpPr>
          <p:cNvPr id="12294" name="TextBox 5"/>
          <p:cNvSpPr txBox="1">
            <a:spLocks noChangeArrowheads="1"/>
          </p:cNvSpPr>
          <p:nvPr/>
        </p:nvSpPr>
        <p:spPr bwMode="auto">
          <a:xfrm>
            <a:off x="4470824" y="1066800"/>
            <a:ext cx="3961368" cy="369888"/>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r>
              <a:rPr lang="en-US" sz="1800">
                <a:latin typeface="Arial" charset="0"/>
                <a:cs typeface="Arial" charset="0"/>
              </a:rPr>
              <a:t>Rec</a:t>
            </a:r>
          </a:p>
        </p:txBody>
      </p:sp>
      <p:sp>
        <p:nvSpPr>
          <p:cNvPr id="12295" name="TextBox 6"/>
          <p:cNvSpPr txBox="1">
            <a:spLocks noChangeArrowheads="1"/>
          </p:cNvSpPr>
          <p:nvPr/>
        </p:nvSpPr>
        <p:spPr bwMode="auto">
          <a:xfrm>
            <a:off x="8432193" y="1066800"/>
            <a:ext cx="505267" cy="369332"/>
          </a:xfrm>
          <a:prstGeom prst="rect">
            <a:avLst/>
          </a:prstGeom>
          <a:solidFill>
            <a:srgbClr val="92D05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r>
              <a:rPr lang="en-US" sz="1800" dirty="0" err="1">
                <a:latin typeface="Arial" charset="0"/>
                <a:cs typeface="Arial" charset="0"/>
              </a:rPr>
              <a:t>Sw</a:t>
            </a:r>
            <a:endParaRPr lang="en-US" sz="1800" dirty="0">
              <a:latin typeface="Arial" charset="0"/>
              <a:cs typeface="Arial" charset="0"/>
            </a:endParaRPr>
          </a:p>
        </p:txBody>
      </p:sp>
      <p:sp>
        <p:nvSpPr>
          <p:cNvPr id="8" name="TextBox 7"/>
          <p:cNvSpPr txBox="1"/>
          <p:nvPr/>
        </p:nvSpPr>
        <p:spPr>
          <a:xfrm>
            <a:off x="8937460" y="1066800"/>
            <a:ext cx="1523603" cy="369888"/>
          </a:xfrm>
          <a:prstGeom prst="rect">
            <a:avLst/>
          </a:prstGeom>
          <a:solidFill>
            <a:schemeClr val="accent2">
              <a:lumMod val="40000"/>
              <a:lumOff val="60000"/>
            </a:schemeClr>
          </a:solidFill>
        </p:spPr>
        <p:txBody>
          <a:bodyPr>
            <a:spAutoFit/>
          </a:bodyPr>
          <a:lstStyle/>
          <a:p>
            <a:pPr algn="ctr">
              <a:defRPr/>
            </a:pPr>
            <a:r>
              <a:rPr lang="en-US" dirty="0">
                <a:latin typeface="Arial" pitchFamily="34" charset="0"/>
                <a:cs typeface="Arial" pitchFamily="34" charset="0"/>
              </a:rPr>
              <a:t>LCD</a:t>
            </a:r>
          </a:p>
        </p:txBody>
      </p:sp>
      <p:sp>
        <p:nvSpPr>
          <p:cNvPr id="12297" name="Content Placeholder 2"/>
          <p:cNvSpPr txBox="1">
            <a:spLocks/>
          </p:cNvSpPr>
          <p:nvPr/>
        </p:nvSpPr>
        <p:spPr bwMode="auto">
          <a:xfrm>
            <a:off x="8025898" y="1828800"/>
            <a:ext cx="3656648" cy="29190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b="1" i="1" dirty="0">
                <a:latin typeface="Courier New" pitchFamily="49" charset="0"/>
              </a:rPr>
              <a:t>while (1){</a:t>
            </a:r>
          </a:p>
          <a:p>
            <a:r>
              <a:rPr lang="en-US" b="1" i="1" dirty="0">
                <a:latin typeface="Courier New" pitchFamily="49" charset="0"/>
              </a:rPr>
              <a:t>	Dec();</a:t>
            </a:r>
          </a:p>
          <a:p>
            <a:r>
              <a:rPr lang="en-US" b="1" i="1" dirty="0">
                <a:latin typeface="Courier New" pitchFamily="49" charset="0"/>
              </a:rPr>
              <a:t>	Check();</a:t>
            </a:r>
          </a:p>
          <a:p>
            <a:r>
              <a:rPr lang="en-US" b="1" i="1" dirty="0">
                <a:latin typeface="Courier New" pitchFamily="49" charset="0"/>
              </a:rPr>
              <a:t>	Rec();</a:t>
            </a:r>
          </a:p>
          <a:p>
            <a:r>
              <a:rPr lang="en-US" b="1" i="1" dirty="0">
                <a:latin typeface="Courier New" pitchFamily="49" charset="0"/>
              </a:rPr>
              <a:t>	</a:t>
            </a:r>
            <a:r>
              <a:rPr lang="en-US" b="1" i="1" dirty="0" err="1">
                <a:latin typeface="Courier New" pitchFamily="49" charset="0"/>
              </a:rPr>
              <a:t>Sw</a:t>
            </a:r>
            <a:r>
              <a:rPr lang="en-US" b="1" i="1" dirty="0">
                <a:latin typeface="Courier New" pitchFamily="49" charset="0"/>
              </a:rPr>
              <a:t>();</a:t>
            </a:r>
          </a:p>
          <a:p>
            <a:r>
              <a:rPr lang="en-US" b="1" i="1" dirty="0">
                <a:latin typeface="Courier New" pitchFamily="49" charset="0"/>
              </a:rPr>
              <a:t>	LCD();</a:t>
            </a:r>
          </a:p>
          <a:p>
            <a:r>
              <a:rPr lang="en-US" b="1" i="1" dirty="0">
                <a:latin typeface="Courier New" pitchFamily="49" charset="0"/>
              </a:rPr>
              <a:t>}</a:t>
            </a:r>
          </a:p>
        </p:txBody>
      </p:sp>
      <p:sp>
        <p:nvSpPr>
          <p:cNvPr id="12298" name="Rounded Rectangle 10"/>
          <p:cNvSpPr>
            <a:spLocks noChangeArrowheads="1"/>
          </p:cNvSpPr>
          <p:nvPr/>
        </p:nvSpPr>
        <p:spPr bwMode="auto">
          <a:xfrm>
            <a:off x="625436" y="914400"/>
            <a:ext cx="9835626" cy="685800"/>
          </a:xfrm>
          <a:prstGeom prst="roundRect">
            <a:avLst>
              <a:gd name="adj" fmla="val 16667"/>
            </a:avLst>
          </a:prstGeom>
          <a:noFill/>
          <a:ln w="952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2299" name="Rounded Rectangle 11"/>
          <p:cNvSpPr>
            <a:spLocks noChangeArrowheads="1"/>
          </p:cNvSpPr>
          <p:nvPr/>
        </p:nvSpPr>
        <p:spPr bwMode="auto">
          <a:xfrm>
            <a:off x="10461063" y="914400"/>
            <a:ext cx="1729351" cy="685800"/>
          </a:xfrm>
          <a:prstGeom prst="roundRect">
            <a:avLst>
              <a:gd name="adj" fmla="val 16667"/>
            </a:avLst>
          </a:prstGeom>
          <a:noFill/>
          <a:ln w="952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2300" name="Rounded Rectangle 12"/>
          <p:cNvSpPr>
            <a:spLocks noChangeArrowheads="1"/>
          </p:cNvSpPr>
          <p:nvPr/>
        </p:nvSpPr>
        <p:spPr bwMode="auto">
          <a:xfrm>
            <a:off x="1588" y="914400"/>
            <a:ext cx="623848" cy="685800"/>
          </a:xfrm>
          <a:prstGeom prst="roundRect">
            <a:avLst>
              <a:gd name="adj" fmla="val 16667"/>
            </a:avLst>
          </a:prstGeom>
          <a:noFill/>
          <a:ln w="952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4" name="TextBox 13"/>
          <p:cNvSpPr txBox="1"/>
          <p:nvPr/>
        </p:nvSpPr>
        <p:spPr>
          <a:xfrm>
            <a:off x="10461063" y="1066800"/>
            <a:ext cx="595035" cy="369332"/>
          </a:xfrm>
          <a:prstGeom prst="rect">
            <a:avLst/>
          </a:prstGeom>
          <a:solidFill>
            <a:schemeClr val="accent5">
              <a:lumMod val="90000"/>
            </a:schemeClr>
          </a:solidFill>
        </p:spPr>
        <p:txBody>
          <a:bodyPr wrap="none">
            <a:spAutoFit/>
          </a:bodyPr>
          <a:lstStyle/>
          <a:p>
            <a:pPr algn="ctr">
              <a:defRPr/>
            </a:pPr>
            <a:r>
              <a:rPr lang="en-US" dirty="0">
                <a:latin typeface="Arial" pitchFamily="34" charset="0"/>
                <a:cs typeface="Arial" pitchFamily="34" charset="0"/>
              </a:rPr>
              <a:t>Dec</a:t>
            </a:r>
          </a:p>
        </p:txBody>
      </p:sp>
      <p:sp>
        <p:nvSpPr>
          <p:cNvPr id="15" name="TextBox 14"/>
          <p:cNvSpPr txBox="1"/>
          <p:nvPr/>
        </p:nvSpPr>
        <p:spPr>
          <a:xfrm>
            <a:off x="11056097" y="1055688"/>
            <a:ext cx="812588" cy="381000"/>
          </a:xfrm>
          <a:prstGeom prst="rect">
            <a:avLst/>
          </a:prstGeom>
          <a:solidFill>
            <a:schemeClr val="accent1">
              <a:lumMod val="40000"/>
              <a:lumOff val="60000"/>
            </a:schemeClr>
          </a:solidFill>
        </p:spPr>
        <p:txBody>
          <a:bodyPr>
            <a:spAutoFit/>
          </a:bodyPr>
          <a:lstStyle/>
          <a:p>
            <a:pPr algn="ctr">
              <a:defRPr/>
            </a:pPr>
            <a:endParaRPr lang="en-US" dirty="0">
              <a:latin typeface="Arial" pitchFamily="34" charset="0"/>
              <a:cs typeface="Arial" pitchFamily="34" charset="0"/>
            </a:endParaRPr>
          </a:p>
        </p:txBody>
      </p:sp>
      <p:sp>
        <p:nvSpPr>
          <p:cNvPr id="16" name="TextBox 15"/>
          <p:cNvSpPr txBox="1"/>
          <p:nvPr/>
        </p:nvSpPr>
        <p:spPr>
          <a:xfrm>
            <a:off x="219142" y="1066800"/>
            <a:ext cx="406294" cy="381000"/>
          </a:xfrm>
          <a:prstGeom prst="rect">
            <a:avLst/>
          </a:prstGeom>
          <a:solidFill>
            <a:schemeClr val="accent2">
              <a:lumMod val="40000"/>
              <a:lumOff val="60000"/>
            </a:schemeClr>
          </a:solidFill>
        </p:spPr>
        <p:txBody>
          <a:bodyPr>
            <a:spAutoFit/>
          </a:bodyPr>
          <a:lstStyle/>
          <a:p>
            <a:pPr algn="ctr">
              <a:defRPr/>
            </a:pPr>
            <a:endParaRPr lang="en-US" dirty="0">
              <a:latin typeface="Arial" pitchFamily="34" charset="0"/>
              <a:cs typeface="Arial" pitchFamily="34" charset="0"/>
            </a:endParaRPr>
          </a:p>
        </p:txBody>
      </p:sp>
    </p:spTree>
    <p:extLst>
      <p:ext uri="{BB962C8B-B14F-4D97-AF65-F5344CB8AC3E}">
        <p14:creationId xmlns:p14="http://schemas.microsoft.com/office/powerpoint/2010/main" val="211161649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0BC856-589A-2715-8A2E-FB77A7FF6F56}"/>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AED9303D-BF6C-7F29-6FF6-E856FD4C2DB4}"/>
              </a:ext>
            </a:extLst>
          </p:cNvPr>
          <p:cNvSpPr>
            <a:spLocks noGrp="1"/>
          </p:cNvSpPr>
          <p:nvPr>
            <p:ph type="title"/>
          </p:nvPr>
        </p:nvSpPr>
        <p:spPr/>
        <p:txBody>
          <a:bodyPr>
            <a:normAutofit/>
          </a:bodyPr>
          <a:lstStyle/>
          <a:p>
            <a:r>
              <a:rPr lang="en-GB" dirty="0"/>
              <a:t>RTX5</a:t>
            </a:r>
            <a:endParaRPr lang="en-US" dirty="0"/>
          </a:p>
        </p:txBody>
      </p:sp>
      <p:sp>
        <p:nvSpPr>
          <p:cNvPr id="2" name="Content Placeholder 1">
            <a:extLst>
              <a:ext uri="{FF2B5EF4-FFF2-40B4-BE49-F238E27FC236}">
                <a16:creationId xmlns:a16="http://schemas.microsoft.com/office/drawing/2014/main" id="{FDD886A1-F655-7761-7E46-3DA25F1EA81A}"/>
              </a:ext>
            </a:extLst>
          </p:cNvPr>
          <p:cNvSpPr>
            <a:spLocks noGrp="1"/>
          </p:cNvSpPr>
          <p:nvPr>
            <p:ph idx="1"/>
          </p:nvPr>
        </p:nvSpPr>
        <p:spPr/>
        <p:txBody>
          <a:bodyPr/>
          <a:lstStyle/>
          <a:p>
            <a:endParaRPr lang="en-GB" dirty="0"/>
          </a:p>
          <a:p>
            <a:r>
              <a:rPr lang="en-GB" dirty="0"/>
              <a:t>Royalty-free, deterministic, open source RTOS</a:t>
            </a:r>
          </a:p>
          <a:p>
            <a:r>
              <a:rPr lang="en-GB" dirty="0"/>
              <a:t>High-Speed real-time operation with low interrupt latency</a:t>
            </a:r>
          </a:p>
          <a:p>
            <a:r>
              <a:rPr lang="en-GB" dirty="0"/>
              <a:t>Flexible Scheduling: round-robin, pre-emptive, and collaborative</a:t>
            </a:r>
          </a:p>
          <a:p>
            <a:r>
              <a:rPr lang="en-GB" dirty="0"/>
              <a:t>Small footprint for resource constrained systems</a:t>
            </a:r>
          </a:p>
          <a:p>
            <a:r>
              <a:rPr lang="en-GB" dirty="0"/>
              <a:t>Compatible with Arm cores (from Arm7, Arm9 to Cortex-M processors) and software tools (Keil MDK-Arm)</a:t>
            </a:r>
          </a:p>
          <a:p>
            <a:r>
              <a:rPr lang="en-GB" dirty="0"/>
              <a:t>Support for multithreading and thread-safe operation</a:t>
            </a:r>
          </a:p>
          <a:p>
            <a:r>
              <a:rPr lang="en-GB" dirty="0"/>
              <a:t>Kernel aware debug support in Keil MDK-Arm</a:t>
            </a:r>
          </a:p>
          <a:p>
            <a:r>
              <a:rPr lang="en-GB" dirty="0"/>
              <a:t>Dialog-based setup using µVision Configuration Wizard</a:t>
            </a:r>
          </a:p>
          <a:p>
            <a:pPr lvl="1"/>
            <a:endParaRPr lang="en-GB" dirty="0"/>
          </a:p>
        </p:txBody>
      </p:sp>
    </p:spTree>
    <p:extLst>
      <p:ext uri="{BB962C8B-B14F-4D97-AF65-F5344CB8AC3E}">
        <p14:creationId xmlns:p14="http://schemas.microsoft.com/office/powerpoint/2010/main" val="28423791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EE8480-ADBB-A8B3-4B32-C62DC7C9EAC4}"/>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5E9E6BC5-760E-F807-8F2D-4FE5862D43FD}"/>
              </a:ext>
            </a:extLst>
          </p:cNvPr>
          <p:cNvSpPr>
            <a:spLocks noGrp="1"/>
          </p:cNvSpPr>
          <p:nvPr>
            <p:ph type="title"/>
          </p:nvPr>
        </p:nvSpPr>
        <p:spPr/>
        <p:txBody>
          <a:bodyPr>
            <a:normAutofit/>
          </a:bodyPr>
          <a:lstStyle/>
          <a:p>
            <a:r>
              <a:rPr lang="en-GB" dirty="0" err="1"/>
              <a:t>FreeRTOS</a:t>
            </a:r>
            <a:r>
              <a:rPr lang="en-GB" dirty="0"/>
              <a:t>                           </a:t>
            </a:r>
            <a:endParaRPr lang="en-US" dirty="0"/>
          </a:p>
        </p:txBody>
      </p:sp>
      <p:sp>
        <p:nvSpPr>
          <p:cNvPr id="2" name="Content Placeholder 1">
            <a:extLst>
              <a:ext uri="{FF2B5EF4-FFF2-40B4-BE49-F238E27FC236}">
                <a16:creationId xmlns:a16="http://schemas.microsoft.com/office/drawing/2014/main" id="{92C046A9-94F8-E8A1-3715-B4F4284C66EF}"/>
              </a:ext>
            </a:extLst>
          </p:cNvPr>
          <p:cNvSpPr>
            <a:spLocks noGrp="1"/>
          </p:cNvSpPr>
          <p:nvPr>
            <p:ph idx="1"/>
          </p:nvPr>
        </p:nvSpPr>
        <p:spPr/>
        <p:txBody>
          <a:bodyPr/>
          <a:lstStyle/>
          <a:p>
            <a:endParaRPr lang="en-GB" dirty="0"/>
          </a:p>
          <a:p>
            <a:r>
              <a:rPr lang="en-GB" dirty="0"/>
              <a:t>Royalty-free, deterministic, open source RTOS</a:t>
            </a:r>
          </a:p>
          <a:p>
            <a:r>
              <a:rPr lang="en-GB" dirty="0"/>
              <a:t>High-Speed real-time operation with low interrupt latency</a:t>
            </a:r>
          </a:p>
          <a:p>
            <a:r>
              <a:rPr lang="en-GB" dirty="0"/>
              <a:t>Flexible: round-robin, pre-emptive, and collaborative</a:t>
            </a:r>
          </a:p>
          <a:p>
            <a:r>
              <a:rPr lang="en-US" dirty="0"/>
              <a:t>Scalable from tiny MCUs to multi-core device</a:t>
            </a:r>
          </a:p>
          <a:p>
            <a:r>
              <a:rPr lang="en-GB" dirty="0"/>
              <a:t>Compatible with Arm cores (from Arm7, Arm9 to Cortex-M processors) and software tools (Keil MDK-Arm)</a:t>
            </a:r>
          </a:p>
          <a:p>
            <a:r>
              <a:rPr lang="en-GB" dirty="0"/>
              <a:t>Support for multithreading and thread-safe operation</a:t>
            </a:r>
          </a:p>
          <a:p>
            <a:r>
              <a:rPr lang="en-US" dirty="0"/>
              <a:t>Works across many toolchains: GCC, IAR, Keil</a:t>
            </a:r>
          </a:p>
          <a:p>
            <a:r>
              <a:rPr lang="en-US" dirty="0"/>
              <a:t>Rich community and documentation</a:t>
            </a:r>
            <a:endParaRPr lang="en-GB" dirty="0"/>
          </a:p>
        </p:txBody>
      </p:sp>
    </p:spTree>
    <p:extLst>
      <p:ext uri="{BB962C8B-B14F-4D97-AF65-F5344CB8AC3E}">
        <p14:creationId xmlns:p14="http://schemas.microsoft.com/office/powerpoint/2010/main" val="9373002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ABD9D0-243B-0548-72C8-5DDDBF7CAEDC}"/>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2C569E61-8A7E-B435-8603-4EF74B658B93}"/>
              </a:ext>
            </a:extLst>
          </p:cNvPr>
          <p:cNvSpPr>
            <a:spLocks noGrp="1"/>
          </p:cNvSpPr>
          <p:nvPr>
            <p:ph type="title"/>
          </p:nvPr>
        </p:nvSpPr>
        <p:spPr/>
        <p:txBody>
          <a:bodyPr>
            <a:normAutofit/>
          </a:bodyPr>
          <a:lstStyle/>
          <a:p>
            <a:r>
              <a:rPr lang="en-GB" dirty="0"/>
              <a:t>RTX5 Structure</a:t>
            </a:r>
            <a:endParaRPr lang="en-US" dirty="0"/>
          </a:p>
        </p:txBody>
      </p:sp>
      <p:sp>
        <p:nvSpPr>
          <p:cNvPr id="2" name="Content Placeholder 1">
            <a:extLst>
              <a:ext uri="{FF2B5EF4-FFF2-40B4-BE49-F238E27FC236}">
                <a16:creationId xmlns:a16="http://schemas.microsoft.com/office/drawing/2014/main" id="{9CA31B42-F595-148D-82FB-E50279E46FD9}"/>
              </a:ext>
            </a:extLst>
          </p:cNvPr>
          <p:cNvSpPr>
            <a:spLocks noGrp="1"/>
          </p:cNvSpPr>
          <p:nvPr>
            <p:ph idx="1"/>
          </p:nvPr>
        </p:nvSpPr>
        <p:spPr>
          <a:xfrm>
            <a:off x="483135" y="1440000"/>
            <a:ext cx="6648926" cy="4758577"/>
          </a:xfrm>
        </p:spPr>
        <p:txBody>
          <a:bodyPr/>
          <a:lstStyle/>
          <a:p>
            <a:r>
              <a:rPr lang="en-GB" dirty="0"/>
              <a:t>RTX5 Kernel (CMSIS-RTOS2)</a:t>
            </a:r>
          </a:p>
          <a:p>
            <a:pPr lvl="1"/>
            <a:r>
              <a:rPr lang="en-GB" dirty="0"/>
              <a:t>Core real-time scheduler</a:t>
            </a:r>
          </a:p>
          <a:p>
            <a:pPr lvl="1"/>
            <a:r>
              <a:rPr lang="en-GB" dirty="0"/>
              <a:t>Supports Threads, mutexes, semaphores, event flags, delay &amp; timer functions, memory pools and message queues</a:t>
            </a:r>
          </a:p>
          <a:p>
            <a:endParaRPr lang="en-GB" dirty="0"/>
          </a:p>
          <a:p>
            <a:r>
              <a:rPr lang="en-GB" dirty="0"/>
              <a:t>CMSIS Middleware(optional via Packs)</a:t>
            </a:r>
          </a:p>
          <a:p>
            <a:pPr lvl="1"/>
            <a:r>
              <a:rPr lang="en-GB" dirty="0"/>
              <a:t>Add-on libraries include:</a:t>
            </a:r>
          </a:p>
          <a:p>
            <a:pPr lvl="2"/>
            <a:r>
              <a:rPr lang="en-GB" dirty="0"/>
              <a:t>File System </a:t>
            </a:r>
          </a:p>
          <a:p>
            <a:pPr lvl="2"/>
            <a:r>
              <a:rPr lang="en-GB" dirty="0"/>
              <a:t>Networking</a:t>
            </a:r>
          </a:p>
          <a:p>
            <a:pPr lvl="2"/>
            <a:r>
              <a:rPr lang="en-GB" dirty="0"/>
              <a:t>USB Device/Host </a:t>
            </a:r>
          </a:p>
          <a:p>
            <a:pPr lvl="2"/>
            <a:r>
              <a:rPr lang="en-GB" dirty="0"/>
              <a:t>CAN Interface</a:t>
            </a:r>
          </a:p>
          <a:p>
            <a:pPr lvl="2"/>
            <a:endParaRPr lang="en-GB" dirty="0"/>
          </a:p>
          <a:p>
            <a:endParaRPr lang="en-US" dirty="0"/>
          </a:p>
          <a:p>
            <a:endParaRPr lang="en-US" dirty="0"/>
          </a:p>
        </p:txBody>
      </p:sp>
      <p:pic>
        <p:nvPicPr>
          <p:cNvPr id="1028" name="Picture 4">
            <a:extLst>
              <a:ext uri="{FF2B5EF4-FFF2-40B4-BE49-F238E27FC236}">
                <a16:creationId xmlns:a16="http://schemas.microsoft.com/office/drawing/2014/main" id="{29A5BCF0-C2AE-141A-1ED7-A6194758C0A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73495" y="1440000"/>
            <a:ext cx="4062654" cy="150680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709047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49F00E-A85B-EE49-ABE8-F86150E709E9}"/>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EAB98A3F-1F81-1968-6B78-5088F4C41AA6}"/>
              </a:ext>
            </a:extLst>
          </p:cNvPr>
          <p:cNvSpPr>
            <a:spLocks noGrp="1"/>
          </p:cNvSpPr>
          <p:nvPr>
            <p:ph type="title"/>
          </p:nvPr>
        </p:nvSpPr>
        <p:spPr/>
        <p:txBody>
          <a:bodyPr>
            <a:normAutofit/>
          </a:bodyPr>
          <a:lstStyle/>
          <a:p>
            <a:r>
              <a:rPr lang="en-GB" dirty="0" err="1"/>
              <a:t>FreeRTOS</a:t>
            </a:r>
            <a:r>
              <a:rPr lang="en-GB" dirty="0"/>
              <a:t> Structure</a:t>
            </a:r>
            <a:endParaRPr lang="en-US" dirty="0"/>
          </a:p>
        </p:txBody>
      </p:sp>
      <p:sp>
        <p:nvSpPr>
          <p:cNvPr id="2" name="Content Placeholder 1">
            <a:extLst>
              <a:ext uri="{FF2B5EF4-FFF2-40B4-BE49-F238E27FC236}">
                <a16:creationId xmlns:a16="http://schemas.microsoft.com/office/drawing/2014/main" id="{D4CBBF74-432B-704F-B424-51EF702E2CC4}"/>
              </a:ext>
            </a:extLst>
          </p:cNvPr>
          <p:cNvSpPr>
            <a:spLocks noGrp="1"/>
          </p:cNvSpPr>
          <p:nvPr>
            <p:ph idx="1"/>
          </p:nvPr>
        </p:nvSpPr>
        <p:spPr>
          <a:xfrm>
            <a:off x="483135" y="1440000"/>
            <a:ext cx="6648926" cy="4758577"/>
          </a:xfrm>
        </p:spPr>
        <p:txBody>
          <a:bodyPr/>
          <a:lstStyle/>
          <a:p>
            <a:r>
              <a:rPr lang="en-GB" dirty="0" err="1"/>
              <a:t>FreeRTOS</a:t>
            </a:r>
            <a:r>
              <a:rPr lang="en-GB" dirty="0"/>
              <a:t> Kernel (CMSIS-RTOS2)</a:t>
            </a:r>
          </a:p>
          <a:p>
            <a:pPr lvl="1"/>
            <a:r>
              <a:rPr lang="en-GB" dirty="0"/>
              <a:t>Lightweight, portable, open source RTOS</a:t>
            </a:r>
          </a:p>
          <a:p>
            <a:pPr lvl="1"/>
            <a:r>
              <a:rPr lang="en-GB" dirty="0"/>
              <a:t>Supports Threads, mutexes, semaphores, event flags, delay &amp; timer functions, memory pools and message queues</a:t>
            </a:r>
          </a:p>
          <a:p>
            <a:endParaRPr lang="en-GB" dirty="0"/>
          </a:p>
          <a:p>
            <a:r>
              <a:rPr lang="en-GB" dirty="0"/>
              <a:t>CMSIS Middleware(optional via Packs)</a:t>
            </a:r>
          </a:p>
          <a:p>
            <a:pPr lvl="1"/>
            <a:r>
              <a:rPr lang="en-GB" dirty="0"/>
              <a:t>Add-on libraries include:</a:t>
            </a:r>
          </a:p>
          <a:p>
            <a:pPr lvl="2"/>
            <a:r>
              <a:rPr lang="en-GB" dirty="0"/>
              <a:t>File System </a:t>
            </a:r>
          </a:p>
          <a:p>
            <a:pPr lvl="2"/>
            <a:r>
              <a:rPr lang="en-GB" dirty="0"/>
              <a:t>Networking</a:t>
            </a:r>
          </a:p>
          <a:p>
            <a:pPr lvl="2"/>
            <a:r>
              <a:rPr lang="en-GB" dirty="0"/>
              <a:t>USB Device/Host </a:t>
            </a:r>
          </a:p>
          <a:p>
            <a:pPr lvl="2"/>
            <a:r>
              <a:rPr lang="en-GB" dirty="0"/>
              <a:t>CAN Interface</a:t>
            </a:r>
          </a:p>
          <a:p>
            <a:pPr lvl="2"/>
            <a:endParaRPr lang="en-GB" dirty="0"/>
          </a:p>
          <a:p>
            <a:endParaRPr lang="en-US" dirty="0"/>
          </a:p>
          <a:p>
            <a:endParaRPr lang="en-US" dirty="0"/>
          </a:p>
        </p:txBody>
      </p:sp>
    </p:spTree>
    <p:extLst>
      <p:ext uri="{BB962C8B-B14F-4D97-AF65-F5344CB8AC3E}">
        <p14:creationId xmlns:p14="http://schemas.microsoft.com/office/powerpoint/2010/main" val="31791236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GB" dirty="0"/>
              <a:t>RTX5 Files</a:t>
            </a:r>
            <a:endParaRPr lang="en-US" dirty="0"/>
          </a:p>
        </p:txBody>
      </p:sp>
      <p:sp>
        <p:nvSpPr>
          <p:cNvPr id="2" name="Content Placeholder 1"/>
          <p:cNvSpPr>
            <a:spLocks noGrp="1"/>
          </p:cNvSpPr>
          <p:nvPr>
            <p:ph idx="1"/>
          </p:nvPr>
        </p:nvSpPr>
        <p:spPr/>
        <p:txBody>
          <a:bodyPr/>
          <a:lstStyle/>
          <a:p>
            <a:endParaRPr lang="en-GB" dirty="0"/>
          </a:p>
          <a:p>
            <a:r>
              <a:rPr lang="en-GB" dirty="0"/>
              <a:t>Add CMSIS-RTOS2 via CMSIS-Pack</a:t>
            </a:r>
          </a:p>
          <a:p>
            <a:pPr lvl="1"/>
            <a:r>
              <a:rPr lang="en-GB" dirty="0"/>
              <a:t>Select </a:t>
            </a:r>
            <a:r>
              <a:rPr lang="en-GB" b="1" dirty="0"/>
              <a:t>CMSIS::RTOS2:Keil RTX5</a:t>
            </a:r>
            <a:r>
              <a:rPr lang="en-GB" dirty="0"/>
              <a:t> in Keil µVision or STM32CubeIDE</a:t>
            </a:r>
            <a:endParaRPr lang="en-GB" b="1" dirty="0"/>
          </a:p>
          <a:p>
            <a:r>
              <a:rPr lang="en-GB" dirty="0"/>
              <a:t>Core configuration files:</a:t>
            </a:r>
          </a:p>
          <a:p>
            <a:pPr lvl="1"/>
            <a:r>
              <a:rPr lang="en-GB" dirty="0" err="1"/>
              <a:t>rtx_config.h</a:t>
            </a:r>
            <a:r>
              <a:rPr lang="en-GB" dirty="0"/>
              <a:t>: Configures the kernel via preprocessor defines</a:t>
            </a:r>
          </a:p>
          <a:p>
            <a:pPr lvl="1"/>
            <a:r>
              <a:rPr lang="en-GB" dirty="0"/>
              <a:t>cmsis_os2.c: Provides CMSIS-RTOS2 API stubs (may be auto-generated)</a:t>
            </a:r>
          </a:p>
          <a:p>
            <a:r>
              <a:rPr lang="en-GB" dirty="0"/>
              <a:t>Core header:</a:t>
            </a:r>
          </a:p>
          <a:p>
            <a:pPr lvl="1"/>
            <a:r>
              <a:rPr lang="en-GB" dirty="0"/>
              <a:t>cmsis_os2.h: The standard RTOS API interface for CMSIS-RTOS v2</a:t>
            </a:r>
            <a:endParaRPr lang="en-US" dirty="0"/>
          </a:p>
        </p:txBody>
      </p:sp>
    </p:spTree>
    <p:extLst>
      <p:ext uri="{BB962C8B-B14F-4D97-AF65-F5344CB8AC3E}">
        <p14:creationId xmlns:p14="http://schemas.microsoft.com/office/powerpoint/2010/main" val="101472154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A48992-F058-6041-1985-C107EEE0FA51}"/>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8F9398C9-44F8-36CC-20B4-E0F82C6B895F}"/>
              </a:ext>
            </a:extLst>
          </p:cNvPr>
          <p:cNvSpPr>
            <a:spLocks noGrp="1"/>
          </p:cNvSpPr>
          <p:nvPr>
            <p:ph type="title"/>
          </p:nvPr>
        </p:nvSpPr>
        <p:spPr/>
        <p:txBody>
          <a:bodyPr>
            <a:normAutofit/>
          </a:bodyPr>
          <a:lstStyle/>
          <a:p>
            <a:r>
              <a:rPr lang="en-GB" dirty="0" err="1"/>
              <a:t>FreeRTOS</a:t>
            </a:r>
            <a:r>
              <a:rPr lang="en-GB" dirty="0"/>
              <a:t> Files</a:t>
            </a:r>
            <a:endParaRPr lang="en-US" dirty="0"/>
          </a:p>
        </p:txBody>
      </p:sp>
      <p:sp>
        <p:nvSpPr>
          <p:cNvPr id="2" name="Content Placeholder 1">
            <a:extLst>
              <a:ext uri="{FF2B5EF4-FFF2-40B4-BE49-F238E27FC236}">
                <a16:creationId xmlns:a16="http://schemas.microsoft.com/office/drawing/2014/main" id="{DB0BEB91-D7BF-A622-8BC9-78C623A10E3F}"/>
              </a:ext>
            </a:extLst>
          </p:cNvPr>
          <p:cNvSpPr>
            <a:spLocks noGrp="1"/>
          </p:cNvSpPr>
          <p:nvPr>
            <p:ph idx="1"/>
          </p:nvPr>
        </p:nvSpPr>
        <p:spPr/>
        <p:txBody>
          <a:bodyPr/>
          <a:lstStyle/>
          <a:p>
            <a:endParaRPr lang="en-GB" dirty="0"/>
          </a:p>
          <a:p>
            <a:r>
              <a:rPr lang="en-GB" dirty="0"/>
              <a:t>Add CMSIS-RTOS2 via CMSIS-Pack</a:t>
            </a:r>
          </a:p>
          <a:p>
            <a:pPr lvl="1"/>
            <a:r>
              <a:rPr lang="en-GB" dirty="0"/>
              <a:t>Select </a:t>
            </a:r>
            <a:r>
              <a:rPr lang="en-GB" b="1" dirty="0"/>
              <a:t>CMSIS::RTOS2:Keil </a:t>
            </a:r>
            <a:r>
              <a:rPr lang="en-GB" b="1" dirty="0" err="1"/>
              <a:t>FreeRTOS</a:t>
            </a:r>
            <a:r>
              <a:rPr lang="en-GB" dirty="0"/>
              <a:t> in Keil µVision or STM32CubeIDE</a:t>
            </a:r>
            <a:endParaRPr lang="en-GB" b="1" dirty="0"/>
          </a:p>
          <a:p>
            <a:r>
              <a:rPr lang="en-GB" dirty="0"/>
              <a:t>Core configuration files:</a:t>
            </a:r>
          </a:p>
          <a:p>
            <a:pPr lvl="1"/>
            <a:r>
              <a:rPr lang="en-GB" dirty="0" err="1"/>
              <a:t>FreeRTOSConfig.h</a:t>
            </a:r>
            <a:r>
              <a:rPr lang="en-GB" dirty="0"/>
              <a:t> – Central config (</a:t>
            </a:r>
            <a:r>
              <a:rPr lang="en-GB" dirty="0" err="1"/>
              <a:t>preemption</a:t>
            </a:r>
            <a:r>
              <a:rPr lang="en-GB" dirty="0"/>
              <a:t>, priorities, hooks, etc.)</a:t>
            </a:r>
          </a:p>
          <a:p>
            <a:pPr lvl="1"/>
            <a:r>
              <a:rPr lang="en-GB" dirty="0" err="1"/>
              <a:t>FreeRTOS.h</a:t>
            </a:r>
            <a:r>
              <a:rPr lang="en-GB" dirty="0"/>
              <a:t> – Core API Header</a:t>
            </a:r>
          </a:p>
          <a:p>
            <a:pPr lvl="1"/>
            <a:r>
              <a:rPr lang="en-GB" dirty="0" err="1"/>
              <a:t>Task.c</a:t>
            </a:r>
            <a:r>
              <a:rPr lang="en-GB" dirty="0"/>
              <a:t> – Thread scheduler implementation</a:t>
            </a:r>
          </a:p>
          <a:p>
            <a:pPr lvl="1"/>
            <a:r>
              <a:rPr lang="en-GB" dirty="0" err="1"/>
              <a:t>queue.c</a:t>
            </a:r>
            <a:r>
              <a:rPr lang="en-GB" dirty="0"/>
              <a:t> – Message queues</a:t>
            </a:r>
          </a:p>
          <a:p>
            <a:pPr lvl="1"/>
            <a:r>
              <a:rPr lang="en-GB" dirty="0" err="1"/>
              <a:t>semphr.c</a:t>
            </a:r>
            <a:r>
              <a:rPr lang="en-GB" dirty="0"/>
              <a:t> – Semaphores and mutexes</a:t>
            </a:r>
          </a:p>
          <a:p>
            <a:pPr lvl="1"/>
            <a:r>
              <a:rPr lang="en-GB" dirty="0" err="1"/>
              <a:t>timers.c</a:t>
            </a:r>
            <a:r>
              <a:rPr lang="en-GB" dirty="0"/>
              <a:t> – Software timer service</a:t>
            </a:r>
            <a:endParaRPr lang="en-US" dirty="0"/>
          </a:p>
        </p:txBody>
      </p:sp>
    </p:spTree>
    <p:extLst>
      <p:ext uri="{BB962C8B-B14F-4D97-AF65-F5344CB8AC3E}">
        <p14:creationId xmlns:p14="http://schemas.microsoft.com/office/powerpoint/2010/main" val="383534510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004C58-F6C6-69FB-6E49-C27E58647224}"/>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73BBF192-0C3C-0FE1-7633-BE5F98C3CEEE}"/>
              </a:ext>
            </a:extLst>
          </p:cNvPr>
          <p:cNvSpPr>
            <a:spLocks noGrp="1"/>
          </p:cNvSpPr>
          <p:nvPr>
            <p:ph type="title"/>
          </p:nvPr>
        </p:nvSpPr>
        <p:spPr/>
        <p:txBody>
          <a:bodyPr>
            <a:normAutofit/>
          </a:bodyPr>
          <a:lstStyle/>
          <a:p>
            <a:r>
              <a:rPr lang="en-GB" dirty="0"/>
              <a:t>CMSIS and CMSIS-RTOS2</a:t>
            </a:r>
            <a:endParaRPr lang="en-US" dirty="0"/>
          </a:p>
        </p:txBody>
      </p:sp>
      <p:sp>
        <p:nvSpPr>
          <p:cNvPr id="2" name="Content Placeholder 1">
            <a:extLst>
              <a:ext uri="{FF2B5EF4-FFF2-40B4-BE49-F238E27FC236}">
                <a16:creationId xmlns:a16="http://schemas.microsoft.com/office/drawing/2014/main" id="{BE610F00-63EC-1CBB-953A-075458E6D730}"/>
              </a:ext>
            </a:extLst>
          </p:cNvPr>
          <p:cNvSpPr>
            <a:spLocks noGrp="1"/>
          </p:cNvSpPr>
          <p:nvPr>
            <p:ph idx="1"/>
          </p:nvPr>
        </p:nvSpPr>
        <p:spPr>
          <a:xfrm>
            <a:off x="473899" y="1299290"/>
            <a:ext cx="11155753" cy="4680000"/>
          </a:xfrm>
        </p:spPr>
        <p:txBody>
          <a:bodyPr/>
          <a:lstStyle/>
          <a:p>
            <a:pPr>
              <a:spcBef>
                <a:spcPts val="1200"/>
              </a:spcBef>
            </a:pPr>
            <a:r>
              <a:rPr lang="en-US" dirty="0"/>
              <a:t>Arm Cortex Microcontroller Software Interface Standard (CMSIS) </a:t>
            </a:r>
          </a:p>
          <a:p>
            <a:pPr lvl="1">
              <a:spcBef>
                <a:spcPts val="1200"/>
              </a:spcBef>
            </a:pPr>
            <a:r>
              <a:rPr lang="en-US" dirty="0"/>
              <a:t>Vendor-independent hardware abstraction layer </a:t>
            </a:r>
          </a:p>
          <a:p>
            <a:pPr lvl="1">
              <a:spcBef>
                <a:spcPts val="1200"/>
              </a:spcBef>
            </a:pPr>
            <a:r>
              <a:rPr lang="en-US" dirty="0"/>
              <a:t>Used for Cortex-M processor series</a:t>
            </a:r>
          </a:p>
          <a:p>
            <a:pPr lvl="1">
              <a:spcBef>
                <a:spcPts val="1200"/>
              </a:spcBef>
            </a:pPr>
            <a:r>
              <a:rPr lang="en-US" dirty="0"/>
              <a:t>Specifies debugger interfaces</a:t>
            </a:r>
          </a:p>
          <a:p>
            <a:pPr>
              <a:spcBef>
                <a:spcPts val="1200"/>
              </a:spcBef>
            </a:pPr>
            <a:r>
              <a:rPr lang="en-GB" dirty="0"/>
              <a:t>The CMSIS-RTOS2</a:t>
            </a:r>
          </a:p>
          <a:p>
            <a:pPr lvl="1">
              <a:spcBef>
                <a:spcPts val="1200"/>
              </a:spcBef>
            </a:pPr>
            <a:r>
              <a:rPr lang="en-GB" dirty="0"/>
              <a:t>Standardized RTOS API for Cortex-M systems</a:t>
            </a:r>
          </a:p>
          <a:p>
            <a:pPr lvl="1">
              <a:spcBef>
                <a:spcPts val="1200"/>
              </a:spcBef>
            </a:pPr>
            <a:r>
              <a:rPr lang="en-GB" dirty="0"/>
              <a:t>Enables RTOS portability across kernels (e.g. RTX5, </a:t>
            </a:r>
            <a:r>
              <a:rPr lang="en-GB" dirty="0" err="1"/>
              <a:t>FreeRTOS</a:t>
            </a:r>
            <a:r>
              <a:rPr lang="en-GB" dirty="0"/>
              <a:t>)</a:t>
            </a:r>
            <a:endParaRPr lang="en-US" dirty="0"/>
          </a:p>
        </p:txBody>
      </p:sp>
    </p:spTree>
    <p:extLst>
      <p:ext uri="{BB962C8B-B14F-4D97-AF65-F5344CB8AC3E}">
        <p14:creationId xmlns:p14="http://schemas.microsoft.com/office/powerpoint/2010/main" val="374439729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GB" dirty="0" err="1"/>
              <a:t>RTX_Conf_CM.c</a:t>
            </a:r>
            <a:endParaRPr lang="en-US" dirty="0"/>
          </a:p>
        </p:txBody>
      </p:sp>
      <p:sp>
        <p:nvSpPr>
          <p:cNvPr id="2" name="Content Placeholder 1"/>
          <p:cNvSpPr>
            <a:spLocks noGrp="1"/>
          </p:cNvSpPr>
          <p:nvPr>
            <p:ph idx="1"/>
          </p:nvPr>
        </p:nvSpPr>
        <p:spPr>
          <a:xfrm>
            <a:off x="466811" y="1106905"/>
            <a:ext cx="4054823" cy="5054904"/>
          </a:xfrm>
        </p:spPr>
        <p:txBody>
          <a:bodyPr/>
          <a:lstStyle/>
          <a:p>
            <a:r>
              <a:rPr lang="en-GB" dirty="0"/>
              <a:t>“&lt;h&gt; &lt;o&gt; &lt;</a:t>
            </a:r>
            <a:r>
              <a:rPr lang="en-GB" dirty="0" err="1"/>
              <a:t>i</a:t>
            </a:r>
            <a:r>
              <a:rPr lang="en-GB" dirty="0"/>
              <a:t>&gt; &lt;q&gt;” are the annotations for Keil configuration wizard</a:t>
            </a:r>
          </a:p>
          <a:p>
            <a:endParaRPr lang="en-GB" dirty="0"/>
          </a:p>
          <a:p>
            <a:r>
              <a:rPr lang="en-GB" dirty="0"/>
              <a:t>Configuration wizard provides an easy-to-use GUI (see picture on the right)</a:t>
            </a:r>
          </a:p>
          <a:p>
            <a:endParaRPr lang="en-GB" dirty="0"/>
          </a:p>
          <a:p>
            <a:r>
              <a:rPr lang="en-GB" dirty="0"/>
              <a:t>Can also change the configuration by directly modifying the file</a:t>
            </a:r>
          </a:p>
        </p:txBody>
      </p:sp>
      <p:sp>
        <p:nvSpPr>
          <p:cNvPr id="4" name="TextBox 3"/>
          <p:cNvSpPr txBox="1"/>
          <p:nvPr/>
        </p:nvSpPr>
        <p:spPr>
          <a:xfrm>
            <a:off x="466811" y="6199614"/>
            <a:ext cx="5652654" cy="284069"/>
          </a:xfrm>
          <a:prstGeom prst="rect">
            <a:avLst/>
          </a:prstGeom>
        </p:spPr>
        <p:txBody>
          <a:bodyPr vert="horz" wrap="none" lIns="0" tIns="0" rIns="0" bIns="0" rtlCol="0" anchor="t">
            <a:normAutofit/>
          </a:bodyPr>
          <a:lstStyle/>
          <a:p>
            <a:pPr algn="ctr"/>
            <a:r>
              <a:rPr lang="en-GB" sz="1000" dirty="0"/>
              <a:t>More about the Keil configuration wizard: http://www.keil.com/support/man/docs/uv4/uv4_ut_configwizard.htm</a:t>
            </a:r>
            <a:endParaRPr lang="en-US" sz="1000" dirty="0"/>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25643" y="944907"/>
            <a:ext cx="6266067" cy="500886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Rectangle 4"/>
          <p:cNvSpPr/>
          <p:nvPr/>
        </p:nvSpPr>
        <p:spPr>
          <a:xfrm>
            <a:off x="6173789" y="5683827"/>
            <a:ext cx="1402773" cy="269942"/>
          </a:xfrm>
          <a:prstGeom prst="rect">
            <a:avLst/>
          </a:prstGeom>
          <a:noFill/>
          <a:ln w="5715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37300672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C738DB-F794-CD19-1EA5-15656B14F2D7}"/>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2E2909F7-799D-357D-6A80-62F0D0386822}"/>
              </a:ext>
            </a:extLst>
          </p:cNvPr>
          <p:cNvSpPr>
            <a:spLocks noGrp="1"/>
          </p:cNvSpPr>
          <p:nvPr>
            <p:ph type="title"/>
          </p:nvPr>
        </p:nvSpPr>
        <p:spPr/>
        <p:txBody>
          <a:bodyPr>
            <a:normAutofit/>
          </a:bodyPr>
          <a:lstStyle/>
          <a:p>
            <a:r>
              <a:rPr lang="en-GB" dirty="0"/>
              <a:t>CMSIS and CMSIS-RTOS2</a:t>
            </a:r>
            <a:endParaRPr lang="en-US" dirty="0"/>
          </a:p>
        </p:txBody>
      </p:sp>
      <p:pic>
        <p:nvPicPr>
          <p:cNvPr id="4098" name="Picture 2">
            <a:extLst>
              <a:ext uri="{FF2B5EF4-FFF2-40B4-BE49-F238E27FC236}">
                <a16:creationId xmlns:a16="http://schemas.microsoft.com/office/drawing/2014/main" id="{B1E2D87F-7172-3538-9C65-15A9CCA7AF2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40967" y="1467142"/>
            <a:ext cx="9048750" cy="4067175"/>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a:extLst>
              <a:ext uri="{FF2B5EF4-FFF2-40B4-BE49-F238E27FC236}">
                <a16:creationId xmlns:a16="http://schemas.microsoft.com/office/drawing/2014/main" id="{F60F1C8A-A693-5409-804F-AD35877E05C1}"/>
              </a:ext>
            </a:extLst>
          </p:cNvPr>
          <p:cNvSpPr/>
          <p:nvPr/>
        </p:nvSpPr>
        <p:spPr>
          <a:xfrm>
            <a:off x="2416780" y="2175596"/>
            <a:ext cx="1760392" cy="1577255"/>
          </a:xfrm>
          <a:prstGeom prst="rect">
            <a:avLst/>
          </a:prstGeom>
          <a:noFill/>
          <a:ln w="38100">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3828124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0BCE21-6903-623B-A57A-F0862AEAA0CF}"/>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E73B0A84-F8FF-635D-24AD-2BA71154C183}"/>
              </a:ext>
            </a:extLst>
          </p:cNvPr>
          <p:cNvSpPr>
            <a:spLocks noGrp="1"/>
          </p:cNvSpPr>
          <p:nvPr>
            <p:ph type="title"/>
          </p:nvPr>
        </p:nvSpPr>
        <p:spPr/>
        <p:txBody>
          <a:bodyPr>
            <a:normAutofit/>
          </a:bodyPr>
          <a:lstStyle/>
          <a:p>
            <a:r>
              <a:rPr lang="en-GB" dirty="0"/>
              <a:t>CMSIS-RTOS2 and RTOS Kernel Backends </a:t>
            </a:r>
            <a:endParaRPr lang="en-US" dirty="0"/>
          </a:p>
        </p:txBody>
      </p:sp>
      <p:sp>
        <p:nvSpPr>
          <p:cNvPr id="2" name="Content Placeholder 1">
            <a:extLst>
              <a:ext uri="{FF2B5EF4-FFF2-40B4-BE49-F238E27FC236}">
                <a16:creationId xmlns:a16="http://schemas.microsoft.com/office/drawing/2014/main" id="{C6AD74BE-32F7-CBA5-EEB9-DAC02F23F3F4}"/>
              </a:ext>
            </a:extLst>
          </p:cNvPr>
          <p:cNvSpPr>
            <a:spLocks noGrp="1"/>
          </p:cNvSpPr>
          <p:nvPr>
            <p:ph idx="1"/>
          </p:nvPr>
        </p:nvSpPr>
        <p:spPr>
          <a:xfrm>
            <a:off x="483135" y="1440000"/>
            <a:ext cx="7046090" cy="4859200"/>
          </a:xfrm>
        </p:spPr>
        <p:txBody>
          <a:bodyPr/>
          <a:lstStyle/>
          <a:p>
            <a:endParaRPr lang="en-GB" dirty="0"/>
          </a:p>
          <a:p>
            <a:r>
              <a:rPr lang="en-GB" dirty="0"/>
              <a:t>CMSIS-RTOS2 API – a standardized abstraction layer that supports multiple RTOS kernels (e.g. Keil RTX5, </a:t>
            </a:r>
            <a:r>
              <a:rPr lang="en-GB" dirty="0" err="1"/>
              <a:t>FreeRTOS</a:t>
            </a:r>
            <a:r>
              <a:rPr lang="en-GB" dirty="0"/>
              <a:t>)</a:t>
            </a:r>
          </a:p>
          <a:p>
            <a:endParaRPr lang="en-GB" dirty="0"/>
          </a:p>
          <a:p>
            <a:r>
              <a:rPr lang="en-US" dirty="0"/>
              <a:t>Application programs using CMSIS-RTOS2 can be ported across supported RTOS kernels</a:t>
            </a:r>
          </a:p>
          <a:p>
            <a:endParaRPr lang="en-GB" dirty="0"/>
          </a:p>
          <a:p>
            <a:r>
              <a:rPr lang="en-US" dirty="0"/>
              <a:t>In this course, we will focus on using the RTX5/</a:t>
            </a:r>
            <a:r>
              <a:rPr lang="en-US" dirty="0" err="1"/>
              <a:t>FreeRTOS</a:t>
            </a:r>
            <a:r>
              <a:rPr lang="en-US" dirty="0"/>
              <a:t> kernel directly. The CMSIS-RTOS2 API provides the same core concepts but abstracts the kernel interface.</a:t>
            </a:r>
            <a:endParaRPr lang="en-GB" dirty="0"/>
          </a:p>
        </p:txBody>
      </p:sp>
      <p:pic>
        <p:nvPicPr>
          <p:cNvPr id="3074" name="Picture 2" descr="API_Structure.png">
            <a:extLst>
              <a:ext uri="{FF2B5EF4-FFF2-40B4-BE49-F238E27FC236}">
                <a16:creationId xmlns:a16="http://schemas.microsoft.com/office/drawing/2014/main" id="{45827812-E557-13C1-C991-A340E22BF53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37908" y="1590387"/>
            <a:ext cx="4179719" cy="2887807"/>
          </a:xfrm>
          <a:prstGeom prst="rect">
            <a:avLst/>
          </a:prstGeom>
          <a:noFill/>
          <a:extLst>
            <a:ext uri="{909E8E84-426E-40DD-AFC4-6F175D3DCCD1}">
              <a14:hiddenFill xmlns:a14="http://schemas.microsoft.com/office/drawing/2010/main">
                <a:solidFill>
                  <a:srgbClr val="FFFFFF"/>
                </a:solidFill>
              </a14:hiddenFill>
            </a:ext>
          </a:extLst>
        </p:spPr>
      </p:pic>
      <p:cxnSp>
        <p:nvCxnSpPr>
          <p:cNvPr id="5" name="Straight Arrow Connector 4">
            <a:extLst>
              <a:ext uri="{FF2B5EF4-FFF2-40B4-BE49-F238E27FC236}">
                <a16:creationId xmlns:a16="http://schemas.microsoft.com/office/drawing/2014/main" id="{51AF1D78-99EE-5805-6346-A160791CE5F5}"/>
              </a:ext>
            </a:extLst>
          </p:cNvPr>
          <p:cNvCxnSpPr/>
          <p:nvPr/>
        </p:nvCxnSpPr>
        <p:spPr>
          <a:xfrm flipV="1">
            <a:off x="9827766" y="4338060"/>
            <a:ext cx="0" cy="895927"/>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10" name="TextBox 9">
            <a:extLst>
              <a:ext uri="{FF2B5EF4-FFF2-40B4-BE49-F238E27FC236}">
                <a16:creationId xmlns:a16="http://schemas.microsoft.com/office/drawing/2014/main" id="{B15C21A7-6CC2-B0D2-B86B-0EDC4C75D41C}"/>
              </a:ext>
            </a:extLst>
          </p:cNvPr>
          <p:cNvSpPr txBox="1"/>
          <p:nvPr/>
        </p:nvSpPr>
        <p:spPr>
          <a:xfrm>
            <a:off x="8932270" y="5348286"/>
            <a:ext cx="2699343" cy="609602"/>
          </a:xfrm>
          <a:prstGeom prst="rect">
            <a:avLst/>
          </a:prstGeom>
        </p:spPr>
        <p:txBody>
          <a:bodyPr vert="horz" wrap="square" lIns="0" tIns="0" rIns="0" bIns="0" rtlCol="0" anchor="t">
            <a:normAutofit/>
          </a:bodyPr>
          <a:lstStyle/>
          <a:p>
            <a:r>
              <a:rPr lang="en-GB" dirty="0"/>
              <a:t>RTX or other 3</a:t>
            </a:r>
            <a:r>
              <a:rPr lang="en-GB" baseline="30000" dirty="0"/>
              <a:t>rd</a:t>
            </a:r>
            <a:r>
              <a:rPr lang="en-GB" dirty="0"/>
              <a:t> RTOS kernel</a:t>
            </a:r>
            <a:endParaRPr lang="en-US" dirty="0"/>
          </a:p>
        </p:txBody>
      </p:sp>
    </p:spTree>
    <p:extLst>
      <p:ext uri="{BB962C8B-B14F-4D97-AF65-F5344CB8AC3E}">
        <p14:creationId xmlns:p14="http://schemas.microsoft.com/office/powerpoint/2010/main" val="259552740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13049170"/>
      </p:ext>
    </p:extLst>
  </p:cSld>
  <p:clrMapOvr>
    <a:masterClrMapping/>
  </p:clrMapOvr>
</p:sld>
</file>

<file path=ppt/theme/theme1.xml><?xml version="1.0" encoding="utf-8"?>
<a:theme xmlns:a="http://schemas.openxmlformats.org/drawingml/2006/main" name="Arm_Public_2026_Lightmode">
  <a:themeElements>
    <a:clrScheme name="Arm 2026">
      <a:dk1>
        <a:srgbClr val="000000"/>
      </a:dk1>
      <a:lt1>
        <a:srgbClr val="FFFFFF"/>
      </a:lt1>
      <a:dk2>
        <a:srgbClr val="080224"/>
      </a:dk2>
      <a:lt2>
        <a:srgbClr val="F3F3F3"/>
      </a:lt2>
      <a:accent1>
        <a:srgbClr val="0057FF"/>
      </a:accent1>
      <a:accent2>
        <a:srgbClr val="3B3252"/>
      </a:accent2>
      <a:accent3>
        <a:srgbClr val="FFAE2C"/>
      </a:accent3>
      <a:accent4>
        <a:srgbClr val="02EAEA"/>
      </a:accent4>
      <a:accent5>
        <a:srgbClr val="F26419"/>
      </a:accent5>
      <a:accent6>
        <a:srgbClr val="6F6F6F"/>
      </a:accent6>
      <a:hlink>
        <a:srgbClr val="7133F7"/>
      </a:hlink>
      <a:folHlink>
        <a:srgbClr val="002F6C"/>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7233F7"/>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marL="0" indent="0" algn="l" defTabSz="914400" rtl="0" eaLnBrk="1" latinLnBrk="0" hangingPunct="1">
          <a:lnSpc>
            <a:spcPct val="90000"/>
          </a:lnSpc>
          <a:spcBef>
            <a:spcPts val="0"/>
          </a:spcBef>
          <a:spcAft>
            <a:spcPts val="600"/>
          </a:spcAft>
          <a:buFont typeface="Arial" panose="020B0604020202020204" pitchFamily="34" charset="0"/>
          <a:buNone/>
          <a:defRPr sz="2100" kern="1200" dirty="0" err="1" smtClean="0">
            <a:solidFill>
              <a:schemeClr val="tx2"/>
            </a:solidFill>
            <a:latin typeface="+mn-lt"/>
            <a:ea typeface="+mn-ea"/>
            <a:cs typeface="+mn-cs"/>
          </a:defRPr>
        </a:defPPr>
      </a:lstStyle>
    </a:txDef>
  </a:objectDefaults>
  <a:extraClrSchemeLst/>
  <a:extLst>
    <a:ext uri="{05A4C25C-085E-4340-85A3-A5531E510DB2}">
      <thm15:themeFamily xmlns:thm15="http://schemas.microsoft.com/office/thememl/2012/main" name="Arm_Public_2026" id="{3B4724F7-E3D1-6743-8E7B-BFDD10AD19B1}" vid="{CCFE33B7-E389-0548-B385-4E4AFCC9E000}"/>
    </a:ext>
  </a:extLst>
</a:theme>
</file>

<file path=ppt/theme/theme2.xml><?xml version="1.0" encoding="utf-8"?>
<a:theme xmlns:a="http://schemas.openxmlformats.org/drawingml/2006/main" name="Arm_Public_2026_Darkmode">
  <a:themeElements>
    <a:clrScheme name="Arm Test 5">
      <a:dk1>
        <a:srgbClr val="000000"/>
      </a:dk1>
      <a:lt1>
        <a:srgbClr val="FFFFFF"/>
      </a:lt1>
      <a:dk2>
        <a:srgbClr val="080023"/>
      </a:dk2>
      <a:lt2>
        <a:srgbClr val="F3F3F3"/>
      </a:lt2>
      <a:accent1>
        <a:srgbClr val="0054FC"/>
      </a:accent1>
      <a:accent2>
        <a:srgbClr val="3B3252"/>
      </a:accent2>
      <a:accent3>
        <a:srgbClr val="FCAB2A"/>
      </a:accent3>
      <a:accent4>
        <a:srgbClr val="00EAE7"/>
      </a:accent4>
      <a:accent5>
        <a:srgbClr val="F37929"/>
      </a:accent5>
      <a:accent6>
        <a:srgbClr val="6F6F6F"/>
      </a:accent6>
      <a:hlink>
        <a:srgbClr val="6E2FF0"/>
      </a:hlink>
      <a:folHlink>
        <a:srgbClr val="002F6C"/>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marL="0" indent="0" algn="l" defTabSz="914400" rtl="0" eaLnBrk="1" latinLnBrk="0" hangingPunct="1">
          <a:lnSpc>
            <a:spcPct val="90000"/>
          </a:lnSpc>
          <a:spcBef>
            <a:spcPts val="0"/>
          </a:spcBef>
          <a:spcAft>
            <a:spcPts val="600"/>
          </a:spcAft>
          <a:buFont typeface="Arial" panose="020B0604020202020204" pitchFamily="34" charset="0"/>
          <a:buNone/>
          <a:defRPr sz="2100" kern="1200" dirty="0" err="1" smtClean="0">
            <a:solidFill>
              <a:schemeClr val="tx2"/>
            </a:solidFill>
            <a:latin typeface="+mn-lt"/>
            <a:ea typeface="+mn-ea"/>
            <a:cs typeface="+mn-cs"/>
          </a:defRPr>
        </a:defPPr>
      </a:lstStyle>
    </a:txDef>
  </a:objectDefaults>
  <a:extraClrSchemeLst/>
  <a:extLst>
    <a:ext uri="{05A4C25C-085E-4340-85A3-A5531E510DB2}">
      <thm15:themeFamily xmlns:thm15="http://schemas.microsoft.com/office/thememl/2012/main" name="Arm_Public_2026" id="{3B4724F7-E3D1-6743-8E7B-BFDD10AD19B1}" vid="{C25F682B-5088-4F4D-B54C-ED554F8117F3}"/>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_rels/item5.xml.rels><?xml version="1.0" encoding="UTF-8" standalone="yes"?>
<Relationships xmlns="http://schemas.openxmlformats.org/package/2006/relationships"><Relationship Id="rId1" Type="http://schemas.openxmlformats.org/officeDocument/2006/relationships/customXmlProps" Target="itemProps5.xml"/></Relationships>
</file>

<file path=customXml/item1.xml><?xml version="1.0" encoding="utf-8"?>
<?mso-contentType ?>
<customXsn xmlns="http://schemas.microsoft.com/office/2006/metadata/customXsn">
  <xsnLocation/>
  <cached>True</cached>
  <openByDefault>True</openByDefault>
  <xsnScope/>
</customXsn>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Current_x0020_Version xmlns="f2ad5090-61a8-4b8c-ab70-68f4ff4d1933">9.0</Current_x0020_Version>
    <Document_x0020_Author xmlns="f2ad5090-61a8-4b8c-ab70-68f4ff4d1933">
      <UserInfo>
        <DisplayName/>
        <AccountId xsi:nil="true"/>
        <AccountType/>
      </UserInfo>
    </Document_x0020_Author>
    <_dlc_DocId xmlns="f2ad5090-61a8-4b8c-ab70-68f4ff4d1933">ARM-ECM-0633231</_dlc_DocId>
    <Document_x0020_Confidentiality xmlns="f2ad5090-61a8-4b8c-ab70-68f4ff4d1933">Confidential-Restricted</Document_x0020_Confidentiality>
    <_dlc_DocIdUrl xmlns="f2ad5090-61a8-4b8c-ab70-68f4ff4d1933">
      <Url>http://teamsites.arm.com/sites/cthub/_layouts/DocIdRedir.aspx?ID=ARM-ECM-0633231</Url>
      <Description>ARM-ECM-0633231</Description>
    </_dlc_DocIdUrl>
    <Category xmlns="c0950e01-db07-4e41-9c32-b7a8e9fccc9b">Private Presentation Templates</Category>
    <ARM_x0020_Legacy_x0020_ID xmlns="f2ad5090-61a8-4b8c-ab70-68f4ff4d1933" xsi:nil="true"/>
    <TaxCatchAll xmlns="f2ad5090-61a8-4b8c-ab70-68f4ff4d1933">
      <Value>7</Value>
      <Value>1</Value>
    </TaxCatchAll>
    <j60c3ced31bb40378c6254d49035d966 xmlns="f2ad5090-61a8-4b8c-ab70-68f4ff4d1933">
      <Terms xmlns="http://schemas.microsoft.com/office/infopath/2007/PartnerControls">
        <TermInfo xmlns="http://schemas.microsoft.com/office/infopath/2007/PartnerControls">
          <TermName xmlns="http://schemas.microsoft.com/office/infopath/2007/PartnerControls">2017</TermName>
          <TermId xmlns="http://schemas.microsoft.com/office/infopath/2007/PartnerControls">58467e81-5d99-44a5-abb5-12a016b65e9e</TermId>
        </TermInfo>
      </Terms>
    </j60c3ced31bb40378c6254d49035d966>
    <RoutingRuleDescription xmlns="http://schemas.microsoft.com/sharepoint/v3" xsi:nil="true"/>
    <_Status xmlns="http://schemas.microsoft.com/sharepoint/v3/fields">Not Started</_Status>
  </documentManagement>
</p:properties>
</file>

<file path=customXml/item4.xml><?xml version="1.0" encoding="utf-8"?>
<ct:contentTypeSchema xmlns:ct="http://schemas.microsoft.com/office/2006/metadata/contentType" xmlns:ma="http://schemas.microsoft.com/office/2006/metadata/properties/metaAttributes" ct:_="" ma:_="" ma:contentTypeName="ARM Document" ma:contentTypeID="0x0101005C6975769EB1684CAB07571CAE07A11B0100BC81FA0C64ACC243A77959D9266C7751" ma:contentTypeVersion="27" ma:contentTypeDescription="" ma:contentTypeScope="" ma:versionID="c3d44a507a30e34bb56df6cb41b0e970">
  <xsd:schema xmlns:xsd="http://www.w3.org/2001/XMLSchema" xmlns:xs="http://www.w3.org/2001/XMLSchema" xmlns:p="http://schemas.microsoft.com/office/2006/metadata/properties" xmlns:ns1="http://schemas.microsoft.com/sharepoint/v3" xmlns:ns2="f2ad5090-61a8-4b8c-ab70-68f4ff4d1933" xmlns:ns3="http://schemas.microsoft.com/sharepoint/v3/fields" xmlns:ns4="c0950e01-db07-4e41-9c32-b7a8e9fccc9b" targetNamespace="http://schemas.microsoft.com/office/2006/metadata/properties" ma:root="true" ma:fieldsID="d6365f768a9cf65e3d0aaa644537f94f" ns1:_="" ns2:_="" ns3:_="" ns4:_="">
    <xsd:import namespace="http://schemas.microsoft.com/sharepoint/v3"/>
    <xsd:import namespace="f2ad5090-61a8-4b8c-ab70-68f4ff4d1933"/>
    <xsd:import namespace="http://schemas.microsoft.com/sharepoint/v3/fields"/>
    <xsd:import namespace="c0950e01-db07-4e41-9c32-b7a8e9fccc9b"/>
    <xsd:element name="properties">
      <xsd:complexType>
        <xsd:sequence>
          <xsd:element name="documentManagement">
            <xsd:complexType>
              <xsd:all>
                <xsd:element ref="ns1:RoutingRuleDescription" minOccurs="0"/>
                <xsd:element ref="ns2:Document_x0020_Author" minOccurs="0"/>
                <xsd:element ref="ns3:_Status"/>
                <xsd:element ref="ns2:Document_x0020_Confidentiality"/>
                <xsd:element ref="ns2:_dlc_DocId" minOccurs="0"/>
                <xsd:element ref="ns2:_dlc_DocIdUrl" minOccurs="0"/>
                <xsd:element ref="ns2:_dlc_DocIdPersistId" minOccurs="0"/>
                <xsd:element ref="ns2:ARM_x0020_Legacy_x0020_ID" minOccurs="0"/>
                <xsd:element ref="ns2:Current_x0020_Version" minOccurs="0"/>
                <xsd:element ref="ns2:j60c3ced31bb40378c6254d49035d966" minOccurs="0"/>
                <xsd:element ref="ns2:TaxCatchAll" minOccurs="0"/>
                <xsd:element ref="ns2:TaxCatchAllLabel" minOccurs="0"/>
                <xsd:element ref="ns4:Categor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RoutingRuleDescription" ma:index="2" nillable="true" ma:displayName="Description" ma:internalName="RoutingRuleDescription" ma:readOnly="false">
      <xsd:simpleType>
        <xsd:restriction base="dms:Text">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f2ad5090-61a8-4b8c-ab70-68f4ff4d1933" elementFormDefault="qualified">
    <xsd:import namespace="http://schemas.microsoft.com/office/2006/documentManagement/types"/>
    <xsd:import namespace="http://schemas.microsoft.com/office/infopath/2007/PartnerControls"/>
    <xsd:element name="Document_x0020_Author" ma:index="3" nillable="true" ma:displayName="Document Author" ma:list="UserInfo" ma:SharePointGroup="0" ma:internalName="Document_x0020_Author" ma:showField="ImnNam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Document_x0020_Confidentiality" ma:index="5" ma:displayName="Document Confidentiality" ma:default="Confidential" ma:format="Dropdown" ma:internalName="Document_x0020_Confidentiality">
      <xsd:simpleType>
        <xsd:restriction base="dms:Choice">
          <xsd:enumeration value="Secret"/>
          <xsd:enumeration value="Confidential-Restricted"/>
          <xsd:enumeration value="Confidential"/>
          <xsd:enumeration value="Non-Confidential"/>
          <xsd:enumeration value="Personal"/>
        </xsd:restriction>
      </xsd:simpleType>
    </xsd:element>
    <xsd:element name="_dlc_DocId" ma:index="8" nillable="true" ma:displayName="Document ID Value" ma:description="The value of the document ID assigned to this item." ma:internalName="_dlc_DocId" ma:readOnly="true">
      <xsd:simpleType>
        <xsd:restriction base="dms:Text"/>
      </xsd:simpleType>
    </xsd:element>
    <xsd:element name="_dlc_DocIdUrl" ma:index="9" nillable="true" ma:displayName="Document ID" ma:description="Permanent link to this document."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_dlc_DocIdPersistId" ma:index="10" nillable="true" ma:displayName="Persist ID" ma:description="Keep ID on add." ma:hidden="true" ma:internalName="_dlc_DocIdPersistId" ma:readOnly="true">
      <xsd:simpleType>
        <xsd:restriction base="dms:Boolean"/>
      </xsd:simpleType>
    </xsd:element>
    <xsd:element name="ARM_x0020_Legacy_x0020_ID" ma:index="16" nillable="true" ma:displayName="ARM Legacy ID" ma:internalName="ARM_x0020_Legacy_x0020_ID">
      <xsd:simpleType>
        <xsd:restriction base="dms:Text">
          <xsd:maxLength value="255"/>
        </xsd:restriction>
      </xsd:simpleType>
    </xsd:element>
    <xsd:element name="Current_x0020_Version" ma:index="17" nillable="true" ma:displayName="Current Version" ma:description="The current version number of the file in SharePoint." ma:internalName="Current_x0020_Version" ma:readOnly="false">
      <xsd:simpleType>
        <xsd:restriction base="dms:Text">
          <xsd:maxLength value="255"/>
        </xsd:restriction>
      </xsd:simpleType>
    </xsd:element>
    <xsd:element name="j60c3ced31bb40378c6254d49035d966" ma:index="18" nillable="true" ma:taxonomy="true" ma:internalName="j60c3ced31bb40378c6254d49035d966" ma:taxonomyFieldName="Calendar_x0020_Year" ma:displayName="Calendar Year" ma:readOnly="false" ma:default="7;#2017|58467e81-5d99-44a5-abb5-12a016b65e9e" ma:fieldId="{360c3ced-31bb-4037-8c62-54d49035d966}" ma:sspId="982c6e79-63e2-4d63-9b21-99d1544b0b75" ma:termSetId="c604d99f-773e-49a6-a2c0-6d4bc7541120" ma:anchorId="00000000-0000-0000-0000-000000000000" ma:open="false" ma:isKeyword="false">
      <xsd:complexType>
        <xsd:sequence>
          <xsd:element ref="pc:Terms" minOccurs="0" maxOccurs="1"/>
        </xsd:sequence>
      </xsd:complexType>
    </xsd:element>
    <xsd:element name="TaxCatchAll" ma:index="19" nillable="true" ma:displayName="Taxonomy Catch All Column" ma:hidden="true" ma:list="{a9424fa9-fdb0-43c3-9a79-ae027323b92a}" ma:internalName="TaxCatchAll" ma:showField="CatchAllData" ma:web="f2ad5090-61a8-4b8c-ab70-68f4ff4d1933">
      <xsd:complexType>
        <xsd:complexContent>
          <xsd:extension base="dms:MultiChoiceLookup">
            <xsd:sequence>
              <xsd:element name="Value" type="dms:Lookup" maxOccurs="unbounded" minOccurs="0" nillable="true"/>
            </xsd:sequence>
          </xsd:extension>
        </xsd:complexContent>
      </xsd:complexType>
    </xsd:element>
    <xsd:element name="TaxCatchAllLabel" ma:index="20" nillable="true" ma:displayName="Taxonomy Catch All Column1" ma:hidden="true" ma:list="{a9424fa9-fdb0-43c3-9a79-ae027323b92a}" ma:internalName="TaxCatchAllLabel" ma:readOnly="true" ma:showField="CatchAllDataLabel" ma:web="f2ad5090-61a8-4b8c-ab70-68f4ff4d1933">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fields" elementFormDefault="qualified">
    <xsd:import namespace="http://schemas.microsoft.com/office/2006/documentManagement/types"/>
    <xsd:import namespace="http://schemas.microsoft.com/office/infopath/2007/PartnerControls"/>
    <xsd:element name="_Status" ma:index="4" ma:displayName="Status" ma:default="Not Started" ma:internalName="_Status" ma:readOnly="false">
      <xsd:simpleType>
        <xsd:union memberTypes="dms:Text">
          <xsd:simpleType>
            <xsd:restriction base="dms:Choice">
              <xsd:enumeration value="Not Started"/>
              <xsd:enumeration value="Draft"/>
              <xsd:enumeration value="Reviewed"/>
              <xsd:enumeration value="Scheduled"/>
              <xsd:enumeration value="Published"/>
              <xsd:enumeration value="Final"/>
              <xsd:enumeration value="Expired"/>
            </xsd:restriction>
          </xsd:simpleType>
        </xsd:union>
      </xsd:simpleType>
    </xsd:element>
  </xsd:schema>
  <xsd:schema xmlns:xsd="http://www.w3.org/2001/XMLSchema" xmlns:xs="http://www.w3.org/2001/XMLSchema" xmlns:dms="http://schemas.microsoft.com/office/2006/documentManagement/types" xmlns:pc="http://schemas.microsoft.com/office/infopath/2007/PartnerControls" targetNamespace="c0950e01-db07-4e41-9c32-b7a8e9fccc9b" elementFormDefault="qualified">
    <xsd:import namespace="http://schemas.microsoft.com/office/2006/documentManagement/types"/>
    <xsd:import namespace="http://schemas.microsoft.com/office/infopath/2007/PartnerControls"/>
    <xsd:element name="Category" ma:index="22" nillable="true" ma:displayName="Category" ma:format="Dropdown" ma:internalName="Category">
      <xsd:simpleType>
        <xsd:restriction base="dms:Choice">
          <xsd:enumeration value="Word Documents - UK"/>
          <xsd:enumeration value="Word Documents - US"/>
          <xsd:enumeration value="Board Presentation Templates"/>
          <xsd:enumeration value="Public Presentation Templates"/>
          <xsd:enumeration value="Private Presentation Templates"/>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11" ma:displayName="Content Type"/>
        <xsd:element ref="dc:title" minOccurs="0" maxOccurs="1" ma:index="1" ma:displayName="Title"/>
        <xsd:element ref="dc:subject" minOccurs="0" maxOccurs="1"/>
        <xsd:element ref="dc:description" minOccurs="0" maxOccurs="1"/>
        <xsd:element name="keywords" minOccurs="0" maxOccurs="1" type="xsd:string" ma:index="6" ma:displayName="Keywords"/>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axOccurs="1" ma:displayName="Status">
          <xsd:simpleType xmlns:xs="http://www.w3.org/2001/XMLSchema">
            <xsd:restriction base="xsd:string">
              <xsd:minLength value="1"/>
            </xsd:restriction>
          </xsd:simpleType>
        </xsd:element>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5.xml><?xml version="1.0" encoding="utf-8"?>
<?mso-contentType ?>
<spe:Receivers xmlns:spe="http://schemas.microsoft.com/sharepoint/events">
  <Receiver>
    <Name>Document ID Generator</Name>
    <Synchronization>Synchronous</Synchronization>
    <Type>10001</Type>
    <SequenceNumber>1000</SequenceNumber>
    <Assembly>Microsoft.Office.DocumentManagement, Version=14.0.0.0, Culture=neutral, PublicKeyToken=71e9bce111e9429c</Assembly>
    <Class>Microsoft.Office.DocumentManagement.Internal.DocIdHandler</Class>
    <Data/>
    <Filter/>
  </Receiver>
  <Receiver>
    <Name>Document ID Generator</Name>
    <Synchronization>Synchronous</Synchronization>
    <Type>10002</Type>
    <SequenceNumber>1001</SequenceNumber>
    <Assembly>Microsoft.Office.DocumentManagement, Version=14.0.0.0, Culture=neutral, PublicKeyToken=71e9bce111e9429c</Assembly>
    <Class>Microsoft.Office.DocumentManagement.Internal.DocIdHandler</Class>
    <Data/>
    <Filter/>
  </Receiver>
  <Receiver>
    <Name>Document ID Generator</Name>
    <Synchronization>Synchronous</Synchronization>
    <Type>10004</Type>
    <SequenceNumber>1002</SequenceNumber>
    <Assembly>Microsoft.Office.DocumentManagement, Version=14.0.0.0, Culture=neutral, PublicKeyToken=71e9bce111e9429c</Assembly>
    <Class>Microsoft.Office.DocumentManagement.Internal.DocIdHandler</Class>
    <Data/>
    <Filter/>
  </Receiver>
  <Receiver>
    <Name>Document ID Generator</Name>
    <Synchronization>Synchronous</Synchronization>
    <Type>10006</Type>
    <SequenceNumber>1003</SequenceNumber>
    <Assembly>Microsoft.Office.DocumentManagement, Version=14.0.0.0, Culture=neutral, PublicKeyToken=71e9bce111e9429c</Assembly>
    <Class>Microsoft.Office.DocumentManagement.Internal.DocIdHandler</Class>
    <Data/>
    <Filter/>
  </Receiver>
</spe:Receivers>
</file>

<file path=customXml/itemProps1.xml><?xml version="1.0" encoding="utf-8"?>
<ds:datastoreItem xmlns:ds="http://schemas.openxmlformats.org/officeDocument/2006/customXml" ds:itemID="{C959113B-7FA4-40AB-AF85-5C5588D4771C}">
  <ds:schemaRefs>
    <ds:schemaRef ds:uri="http://schemas.microsoft.com/office/2006/metadata/customXsn"/>
  </ds:schemaRefs>
</ds:datastoreItem>
</file>

<file path=customXml/itemProps2.xml><?xml version="1.0" encoding="utf-8"?>
<ds:datastoreItem xmlns:ds="http://schemas.openxmlformats.org/officeDocument/2006/customXml" ds:itemID="{82EFBBFE-5AFC-4CAD-AD38-1CB870BDB255}">
  <ds:schemaRefs>
    <ds:schemaRef ds:uri="http://schemas.microsoft.com/sharepoint/v3/contenttype/forms"/>
  </ds:schemaRefs>
</ds:datastoreItem>
</file>

<file path=customXml/itemProps3.xml><?xml version="1.0" encoding="utf-8"?>
<ds:datastoreItem xmlns:ds="http://schemas.openxmlformats.org/officeDocument/2006/customXml" ds:itemID="{B61D4E06-5D3F-4994-A4A7-4BA626FA722D}">
  <ds:schemaRefs>
    <ds:schemaRef ds:uri="http://schemas.microsoft.com/sharepoint/v3"/>
    <ds:schemaRef ds:uri="http://purl.org/dc/elements/1.1/"/>
    <ds:schemaRef ds:uri="http://schemas.microsoft.com/office/2006/documentManagement/types"/>
    <ds:schemaRef ds:uri="http://www.w3.org/XML/1998/namespace"/>
    <ds:schemaRef ds:uri="http://schemas.microsoft.com/office/infopath/2007/PartnerControls"/>
    <ds:schemaRef ds:uri="http://schemas.openxmlformats.org/package/2006/metadata/core-properties"/>
    <ds:schemaRef ds:uri="c0950e01-db07-4e41-9c32-b7a8e9fccc9b"/>
    <ds:schemaRef ds:uri="http://purl.org/dc/dcmitype/"/>
    <ds:schemaRef ds:uri="http://purl.org/dc/terms/"/>
    <ds:schemaRef ds:uri="http://schemas.microsoft.com/sharepoint/v3/fields"/>
    <ds:schemaRef ds:uri="f2ad5090-61a8-4b8c-ab70-68f4ff4d1933"/>
    <ds:schemaRef ds:uri="http://schemas.microsoft.com/office/2006/metadata/properties"/>
  </ds:schemaRefs>
</ds:datastoreItem>
</file>

<file path=customXml/itemProps4.xml><?xml version="1.0" encoding="utf-8"?>
<ds:datastoreItem xmlns:ds="http://schemas.openxmlformats.org/officeDocument/2006/customXml" ds:itemID="{5675509F-A6F5-4147-861D-E4CC99F48FA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f2ad5090-61a8-4b8c-ab70-68f4ff4d1933"/>
    <ds:schemaRef ds:uri="http://schemas.microsoft.com/sharepoint/v3/fields"/>
    <ds:schemaRef ds:uri="c0950e01-db07-4e41-9c32-b7a8e9fccc9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5.xml><?xml version="1.0" encoding="utf-8"?>
<ds:datastoreItem xmlns:ds="http://schemas.openxmlformats.org/officeDocument/2006/customXml" ds:itemID="{1E7F2E56-8924-419D-99E9-79DB71144EB2}">
  <ds:schemaRefs>
    <ds:schemaRef ds:uri="http://schemas.microsoft.com/sharepoint/events"/>
  </ds:schemaRefs>
</ds:datastoreItem>
</file>

<file path=docProps/app.xml><?xml version="1.0" encoding="utf-8"?>
<Properties xmlns="http://schemas.openxmlformats.org/officeDocument/2006/extended-properties" xmlns:vt="http://schemas.openxmlformats.org/officeDocument/2006/docPropsVTypes">
  <Template>Arm_Public_2026</Template>
  <TotalTime>3</TotalTime>
  <Words>1694</Words>
  <Application>Microsoft Office PowerPoint</Application>
  <PresentationFormat>Widescreen</PresentationFormat>
  <Paragraphs>214</Paragraphs>
  <Slides>17</Slides>
  <Notes>15</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17</vt:i4>
      </vt:variant>
    </vt:vector>
  </HeadingPairs>
  <TitlesOfParts>
    <vt:vector size="23" baseType="lpstr">
      <vt:lpstr>Arial</vt:lpstr>
      <vt:lpstr>Calibri</vt:lpstr>
      <vt:lpstr>Courier New</vt:lpstr>
      <vt:lpstr>Wingdings</vt:lpstr>
      <vt:lpstr>Arm_Public_2026_Lightmode</vt:lpstr>
      <vt:lpstr>Arm_Public_2026_Darkmode</vt:lpstr>
      <vt:lpstr>CMSIS-RTOS2</vt:lpstr>
      <vt:lpstr>Content of this Module</vt:lpstr>
      <vt:lpstr>Real-Time Operating Systems </vt:lpstr>
      <vt:lpstr>Why RTOS on embedded systems?</vt:lpstr>
      <vt:lpstr>A case in point</vt:lpstr>
      <vt:lpstr>Super-loop</vt:lpstr>
      <vt:lpstr>RTX5</vt:lpstr>
      <vt:lpstr>FreeRTOS                           </vt:lpstr>
      <vt:lpstr>RTX5 Structure</vt:lpstr>
      <vt:lpstr>FreeRTOS Structure</vt:lpstr>
      <vt:lpstr>RTX5 Files</vt:lpstr>
      <vt:lpstr>FreeRTOS Files</vt:lpstr>
      <vt:lpstr>CMSIS and CMSIS-RTOS2</vt:lpstr>
      <vt:lpstr>RTX_Conf_CM.c</vt:lpstr>
      <vt:lpstr>CMSIS and CMSIS-RTOS2</vt:lpstr>
      <vt:lpstr>CMSIS-RTOS2 and RTOS Kernel Backends </vt:lpstr>
      <vt:lpstr>PowerPoint Presentation</vt:lpstr>
    </vt:vector>
  </TitlesOfParts>
  <Manager/>
  <Company>Arm</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Tom Carter</dc:creator>
  <cp:keywords/>
  <dc:description/>
  <cp:lastModifiedBy>Tom Carter</cp:lastModifiedBy>
  <cp:revision>3</cp:revision>
  <dcterms:created xsi:type="dcterms:W3CDTF">2026-02-03T12:01:19Z</dcterms:created>
  <dcterms:modified xsi:type="dcterms:W3CDTF">2026-08-06T09:46:01Z</dcterms:modified>
  <cp:category/>
  <cp:contentStatus>Published</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45c40ffca3445d9bf3205a60bd2f6d6">
    <vt:lpwstr>Confidential|28d1025d-1415-4984-b35e-5b79e7d32b5c</vt:lpwstr>
  </property>
  <property fmtid="{D5CDD505-2E9C-101B-9397-08002B2CF9AE}" pid="3" name="TaxKeyword">
    <vt:lpwstr/>
  </property>
  <property fmtid="{D5CDD505-2E9C-101B-9397-08002B2CF9AE}" pid="4" name="_dlc_policyId">
    <vt:lpwstr>0x0101004E4B3E189D714F49A85ED613D6AE4F95|-1756139441</vt:lpwstr>
  </property>
  <property fmtid="{D5CDD505-2E9C-101B-9397-08002B2CF9AE}" pid="5" name="_dlc_DocIdItemGuid">
    <vt:lpwstr>e89a121e-355c-4cb1-879e-045fefeb8c84</vt:lpwstr>
  </property>
  <property fmtid="{D5CDD505-2E9C-101B-9397-08002B2CF9AE}" pid="6" name="_dlc_ItemStageId">
    <vt:lpwstr>1</vt:lpwstr>
  </property>
  <property fmtid="{D5CDD505-2E9C-101B-9397-08002B2CF9AE}" pid="7" name="j60c3ced31bb40378c6254d49035d966">
    <vt:lpwstr>2015|ee47c3e7-6a69-4f36-9adf-1007c8d399a4</vt:lpwstr>
  </property>
  <property fmtid="{D5CDD505-2E9C-101B-9397-08002B2CF9AE}" pid="8" name="vti_description">
    <vt:lpwstr/>
  </property>
  <property fmtid="{D5CDD505-2E9C-101B-9397-08002B2CF9AE}" pid="9" name="WorkflowChangePath">
    <vt:lpwstr>1069b4ef-e6f3-4ad7-8c8e-772136578697,10;</vt:lpwstr>
  </property>
  <property fmtid="{D5CDD505-2E9C-101B-9397-08002B2CF9AE}" pid="10" name="Confidentiality">
    <vt:lpwstr>1;#Confidential|28d1025d-1415-4984-b35e-5b79e7d32b5c</vt:lpwstr>
  </property>
  <property fmtid="{D5CDD505-2E9C-101B-9397-08002B2CF9AE}" pid="11" name="ContentTypeId">
    <vt:lpwstr>0x0101005C6975769EB1684CAB07571CAE07A11B0100BC81FA0C64ACC243A77959D9266C7751</vt:lpwstr>
  </property>
  <property fmtid="{D5CDD505-2E9C-101B-9397-08002B2CF9AE}" pid="12" name="Calendar Year">
    <vt:lpwstr>7;#2017|58467e81-5d99-44a5-abb5-12a016b65e9e</vt:lpwstr>
  </property>
  <property fmtid="{D5CDD505-2E9C-101B-9397-08002B2CF9AE}" pid="13" name="TaxCatchAll">
    <vt:lpwstr/>
  </property>
  <property fmtid="{D5CDD505-2E9C-101B-9397-08002B2CF9AE}" pid="14" name="TaxKeywordTaxHTField">
    <vt:lpwstr/>
  </property>
  <property fmtid="{D5CDD505-2E9C-101B-9397-08002B2CF9AE}" pid="15" name="ItemRetentionFormula">
    <vt:lpwstr/>
  </property>
  <property fmtid="{D5CDD505-2E9C-101B-9397-08002B2CF9AE}" pid="16" name="_dlc_LastRun">
    <vt:lpwstr>08/15/2015 23:02:11</vt:lpwstr>
  </property>
</Properties>
</file>