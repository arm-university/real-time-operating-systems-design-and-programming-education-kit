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431" r:id="rId6"/>
    <p:sldMasterId id="2147485659" r:id="rId7"/>
  </p:sldMasterIdLst>
  <p:notesMasterIdLst>
    <p:notesMasterId r:id="rId33"/>
  </p:notesMasterIdLst>
  <p:handoutMasterIdLst>
    <p:handoutMasterId r:id="rId34"/>
  </p:handoutMasterIdLst>
  <p:sldIdLst>
    <p:sldId id="466" r:id="rId8"/>
    <p:sldId id="276" r:id="rId9"/>
    <p:sldId id="321" r:id="rId10"/>
    <p:sldId id="348" r:id="rId11"/>
    <p:sldId id="349" r:id="rId12"/>
    <p:sldId id="350" r:id="rId13"/>
    <p:sldId id="351" r:id="rId14"/>
    <p:sldId id="352" r:id="rId15"/>
    <p:sldId id="353" r:id="rId16"/>
    <p:sldId id="354" r:id="rId17"/>
    <p:sldId id="355" r:id="rId18"/>
    <p:sldId id="330" r:id="rId19"/>
    <p:sldId id="331" r:id="rId20"/>
    <p:sldId id="357" r:id="rId21"/>
    <p:sldId id="358" r:id="rId22"/>
    <p:sldId id="359" r:id="rId23"/>
    <p:sldId id="333" r:id="rId24"/>
    <p:sldId id="360" r:id="rId25"/>
    <p:sldId id="361" r:id="rId26"/>
    <p:sldId id="338" r:id="rId27"/>
    <p:sldId id="340" r:id="rId28"/>
    <p:sldId id="342" r:id="rId29"/>
    <p:sldId id="344" r:id="rId30"/>
    <p:sldId id="341" r:id="rId31"/>
    <p:sldId id="320" r:id="rId3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83F7"/>
    <a:srgbClr val="6E2FF1"/>
    <a:srgbClr val="E0D1FC"/>
    <a:srgbClr val="000000"/>
    <a:srgbClr val="FFFFFF"/>
    <a:srgbClr val="080225"/>
    <a:srgbClr val="FF6900"/>
    <a:srgbClr val="00C1DE"/>
    <a:srgbClr val="7F7F7F"/>
    <a:srgbClr val="333E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87" autoAdjust="0"/>
    <p:restoredTop sz="65328" autoAdjust="0"/>
  </p:normalViewPr>
  <p:slideViewPr>
    <p:cSldViewPr snapToGrid="0">
      <p:cViewPr varScale="1">
        <p:scale>
          <a:sx n="40" d="100"/>
          <a:sy n="40" d="100"/>
        </p:scale>
        <p:origin x="1888" y="2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68" d="100"/>
          <a:sy n="168" d="100"/>
        </p:scale>
        <p:origin x="543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microsoft.com/office/2016/11/relationships/changesInfo" Target="changesInfos/changesInfo1.xml"/><Relationship Id="rId21" Type="http://schemas.openxmlformats.org/officeDocument/2006/relationships/slide" Target="slides/slide14.xml"/><Relationship Id="rId34" Type="http://schemas.openxmlformats.org/officeDocument/2006/relationships/handoutMaster" Target="handoutMasters/handoutMaster1.xml"/><Relationship Id="rId7" Type="http://schemas.openxmlformats.org/officeDocument/2006/relationships/slideMaster" Target="slideMasters/slideMaster2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presProps" Target="pres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Carter" userId="db1a6269-4a98-40f4-850a-a379349c8455" providerId="ADAL" clId="{8ED9CBED-E239-474C-B5EF-50FDB873F75D}"/>
    <pc:docChg chg="modSld">
      <pc:chgData name="Tom Carter" userId="db1a6269-4a98-40f4-850a-a379349c8455" providerId="ADAL" clId="{8ED9CBED-E239-474C-B5EF-50FDB873F75D}" dt="2025-10-15T08:19:01.011" v="8" actId="20577"/>
      <pc:docMkLst>
        <pc:docMk/>
      </pc:docMkLst>
      <pc:sldChg chg="modNotesTx">
        <pc:chgData name="Tom Carter" userId="db1a6269-4a98-40f4-850a-a379349c8455" providerId="ADAL" clId="{8ED9CBED-E239-474C-B5EF-50FDB873F75D}" dt="2025-10-15T08:17:03.345" v="6" actId="20577"/>
        <pc:sldMkLst>
          <pc:docMk/>
          <pc:sldMk cId="2213281393" sldId="331"/>
        </pc:sldMkLst>
      </pc:sldChg>
      <pc:sldChg chg="modSp mod">
        <pc:chgData name="Tom Carter" userId="db1a6269-4a98-40f4-850a-a379349c8455" providerId="ADAL" clId="{8ED9CBED-E239-474C-B5EF-50FDB873F75D}" dt="2025-10-15T08:19:01.011" v="8" actId="20577"/>
        <pc:sldMkLst>
          <pc:docMk/>
          <pc:sldMk cId="1758636611" sldId="341"/>
        </pc:sldMkLst>
        <pc:spChg chg="mod">
          <ac:chgData name="Tom Carter" userId="db1a6269-4a98-40f4-850a-a379349c8455" providerId="ADAL" clId="{8ED9CBED-E239-474C-B5EF-50FDB873F75D}" dt="2025-10-15T08:19:01.011" v="8" actId="20577"/>
          <ac:spMkLst>
            <pc:docMk/>
            <pc:sldMk cId="1758636611" sldId="341"/>
            <ac:spMk id="3" creationId="{00000000-0000-0000-0000-000000000000}"/>
          </ac:spMkLst>
        </pc:spChg>
      </pc:sldChg>
      <pc:sldChg chg="modSp mod">
        <pc:chgData name="Tom Carter" userId="db1a6269-4a98-40f4-850a-a379349c8455" providerId="ADAL" clId="{8ED9CBED-E239-474C-B5EF-50FDB873F75D}" dt="2025-10-15T08:13:35.863" v="1" actId="20577"/>
        <pc:sldMkLst>
          <pc:docMk/>
          <pc:sldMk cId="2746885907" sldId="349"/>
        </pc:sldMkLst>
        <pc:spChg chg="mod">
          <ac:chgData name="Tom Carter" userId="db1a6269-4a98-40f4-850a-a379349c8455" providerId="ADAL" clId="{8ED9CBED-E239-474C-B5EF-50FDB873F75D}" dt="2025-10-15T08:13:35.863" v="1" actId="20577"/>
          <ac:spMkLst>
            <pc:docMk/>
            <pc:sldMk cId="2746885907" sldId="349"/>
            <ac:spMk id="2" creationId="{B937CFEF-093B-0BCB-FBB6-88EA059958CF}"/>
          </ac:spMkLst>
        </pc:spChg>
      </pc:sldChg>
      <pc:sldChg chg="modNotesTx">
        <pc:chgData name="Tom Carter" userId="db1a6269-4a98-40f4-850a-a379349c8455" providerId="ADAL" clId="{8ED9CBED-E239-474C-B5EF-50FDB873F75D}" dt="2025-10-15T08:15:33.253" v="3" actId="20577"/>
        <pc:sldMkLst>
          <pc:docMk/>
          <pc:sldMk cId="3299030328" sldId="352"/>
        </pc:sldMkLst>
      </pc:sldChg>
      <pc:sldChg chg="modSp mod">
        <pc:chgData name="Tom Carter" userId="db1a6269-4a98-40f4-850a-a379349c8455" providerId="ADAL" clId="{8ED9CBED-E239-474C-B5EF-50FDB873F75D}" dt="2025-10-15T08:18:27.743" v="7" actId="1076"/>
        <pc:sldMkLst>
          <pc:docMk/>
          <pc:sldMk cId="2369253164" sldId="361"/>
        </pc:sldMkLst>
        <pc:spChg chg="mod">
          <ac:chgData name="Tom Carter" userId="db1a6269-4a98-40f4-850a-a379349c8455" providerId="ADAL" clId="{8ED9CBED-E239-474C-B5EF-50FDB873F75D}" dt="2025-10-15T08:18:27.743" v="7" actId="1076"/>
          <ac:spMkLst>
            <pc:docMk/>
            <pc:sldMk cId="2369253164" sldId="361"/>
            <ac:spMk id="3" creationId="{2BD83554-545F-8AD5-9786-749B83050D9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B394A5-FD1F-430F-BB3A-F7878AC293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3CE605-DAD4-4C64-BE6E-BE3D8E5504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699187-58AF-4D6B-8526-D5C98A6AF8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79C45C6D-DBFC-4B67-A8DE-9C2360ACC9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31822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7C0424-39BA-4205-9510-7D8372B40F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0861BC-4E89-4909-9F41-7A6E2018373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5B25F150-DB0B-4758-AFA9-222A6E446235}" type="datetimeFigureOut">
              <a:rPr lang="en-US" altLang="en-US"/>
              <a:pPr>
                <a:defRPr/>
              </a:pPr>
              <a:t>10/15/2025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5B20C51-CC4D-4C34-9C63-92F50CE02E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AC138B7-E2A5-4B5D-ADC2-E53A511B52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61A1A-4481-471C-A253-BE997586AA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0DDD9-A1C6-46BA-89ED-AF0DD2672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3B16354E-6974-4833-AB87-3220A0835E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67580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ts val="6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arrgroup.com/Embedded-Systems/How-To/RTOS-Mutex-Semaphore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</a:t>
            </a:r>
            <a:r>
              <a:rPr lang="en-US" baseline="0" dirty="0"/>
              <a:t> previous module we learnt about CMSIS-RTOS2 Threads and time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9786E7-EDAB-724E-B5AE-1BDD6B8AC67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329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Inter-</a:t>
            </a:r>
            <a:r>
              <a:rPr lang="en-GB" baseline="0" dirty="0"/>
              <a:t>Thread communication mechanisms in CMSIS-RTOS2 are: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dirty="0"/>
              <a:t>Events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dirty="0" err="1"/>
              <a:t>Mutex</a:t>
            </a:r>
            <a:endParaRPr lang="en-GB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dirty="0"/>
              <a:t>Semaphore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dirty="0"/>
              <a:t>Mailbox</a:t>
            </a:r>
          </a:p>
          <a:p>
            <a:r>
              <a:rPr lang="en-GB" dirty="0"/>
              <a:t>Events,</a:t>
            </a:r>
            <a:r>
              <a:rPr lang="en-GB" baseline="0" dirty="0"/>
              <a:t> mutex and semaphore provide synchronization of Threads.</a:t>
            </a:r>
          </a:p>
          <a:p>
            <a:r>
              <a:rPr lang="en-GB" baseline="0" dirty="0"/>
              <a:t>Mailbox provides data communication between Threads.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9786E7-EDAB-724E-B5AE-1BDD6B8AC67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55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9F850-6B59-F7BE-B100-2E6DAB89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8445E1-70F4-3373-11A9-A37A80938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A2C28B-769C-1112-2A56-B442DD4DD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Instead of busy waiting for a flag,</a:t>
            </a:r>
            <a:r>
              <a:rPr lang="en-GB" baseline="0" dirty="0"/>
              <a:t> “Events” can be used by Threads to signal to other Threads.</a:t>
            </a:r>
          </a:p>
          <a:p>
            <a:r>
              <a:rPr lang="en-GB" baseline="0" dirty="0"/>
              <a:t>Each Thread has 16 private event flags (stored in TCB register).</a:t>
            </a:r>
          </a:p>
          <a:p>
            <a:r>
              <a:rPr lang="en-GB" baseline="0" dirty="0"/>
              <a:t>Wait for events can be a WAIT_AND or WAIT_OR event.</a:t>
            </a:r>
          </a:p>
          <a:p>
            <a:r>
              <a:rPr lang="en-GB" dirty="0"/>
              <a:t>Once the required event flags are set, the Thread will be put back to the READY state and wait for the scheduler to dispatch it.</a:t>
            </a:r>
          </a:p>
          <a:p>
            <a:r>
              <a:rPr lang="en-GB" dirty="0"/>
              <a:t>Flags can also be cleared by other Threads.</a:t>
            </a:r>
            <a:endParaRPr lang="en-US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61E92-BCE0-7C41-7F10-E957D090F5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9786E7-EDAB-724E-B5AE-1BDD6B8AC67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000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D1FCC-FC17-3F53-A155-CD49CF39E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F392CF-A64A-F488-AB2C-68247FF36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2F1677-99EC-CDED-8325-D62F4A750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WAIT_ALL (And Events)</a:t>
            </a:r>
            <a:br>
              <a:rPr lang="en-US" dirty="0"/>
            </a:br>
            <a:r>
              <a:rPr lang="en-US" dirty="0"/>
              <a:t>Threads waiting for </a:t>
            </a:r>
            <a:r>
              <a:rPr lang="en-US" b="1" dirty="0"/>
              <a:t>all</a:t>
            </a:r>
            <a:r>
              <a:rPr lang="en-US" dirty="0"/>
              <a:t> event flags to be set.</a:t>
            </a:r>
            <a:br>
              <a:rPr lang="en-US" dirty="0"/>
            </a:br>
            <a:r>
              <a:rPr lang="en-US" dirty="0"/>
              <a:t>When all required flags are set, the Thread moves to </a:t>
            </a:r>
            <a:r>
              <a:rPr lang="en-US" b="1" dirty="0"/>
              <a:t>READY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Use </a:t>
            </a:r>
            <a:r>
              <a:rPr lang="en-US" dirty="0" err="1"/>
              <a:t>osEventFlagsWait</a:t>
            </a:r>
            <a:r>
              <a:rPr lang="en-US" dirty="0"/>
              <a:t>() with </a:t>
            </a:r>
            <a:r>
              <a:rPr lang="en-US" dirty="0" err="1"/>
              <a:t>osFlagsWaitAll</a:t>
            </a:r>
            <a:r>
              <a:rPr lang="en-US" dirty="0"/>
              <a:t> option.</a:t>
            </a:r>
          </a:p>
          <a:p>
            <a:pPr>
              <a:buNone/>
            </a:pPr>
            <a:r>
              <a:rPr lang="en-US" b="1" dirty="0"/>
              <a:t>WAIT_ANY (Or Events)</a:t>
            </a:r>
            <a:br>
              <a:rPr lang="en-US" dirty="0"/>
            </a:br>
            <a:r>
              <a:rPr lang="en-US" dirty="0"/>
              <a:t>Threads waiting for </a:t>
            </a:r>
            <a:r>
              <a:rPr lang="en-US" b="1" dirty="0"/>
              <a:t>any one</a:t>
            </a:r>
            <a:r>
              <a:rPr lang="en-US" dirty="0"/>
              <a:t> event flag to be set.</a:t>
            </a:r>
            <a:br>
              <a:rPr lang="en-US" dirty="0"/>
            </a:br>
            <a:r>
              <a:rPr lang="en-US" dirty="0"/>
              <a:t>When any monitored flag occurs, the Thread moves to </a:t>
            </a:r>
            <a:r>
              <a:rPr lang="en-US" b="1" dirty="0"/>
              <a:t>READY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Use </a:t>
            </a:r>
            <a:r>
              <a:rPr lang="en-US" dirty="0" err="1"/>
              <a:t>osEventFlagsWait</a:t>
            </a:r>
            <a:r>
              <a:rPr lang="en-US" dirty="0"/>
              <a:t>() with </a:t>
            </a:r>
            <a:r>
              <a:rPr lang="en-US" dirty="0" err="1"/>
              <a:t>osFlagsWaitAny</a:t>
            </a:r>
            <a:r>
              <a:rPr lang="en-US" dirty="0"/>
              <a:t> option.</a:t>
            </a:r>
          </a:p>
          <a:p>
            <a:pPr>
              <a:buNone/>
            </a:pPr>
            <a:r>
              <a:rPr lang="en-US" b="1" dirty="0"/>
              <a:t>READY</a:t>
            </a:r>
            <a:br>
              <a:rPr lang="en-US" dirty="0"/>
            </a:br>
            <a:r>
              <a:rPr lang="en-US" dirty="0"/>
              <a:t>Threads ready to run.</a:t>
            </a:r>
            <a:br>
              <a:rPr lang="en-US" dirty="0"/>
            </a:br>
            <a:r>
              <a:rPr lang="en-US" dirty="0"/>
              <a:t>Once the running thread completes or blocks, the scheduler picks the highest-priority READY Thread to run.</a:t>
            </a:r>
          </a:p>
          <a:p>
            <a:r>
              <a:rPr lang="en-US" b="1" dirty="0"/>
              <a:t>Timeout</a:t>
            </a:r>
            <a:br>
              <a:rPr lang="en-US" dirty="0"/>
            </a:br>
            <a:r>
              <a:rPr lang="en-US" dirty="0"/>
              <a:t>A timeout can cause the Thread to return to READY even if no event flags are set (based on ticks or infinite wait).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DA6AB-8DDC-CA2C-EAEB-7B13C725B4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9786E7-EDAB-724E-B5AE-1BDD6B8AC67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806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1B973-2011-07BB-EBA9-F8CB91BC7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A53BD-F026-F556-0189-AC45AE2FB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32B878-DC1D-8A27-3DDF-4F5EFD777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osEventFlagsSet</a:t>
            </a:r>
            <a:r>
              <a:rPr lang="en-GB" dirty="0"/>
              <a:t>() sets the specified bits for the event flags object.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waiting Thread is released when the required flags are satisfied.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Example modern usage: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 rtl="0">
              <a:buNone/>
            </a:pPr>
            <a:r>
              <a:rPr lang="en-GB" dirty="0" err="1"/>
              <a:t>osEventFlagsSet</a:t>
            </a:r>
            <a:r>
              <a:rPr lang="en-GB" dirty="0"/>
              <a:t>(</a:t>
            </a:r>
            <a:r>
              <a:rPr lang="en-GB" dirty="0" err="1"/>
              <a:t>myEventId</a:t>
            </a:r>
            <a:r>
              <a:rPr lang="en-GB" dirty="0"/>
              <a:t>, 0x0003);</a:t>
            </a:r>
          </a:p>
          <a:p>
            <a:pPr rtl="0">
              <a:buNone/>
            </a:pPr>
            <a:r>
              <a:rPr lang="en-GB" dirty="0"/>
              <a:t>uint32_t result = </a:t>
            </a:r>
            <a:r>
              <a:rPr lang="en-GB" dirty="0" err="1"/>
              <a:t>osEventFlagsWait</a:t>
            </a:r>
            <a:r>
              <a:rPr lang="en-GB" dirty="0"/>
              <a:t>(</a:t>
            </a:r>
            <a:r>
              <a:rPr lang="en-GB" dirty="0" err="1"/>
              <a:t>myEventId</a:t>
            </a:r>
            <a:r>
              <a:rPr lang="en-GB" dirty="0"/>
              <a:t>, 0x0003, </a:t>
            </a:r>
            <a:r>
              <a:rPr lang="en-GB" dirty="0" err="1"/>
              <a:t>osFlagsWaitAll</a:t>
            </a:r>
            <a:r>
              <a:rPr lang="en-GB" dirty="0"/>
              <a:t>, 500); </a:t>
            </a:r>
          </a:p>
          <a:p>
            <a:pPr rtl="0">
              <a:buNone/>
            </a:pPr>
            <a:r>
              <a:rPr lang="en-GB" dirty="0"/>
              <a:t>if (result &amp; </a:t>
            </a:r>
            <a:r>
              <a:rPr lang="en-GB" dirty="0" err="1"/>
              <a:t>osFlagsErrorTimeout</a:t>
            </a:r>
            <a:r>
              <a:rPr lang="en-GB" dirty="0"/>
              <a:t>) { </a:t>
            </a:r>
          </a:p>
          <a:p>
            <a:pPr rtl="0">
              <a:buNone/>
            </a:pPr>
            <a:r>
              <a:rPr lang="en-GB" dirty="0"/>
              <a:t>	</a:t>
            </a:r>
            <a:r>
              <a:rPr lang="en-GB" dirty="0" err="1"/>
              <a:t>printf</a:t>
            </a:r>
            <a:r>
              <a:rPr lang="en-GB" dirty="0"/>
              <a:t>("Event wait timeout.\n"); </a:t>
            </a:r>
          </a:p>
          <a:p>
            <a:pPr rtl="0">
              <a:buNone/>
            </a:pPr>
            <a:r>
              <a:rPr lang="en-GB" dirty="0"/>
              <a:t>} else { </a:t>
            </a:r>
          </a:p>
          <a:p>
            <a:pPr rtl="0">
              <a:buNone/>
            </a:pPr>
            <a:r>
              <a:rPr lang="en-GB" dirty="0"/>
              <a:t>	</a:t>
            </a:r>
            <a:r>
              <a:rPr lang="en-GB" dirty="0" err="1"/>
              <a:t>printf</a:t>
            </a:r>
            <a:r>
              <a:rPr lang="en-GB" dirty="0"/>
              <a:t>("Event received: 0x%08X\n", result); </a:t>
            </a:r>
          </a:p>
          <a:p>
            <a:pPr rtl="0">
              <a:buNone/>
            </a:pPr>
            <a:r>
              <a:rPr lang="en-GB" dirty="0"/>
              <a:t>}</a:t>
            </a:r>
          </a:p>
          <a:p>
            <a:pPr rtl="0">
              <a:buNone/>
            </a:pPr>
            <a:r>
              <a:rPr lang="en-GB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osEventFlagsWait</a:t>
            </a:r>
            <a:r>
              <a:rPr lang="en-GB" dirty="0"/>
              <a:t>() both </a:t>
            </a:r>
            <a:r>
              <a:rPr lang="en-GB" b="1" dirty="0"/>
              <a:t>waits</a:t>
            </a:r>
            <a:r>
              <a:rPr lang="en-GB" dirty="0"/>
              <a:t> and </a:t>
            </a:r>
            <a:r>
              <a:rPr lang="en-GB" b="1" dirty="0"/>
              <a:t>returns</a:t>
            </a:r>
            <a:r>
              <a:rPr lang="en-GB" dirty="0"/>
              <a:t> the set flags.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Timeout is specified in ticks; use </a:t>
            </a:r>
            <a:r>
              <a:rPr lang="en-GB" dirty="0" err="1"/>
              <a:t>osWaitForever</a:t>
            </a:r>
            <a:r>
              <a:rPr lang="en-GB" dirty="0"/>
              <a:t> for infinite wait.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</a:t>
            </a:r>
            <a:r>
              <a:rPr lang="en-GB" dirty="0" err="1"/>
              <a:t>osEventFlagsClear</a:t>
            </a:r>
            <a:r>
              <a:rPr lang="en-GB" dirty="0"/>
              <a:t>() if you need to manually clear bits.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A231F-386B-0D1A-F7A6-D6F53F80CC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9786E7-EDAB-724E-B5AE-1BDD6B8AC67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940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75747-C588-8058-E45D-B4B7C3C41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F1337A-5DC0-22E7-1856-0F19DB4F7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642298-C953-0E55-3032-5322B3E8D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GB" dirty="0"/>
              <a:t>ARM7/9 has limited support for nested interrupts; </a:t>
            </a:r>
            <a:r>
              <a:rPr lang="en-GB" b="1" dirty="0"/>
              <a:t>Cortex-M</a:t>
            </a:r>
            <a:r>
              <a:rPr lang="en-GB" dirty="0"/>
              <a:t> supports nested interrupts well via NVIC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/>
              <a:t>Despite that, always keep </a:t>
            </a:r>
            <a:r>
              <a:rPr lang="en-GB" b="1" dirty="0"/>
              <a:t>ISR execution short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 err="1"/>
              <a:t>SysTick</a:t>
            </a:r>
            <a:r>
              <a:rPr lang="en-GB" dirty="0"/>
              <a:t> is a </a:t>
            </a:r>
            <a:r>
              <a:rPr lang="en-GB" b="1" dirty="0"/>
              <a:t>24-bit system timer</a:t>
            </a:r>
            <a:r>
              <a:rPr lang="en-GB" dirty="0"/>
              <a:t> that triggers regular RTOS ticks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counts down from SYST_RVR, reloads, then repeats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None/>
            </a:pPr>
            <a:r>
              <a:rPr lang="en-GB" b="1" dirty="0"/>
              <a:t>Best practice: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 ISR, set a signal or event flag using </a:t>
            </a:r>
            <a:r>
              <a:rPr lang="en-GB" dirty="0" err="1"/>
              <a:t>osEventFlagsSet</a:t>
            </a:r>
            <a:r>
              <a:rPr lang="en-GB" dirty="0"/>
              <a:t>()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Let a Thread (with proper priority) handle the job</a:t>
            </a:r>
          </a:p>
          <a:p>
            <a:pPr>
              <a:buNone/>
            </a:pPr>
            <a:r>
              <a:rPr lang="en-GB" dirty="0"/>
              <a:t>Example ISR (CMSIS-RTOS2):</a:t>
            </a:r>
          </a:p>
          <a:p>
            <a:pPr rtl="0"/>
            <a:r>
              <a:rPr lang="en-GB" dirty="0"/>
              <a:t>void EXTI0_IRQHandler(void) {</a:t>
            </a:r>
          </a:p>
          <a:p>
            <a:pPr rtl="0"/>
            <a:r>
              <a:rPr lang="en-GB" dirty="0"/>
              <a:t>	</a:t>
            </a:r>
            <a:r>
              <a:rPr lang="en-GB" dirty="0" err="1"/>
              <a:t>osEventFlagsSet</a:t>
            </a:r>
            <a:r>
              <a:rPr lang="en-GB" dirty="0"/>
              <a:t>(</a:t>
            </a:r>
            <a:r>
              <a:rPr lang="en-GB" dirty="0" err="1"/>
              <a:t>event_id</a:t>
            </a:r>
            <a:r>
              <a:rPr lang="en-GB" dirty="0"/>
              <a:t>, 0x01); // Notify Thread </a:t>
            </a:r>
          </a:p>
          <a:p>
            <a:pPr rtl="0"/>
            <a:r>
              <a:rPr lang="en-GB" dirty="0"/>
              <a:t>	__HAL_GPIO_EXTI_CLEAR_IT(GPIO_PIN_0); // Clear hardware IRQ flag</a:t>
            </a:r>
          </a:p>
          <a:p>
            <a:pPr rtl="0"/>
            <a:r>
              <a:rPr lang="en-GB" dirty="0"/>
              <a:t>}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24F66-4225-25C3-DD0C-3441078AE9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9786E7-EDAB-724E-B5AE-1BDD6B8AC67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5576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DA7FF-0F68-1EDA-58E1-93CA865FE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B43DB4-11B6-2FB4-2CD8-5B9562EBA7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02D319-4CCD-AECC-2ECE-1F72EB567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mutex can</a:t>
            </a:r>
            <a:r>
              <a:rPr lang="en-GB" baseline="0" dirty="0"/>
              <a:t> be considered</a:t>
            </a:r>
            <a:r>
              <a:rPr lang="en-GB" dirty="0"/>
              <a:t> a binary semaphore and is used for the synchronization</a:t>
            </a:r>
            <a:r>
              <a:rPr lang="en-GB" baseline="0" dirty="0"/>
              <a:t> of threads and for protection of shared variables or resources.</a:t>
            </a:r>
          </a:p>
          <a:p>
            <a:r>
              <a:rPr lang="en-GB" baseline="0" dirty="0"/>
              <a:t>In </a:t>
            </a:r>
            <a:r>
              <a:rPr lang="en-GB" dirty="0"/>
              <a:t>CMSIS-RTOS2</a:t>
            </a:r>
            <a:r>
              <a:rPr lang="en-GB" baseline="0" dirty="0"/>
              <a:t>, a mutex has the priority inheritance but not priority ceiling property. </a:t>
            </a:r>
          </a:p>
          <a:p>
            <a:r>
              <a:rPr lang="en-GB" baseline="0" dirty="0"/>
              <a:t>Since </a:t>
            </a:r>
            <a:r>
              <a:rPr lang="en-GB" dirty="0"/>
              <a:t>CMSIS-RTOS2</a:t>
            </a:r>
            <a:r>
              <a:rPr lang="en-GB" baseline="0" dirty="0"/>
              <a:t> will not release the mutex bit, it should be cleared after the use or end of the Thread by the program.</a:t>
            </a:r>
          </a:p>
          <a:p>
            <a:endParaRPr lang="en-GB" baseline="0" dirty="0"/>
          </a:p>
          <a:p>
            <a:r>
              <a:rPr lang="en-GB" baseline="0" dirty="0"/>
              <a:t>One can also use Lock and Unlock functions.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A2CD6-3555-4D6F-A300-3D3DB5796F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9786E7-EDAB-724E-B5AE-1BDD6B8AC67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173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0A674-F258-CA45-3903-07F5878F2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F6967-3A1B-9A45-56E8-4E64CE0A1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30E70E-8BF0-7AB3-5475-4434B9E76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CMSIS-RTOS2 mutexes are declared with </a:t>
            </a:r>
            <a:r>
              <a:rPr lang="en-GB" dirty="0" err="1"/>
              <a:t>osMutexId_t</a:t>
            </a:r>
            <a:r>
              <a:rPr lang="en-GB" dirty="0"/>
              <a:t> and created using </a:t>
            </a:r>
            <a:r>
              <a:rPr lang="en-GB" dirty="0" err="1"/>
              <a:t>osMutexNew</a:t>
            </a:r>
            <a:r>
              <a:rPr lang="en-GB" dirty="0"/>
              <a:t>().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mutex must be acquired by a Thread before accessing a critical section.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Thread cannot release a mutex it doesn’t own — </a:t>
            </a:r>
            <a:r>
              <a:rPr lang="en-GB" dirty="0" err="1"/>
              <a:t>osMutexRelease</a:t>
            </a:r>
            <a:r>
              <a:rPr lang="en-GB" dirty="0"/>
              <a:t>() returns </a:t>
            </a:r>
            <a:r>
              <a:rPr lang="en-GB" dirty="0" err="1"/>
              <a:t>osErrorPermission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Replace old </a:t>
            </a:r>
            <a:r>
              <a:rPr lang="en-GB" dirty="0" err="1"/>
              <a:t>os_mut_init</a:t>
            </a:r>
            <a:r>
              <a:rPr lang="en-GB" dirty="0"/>
              <a:t>, </a:t>
            </a:r>
            <a:r>
              <a:rPr lang="en-GB" dirty="0" err="1"/>
              <a:t>os_mut_wait</a:t>
            </a:r>
            <a:r>
              <a:rPr lang="en-GB" dirty="0"/>
              <a:t>, and </a:t>
            </a:r>
            <a:r>
              <a:rPr lang="en-GB" dirty="0" err="1"/>
              <a:t>os_mut_release</a:t>
            </a:r>
            <a:r>
              <a:rPr lang="en-GB" dirty="0"/>
              <a:t>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osMutexNew</a:t>
            </a:r>
            <a:r>
              <a:rPr lang="en-GB" dirty="0"/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osMutexAcquire</a:t>
            </a:r>
            <a:r>
              <a:rPr lang="en-GB" dirty="0"/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osMutexRelease</a:t>
            </a:r>
            <a:r>
              <a:rPr lang="en-GB" dirty="0"/>
              <a:t>()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/>
              <a:t>Example: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 err="1"/>
              <a:t>osMutexId_t</a:t>
            </a:r>
            <a:r>
              <a:rPr lang="en-GB" dirty="0"/>
              <a:t> mutex1;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/>
              <a:t>void f1(void) { </a:t>
            </a:r>
          </a:p>
          <a:p>
            <a:pPr>
              <a:buNone/>
            </a:pPr>
            <a:r>
              <a:rPr lang="en-GB" dirty="0"/>
              <a:t>	</a:t>
            </a:r>
            <a:r>
              <a:rPr lang="en-GB" dirty="0" err="1"/>
              <a:t>osMutexAcquire</a:t>
            </a:r>
            <a:r>
              <a:rPr lang="en-GB" dirty="0"/>
              <a:t>(mutex1, </a:t>
            </a:r>
            <a:r>
              <a:rPr lang="en-GB" dirty="0" err="1"/>
              <a:t>osWaitForever</a:t>
            </a:r>
            <a:r>
              <a:rPr lang="en-GB" dirty="0"/>
              <a:t>);</a:t>
            </a:r>
          </a:p>
          <a:p>
            <a:pPr>
              <a:buNone/>
            </a:pPr>
            <a:r>
              <a:rPr lang="en-GB" dirty="0"/>
              <a:t>	// Critical region 1 </a:t>
            </a:r>
          </a:p>
          <a:p>
            <a:pPr>
              <a:buNone/>
            </a:pPr>
            <a:r>
              <a:rPr lang="en-GB" dirty="0"/>
              <a:t>	f2(); // f2 will not block as mutex is already held </a:t>
            </a:r>
          </a:p>
          <a:p>
            <a:pPr>
              <a:buNone/>
            </a:pPr>
            <a:r>
              <a:rPr lang="en-GB" dirty="0"/>
              <a:t>	</a:t>
            </a:r>
            <a:r>
              <a:rPr lang="en-GB" dirty="0" err="1"/>
              <a:t>osMutexRelease</a:t>
            </a:r>
            <a:r>
              <a:rPr lang="en-GB" dirty="0"/>
              <a:t>(mutex1); </a:t>
            </a:r>
          </a:p>
          <a:p>
            <a:pPr>
              <a:buNone/>
            </a:pPr>
            <a:r>
              <a:rPr lang="en-GB" dirty="0"/>
              <a:t>} 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/>
              <a:t>void f2(void) { </a:t>
            </a:r>
          </a:p>
          <a:p>
            <a:pPr>
              <a:buNone/>
            </a:pPr>
            <a:r>
              <a:rPr lang="en-GB" dirty="0"/>
              <a:t>	</a:t>
            </a:r>
            <a:r>
              <a:rPr lang="en-GB" dirty="0" err="1"/>
              <a:t>osMutexAcquire</a:t>
            </a:r>
            <a:r>
              <a:rPr lang="en-GB" dirty="0"/>
              <a:t>(mutex1, </a:t>
            </a:r>
            <a:r>
              <a:rPr lang="en-GB" dirty="0" err="1"/>
              <a:t>osWaitForever</a:t>
            </a:r>
            <a:r>
              <a:rPr lang="en-GB" dirty="0"/>
              <a:t>); </a:t>
            </a:r>
          </a:p>
          <a:p>
            <a:pPr>
              <a:buNone/>
            </a:pPr>
            <a:r>
              <a:rPr lang="en-GB" dirty="0"/>
              <a:t>	// Critical region 2 </a:t>
            </a:r>
          </a:p>
          <a:p>
            <a:pPr>
              <a:buNone/>
            </a:pPr>
            <a:r>
              <a:rPr lang="en-GB" dirty="0"/>
              <a:t>	</a:t>
            </a:r>
            <a:r>
              <a:rPr lang="en-GB" dirty="0" err="1"/>
              <a:t>osMutexRelease</a:t>
            </a:r>
            <a:r>
              <a:rPr lang="en-GB" dirty="0"/>
              <a:t>(mutex1); </a:t>
            </a:r>
          </a:p>
          <a:p>
            <a:pPr>
              <a:buNone/>
            </a:pPr>
            <a:r>
              <a:rPr lang="en-GB" dirty="0"/>
              <a:t>} 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/>
              <a:t>void thread1(void *</a:t>
            </a:r>
            <a:r>
              <a:rPr lang="en-GB" dirty="0" err="1"/>
              <a:t>arg</a:t>
            </a:r>
            <a:r>
              <a:rPr lang="en-GB" dirty="0"/>
              <a:t>) { </a:t>
            </a:r>
          </a:p>
          <a:p>
            <a:pPr>
              <a:buNone/>
            </a:pPr>
            <a:r>
              <a:rPr lang="en-GB" dirty="0"/>
              <a:t>	mutex1 = </a:t>
            </a:r>
            <a:r>
              <a:rPr lang="en-GB" dirty="0" err="1"/>
              <a:t>osMutexNew</a:t>
            </a:r>
            <a:r>
              <a:rPr lang="en-GB" dirty="0"/>
              <a:t>(NULL); </a:t>
            </a:r>
          </a:p>
          <a:p>
            <a:pPr>
              <a:buNone/>
            </a:pPr>
            <a:r>
              <a:rPr lang="en-GB" dirty="0"/>
              <a:t>	f1(); </a:t>
            </a:r>
          </a:p>
          <a:p>
            <a:pPr>
              <a:buNone/>
            </a:pPr>
            <a:r>
              <a:rPr lang="en-GB" dirty="0"/>
              <a:t>} 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/>
              <a:t>void thread2(void *</a:t>
            </a:r>
            <a:r>
              <a:rPr lang="en-GB" dirty="0" err="1"/>
              <a:t>arg</a:t>
            </a:r>
            <a:r>
              <a:rPr lang="en-GB" dirty="0"/>
              <a:t>) {</a:t>
            </a:r>
          </a:p>
          <a:p>
            <a:pPr>
              <a:buNone/>
            </a:pPr>
            <a:r>
              <a:rPr lang="en-GB" dirty="0"/>
              <a:t>	f2();</a:t>
            </a:r>
          </a:p>
          <a:p>
            <a:pPr>
              <a:buNone/>
            </a:pPr>
            <a:r>
              <a:rPr lang="en-GB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F54DB-BCA6-9309-D9DA-B9AAC30880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9786E7-EDAB-724E-B5AE-1BDD6B8AC67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81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1030D-71BF-41B0-60C5-5D6C393BA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01AD81-8149-B0EF-CC2C-5AEC10C57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FE5C6-FECF-AB57-CEDE-9E988E5C5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</a:t>
            </a:r>
            <a:r>
              <a:rPr lang="en-GB" baseline="0" dirty="0"/>
              <a:t> s</a:t>
            </a:r>
            <a:r>
              <a:rPr lang="en-GB" dirty="0"/>
              <a:t>emaphore</a:t>
            </a:r>
            <a:r>
              <a:rPr lang="en-GB" baseline="0" dirty="0"/>
              <a:t> is a variable/container of a number of tokens and counting semaphores have a value more than 1 (tokens). Semaphores are used to allocate a resource. Acquire a token from a semaphore to access a resource and then return the token after use of the resource.</a:t>
            </a:r>
          </a:p>
          <a:p>
            <a:endParaRPr lang="en-GB" baseline="0" dirty="0"/>
          </a:p>
          <a:p>
            <a:r>
              <a:rPr lang="en-GB" baseline="0" dirty="0"/>
              <a:t>Semaphores can be used for b</a:t>
            </a:r>
            <a:r>
              <a:rPr lang="en-GB" dirty="0"/>
              <a:t>oth mutually exclusive use of a resource and for the synchronization of Threads. Options for making the Thread which takes a DELETE_SAFE are provided by the mutex, which means the Thread deletion is not possible when holding the mutex. Whereas you</a:t>
            </a:r>
            <a:r>
              <a:rPr lang="en-GB" baseline="0" dirty="0"/>
              <a:t> may destroy a Thread with unreleased tokens.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2A239-35FB-BE61-B499-33D7960AB1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9786E7-EDAB-724E-B5AE-1BDD6B8AC67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9870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D0DD8-C762-8270-8A31-03233EF82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44196-57B2-A86F-957E-F0EB1F172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5FBE8-1379-FD57-BAD8-0B372EA07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Semaphores are containers of </a:t>
            </a:r>
            <a:r>
              <a:rPr lang="en-US" b="1" dirty="0"/>
              <a:t>countable tokens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In CMSIS-RTOS2, use:</a:t>
            </a:r>
          </a:p>
          <a:p>
            <a:pPr>
              <a:buNone/>
            </a:pPr>
            <a:r>
              <a:rPr lang="en-US" dirty="0" err="1"/>
              <a:t>semID</a:t>
            </a:r>
            <a:r>
              <a:rPr lang="en-US" dirty="0"/>
              <a:t> = </a:t>
            </a:r>
            <a:r>
              <a:rPr lang="en-US" dirty="0" err="1"/>
              <a:t>osSemaphoreNew</a:t>
            </a:r>
            <a:r>
              <a:rPr lang="en-US" dirty="0"/>
              <a:t>(3, 0, NULL); // max = 3, initially empty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A thread acquires a token:</a:t>
            </a:r>
          </a:p>
          <a:p>
            <a:pPr rtl="0">
              <a:buNone/>
            </a:pPr>
            <a:r>
              <a:rPr lang="en-US" dirty="0" err="1"/>
              <a:t>osSemaphoreAcquire</a:t>
            </a:r>
            <a:r>
              <a:rPr lang="en-US" dirty="0"/>
              <a:t>(</a:t>
            </a:r>
            <a:r>
              <a:rPr lang="en-US" dirty="0" err="1"/>
              <a:t>semID</a:t>
            </a:r>
            <a:r>
              <a:rPr lang="en-US" dirty="0"/>
              <a:t>, </a:t>
            </a:r>
            <a:r>
              <a:rPr lang="en-US" dirty="0" err="1"/>
              <a:t>osWaitForever</a:t>
            </a:r>
            <a:r>
              <a:rPr lang="en-US" dirty="0"/>
              <a:t>); </a:t>
            </a:r>
          </a:p>
          <a:p>
            <a:pPr rtl="0"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Another thread or ISR can release a token:</a:t>
            </a:r>
          </a:p>
          <a:p>
            <a:pPr rtl="0">
              <a:buNone/>
            </a:pPr>
            <a:r>
              <a:rPr lang="en-US" dirty="0" err="1"/>
              <a:t>osSemaphoreRelease</a:t>
            </a:r>
            <a:r>
              <a:rPr lang="en-US" dirty="0"/>
              <a:t>(</a:t>
            </a:r>
            <a:r>
              <a:rPr lang="en-US" dirty="0" err="1"/>
              <a:t>semID</a:t>
            </a:r>
            <a:r>
              <a:rPr lang="en-US" dirty="0"/>
              <a:t>); </a:t>
            </a:r>
          </a:p>
          <a:p>
            <a:pPr rtl="0"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This is useful for producer-consumer or signaling from ISR.</a:t>
            </a:r>
          </a:p>
          <a:p>
            <a:pPr>
              <a:buNone/>
            </a:pPr>
            <a:r>
              <a:rPr lang="en-US" dirty="0"/>
              <a:t>Unlike a mutex, </a:t>
            </a:r>
            <a:r>
              <a:rPr lang="en-US" b="1" dirty="0"/>
              <a:t>any Thread can release</a:t>
            </a:r>
            <a:r>
              <a:rPr lang="en-US" dirty="0"/>
              <a:t> the semaphore, even if it didn’t acquire it.</a:t>
            </a:r>
          </a:p>
          <a:p>
            <a:r>
              <a:rPr lang="en-US" dirty="0"/>
              <a:t>A deleted Thread will not auto-release its acquired tokens — use carefully.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55760-70DD-6075-3BFF-375AD45E6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9786E7-EDAB-724E-B5AE-1BDD6B8AC67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156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Further discussion by Michael Barr at </a:t>
            </a:r>
            <a:r>
              <a:rPr lang="en-US" sz="1200" dirty="0">
                <a:hlinkClick r:id="rId3"/>
              </a:rPr>
              <a:t>http://www.barrgroup.com/Embedded-Systems/How-To/RTOS-Mutex-Semaphore</a:t>
            </a:r>
            <a:r>
              <a:rPr lang="en-US" sz="1200" dirty="0"/>
              <a:t> </a:t>
            </a:r>
          </a:p>
          <a:p>
            <a:endParaRPr lang="en-US" dirty="0"/>
          </a:p>
          <a:p>
            <a:r>
              <a:rPr lang="en-US" dirty="0"/>
              <a:t>Semaphores</a:t>
            </a:r>
            <a:r>
              <a:rPr lang="en-US" baseline="0" dirty="0"/>
              <a:t> can count to more than 1. i.e. they can be used to share multiple common identical resources. A </a:t>
            </a:r>
            <a:r>
              <a:rPr lang="en-US" baseline="0" dirty="0" err="1"/>
              <a:t>mutex</a:t>
            </a:r>
            <a:r>
              <a:rPr lang="en-US" baseline="0" dirty="0"/>
              <a:t> is binary and it can be taken and released; they also give serial mutually exclusive access to a resource.</a:t>
            </a:r>
          </a:p>
          <a:p>
            <a:r>
              <a:rPr lang="en-US" baseline="0" dirty="0"/>
              <a:t>Multiple </a:t>
            </a:r>
            <a:r>
              <a:rPr lang="en-US" baseline="0" dirty="0" err="1"/>
              <a:t>mutexes</a:t>
            </a:r>
            <a:r>
              <a:rPr lang="en-US" baseline="0" dirty="0"/>
              <a:t> can be used to give access to multiple different type resources. Counting semaphores can only work on multiple identical resources.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9786E7-EDAB-724E-B5AE-1BDD6B8AC67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769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user</a:t>
            </a:r>
            <a:r>
              <a:rPr lang="en-GB" baseline="0" dirty="0"/>
              <a:t> has to both declare the mailbox and allocate memory for the data.</a:t>
            </a:r>
          </a:p>
          <a:p>
            <a:r>
              <a:rPr lang="en-GB" baseline="0" dirty="0"/>
              <a:t>The mailbox allows sharing data between Threads. It is a queue of user-defined length.</a:t>
            </a:r>
          </a:p>
          <a:p>
            <a:endParaRPr lang="en-GB" baseline="0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When passing larger objects, need to dynamically allocate memory per object, free when done processing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9786E7-EDAB-724E-B5AE-1BDD6B8AC67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64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89CE1-085E-543C-8FC0-F3B23ADD1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553BB-91FB-9AA4-365B-B50D00DB9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B848A1-76F2-8A63-1D62-8E7B8A584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osMessageQueueNew</a:t>
            </a:r>
            <a:r>
              <a:rPr lang="en-GB" dirty="0"/>
              <a:t>(count, size, </a:t>
            </a:r>
            <a:r>
              <a:rPr lang="en-GB" dirty="0" err="1"/>
              <a:t>attr</a:t>
            </a:r>
            <a:r>
              <a:rPr lang="en-GB" dirty="0"/>
              <a:t>) allocates and initializes the queue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count: how many messages to store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size: message size (e.g., </a:t>
            </a:r>
            <a:r>
              <a:rPr lang="en-GB" dirty="0" err="1"/>
              <a:t>sizeof</a:t>
            </a:r>
            <a:r>
              <a:rPr lang="en-GB" dirty="0"/>
              <a:t>(uint32_t) or a struct)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You no longer need to manually declare a mailbox buffer with a macro like </a:t>
            </a:r>
            <a:r>
              <a:rPr lang="en-GB" dirty="0" err="1"/>
              <a:t>os_mbx_declare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Example:</a:t>
            </a:r>
          </a:p>
          <a:p>
            <a:pPr>
              <a:buNone/>
            </a:pPr>
            <a:r>
              <a:rPr lang="en-GB" dirty="0"/>
              <a:t>typedef struct { </a:t>
            </a:r>
          </a:p>
          <a:p>
            <a:pPr>
              <a:buNone/>
            </a:pPr>
            <a:r>
              <a:rPr lang="en-GB" dirty="0"/>
              <a:t>	uint8_t id; </a:t>
            </a:r>
          </a:p>
          <a:p>
            <a:pPr>
              <a:buNone/>
            </a:pPr>
            <a:r>
              <a:rPr lang="en-GB" dirty="0"/>
              <a:t>	uint16_t value; </a:t>
            </a:r>
          </a:p>
          <a:p>
            <a:pPr>
              <a:buNone/>
            </a:pPr>
            <a:r>
              <a:rPr lang="en-GB" dirty="0"/>
              <a:t>} </a:t>
            </a:r>
            <a:r>
              <a:rPr lang="en-GB" dirty="0" err="1"/>
              <a:t>SensorMsg</a:t>
            </a:r>
            <a:r>
              <a:rPr lang="en-GB" dirty="0"/>
              <a:t>; 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 err="1"/>
              <a:t>osMessageQueueId_t</a:t>
            </a:r>
            <a:r>
              <a:rPr lang="en-GB" dirty="0"/>
              <a:t> </a:t>
            </a:r>
            <a:r>
              <a:rPr lang="en-GB" dirty="0" err="1"/>
              <a:t>sensorQueue</a:t>
            </a:r>
            <a:r>
              <a:rPr lang="en-GB" dirty="0"/>
              <a:t>; 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/>
              <a:t>void </a:t>
            </a:r>
            <a:r>
              <a:rPr lang="en-GB" dirty="0" err="1"/>
              <a:t>init</a:t>
            </a:r>
            <a:r>
              <a:rPr lang="en-GB" dirty="0"/>
              <a:t>() { </a:t>
            </a:r>
          </a:p>
          <a:p>
            <a:pPr>
              <a:buNone/>
            </a:pPr>
            <a:r>
              <a:rPr lang="en-GB" dirty="0"/>
              <a:t>	</a:t>
            </a:r>
            <a:r>
              <a:rPr lang="en-GB" dirty="0" err="1"/>
              <a:t>sensorQueue</a:t>
            </a:r>
            <a:r>
              <a:rPr lang="en-GB" dirty="0"/>
              <a:t> = </a:t>
            </a:r>
            <a:r>
              <a:rPr lang="en-GB" dirty="0" err="1"/>
              <a:t>osMessageQueueNew</a:t>
            </a:r>
            <a:r>
              <a:rPr lang="en-GB" dirty="0"/>
              <a:t>(10, </a:t>
            </a:r>
            <a:r>
              <a:rPr lang="en-GB" dirty="0" err="1"/>
              <a:t>sizeof</a:t>
            </a:r>
            <a:r>
              <a:rPr lang="en-GB" dirty="0"/>
              <a:t>(</a:t>
            </a:r>
            <a:r>
              <a:rPr lang="en-GB" dirty="0" err="1"/>
              <a:t>SensorMsg</a:t>
            </a:r>
            <a:r>
              <a:rPr lang="en-GB" dirty="0"/>
              <a:t>), NULL); </a:t>
            </a:r>
          </a:p>
          <a:p>
            <a:pPr>
              <a:buNone/>
            </a:pPr>
            <a:r>
              <a:rPr lang="en-GB" dirty="0"/>
              <a:t>}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D5D62-C7C7-B0D6-CAAF-58193933CF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9786E7-EDAB-724E-B5AE-1BDD6B8AC67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4419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DF4BA-6402-3866-A9E0-05E6DFFC3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0D1E3E-F899-32FE-9602-D85F2ABBF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500F1-E175-D5F2-6DD8-B1D11B940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send messages, you send the pointer</a:t>
            </a:r>
            <a:r>
              <a:rPr lang="en-US" baseline="0" dirty="0"/>
              <a:t> to the data, to the thread.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 err="1"/>
              <a:t>osMessageQueuePut</a:t>
            </a:r>
            <a:r>
              <a:rPr lang="en-US" i="1" dirty="0"/>
              <a:t>(</a:t>
            </a:r>
            <a:r>
              <a:rPr lang="en-US" i="1" dirty="0" err="1"/>
              <a:t>queue_id</a:t>
            </a:r>
            <a:r>
              <a:rPr lang="en-US" i="1" dirty="0"/>
              <a:t>, &amp;msg, priority, timeout);-- </a:t>
            </a:r>
            <a:r>
              <a:rPr lang="en-GB" dirty="0"/>
              <a:t>This function puts the pointer to a message in the </a:t>
            </a:r>
            <a:r>
              <a:rPr lang="en-GB" i="1" dirty="0"/>
              <a:t>queue</a:t>
            </a:r>
            <a:r>
              <a:rPr lang="en-GB" dirty="0"/>
              <a:t>, if the queue is not already full.</a:t>
            </a:r>
            <a:endParaRPr lang="en-US" i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86767-786A-C783-82F0-FB55CDED09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F38CE2-A165-408C-9791-CD31595A0FB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592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D3075-243A-2AEB-D70B-B4DB7F634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D4FB94-DA02-6FF5-576F-1EA1C0DC6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9881D-C620-2609-BB82-462671362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osMessageQueueGet</a:t>
            </a:r>
            <a:r>
              <a:rPr lang="en-GB" dirty="0"/>
              <a:t>() retrieves the next message from the queue into a local variable</a:t>
            </a:r>
          </a:p>
          <a:p>
            <a:endParaRPr lang="en-GB" dirty="0"/>
          </a:p>
          <a:p>
            <a:r>
              <a:rPr lang="en-GB" dirty="0"/>
              <a:t>If the queue is empty:</a:t>
            </a:r>
          </a:p>
          <a:p>
            <a:r>
              <a:rPr lang="en-GB" dirty="0"/>
              <a:t>   If blocking: thread is put into the Blocked state and waits until a message arrives</a:t>
            </a:r>
          </a:p>
          <a:p>
            <a:r>
              <a:rPr lang="en-GB" dirty="0"/>
              <a:t>   If non-blocking (timeout = 0): returns </a:t>
            </a:r>
            <a:r>
              <a:rPr lang="en-GB" dirty="0" err="1"/>
              <a:t>osErrorResource</a:t>
            </a:r>
            <a:r>
              <a:rPr lang="en-GB" dirty="0"/>
              <a:t> immediately</a:t>
            </a:r>
          </a:p>
          <a:p>
            <a:endParaRPr lang="en-GB" dirty="0"/>
          </a:p>
          <a:p>
            <a:r>
              <a:rPr lang="en-GB" dirty="0"/>
              <a:t>Example usage:</a:t>
            </a:r>
          </a:p>
          <a:p>
            <a:endParaRPr lang="en-GB" dirty="0"/>
          </a:p>
          <a:p>
            <a:r>
              <a:rPr lang="en-GB" dirty="0" err="1"/>
              <a:t>SensorMsg</a:t>
            </a:r>
            <a:r>
              <a:rPr lang="en-GB" dirty="0"/>
              <a:t> </a:t>
            </a:r>
            <a:r>
              <a:rPr lang="en-GB" dirty="0" err="1"/>
              <a:t>msg</a:t>
            </a:r>
            <a:r>
              <a:rPr lang="en-GB" dirty="0"/>
              <a:t>;</a:t>
            </a:r>
          </a:p>
          <a:p>
            <a:r>
              <a:rPr lang="en-GB" dirty="0" err="1"/>
              <a:t>osStatus_t</a:t>
            </a:r>
            <a:r>
              <a:rPr lang="en-GB" dirty="0"/>
              <a:t> status = </a:t>
            </a:r>
            <a:r>
              <a:rPr lang="en-GB" dirty="0" err="1"/>
              <a:t>osMessageQueueGet</a:t>
            </a:r>
            <a:r>
              <a:rPr lang="en-GB" dirty="0"/>
              <a:t>(</a:t>
            </a:r>
            <a:r>
              <a:rPr lang="en-GB" dirty="0" err="1"/>
              <a:t>sensorQueue</a:t>
            </a:r>
            <a:r>
              <a:rPr lang="en-GB" dirty="0"/>
              <a:t>, &amp;</a:t>
            </a:r>
            <a:r>
              <a:rPr lang="en-GB" dirty="0" err="1"/>
              <a:t>msg</a:t>
            </a:r>
            <a:r>
              <a:rPr lang="en-GB" dirty="0"/>
              <a:t>, NULL, </a:t>
            </a:r>
            <a:r>
              <a:rPr lang="en-GB" dirty="0" err="1"/>
              <a:t>osWaitForever</a:t>
            </a:r>
            <a:r>
              <a:rPr lang="en-GB" dirty="0"/>
              <a:t>);</a:t>
            </a:r>
          </a:p>
          <a:p>
            <a:r>
              <a:rPr lang="en-GB" dirty="0"/>
              <a:t>if (status == </a:t>
            </a:r>
            <a:r>
              <a:rPr lang="en-GB" dirty="0" err="1"/>
              <a:t>osOK</a:t>
            </a:r>
            <a:r>
              <a:rPr lang="en-GB" dirty="0"/>
              <a:t>) {</a:t>
            </a:r>
          </a:p>
          <a:p>
            <a:r>
              <a:rPr lang="en-GB" dirty="0"/>
              <a:t>	// Process </a:t>
            </a:r>
            <a:r>
              <a:rPr lang="en-GB" dirty="0" err="1"/>
              <a:t>msg</a:t>
            </a:r>
            <a:endParaRPr lang="en-GB" dirty="0"/>
          </a:p>
          <a:p>
            <a:r>
              <a:rPr lang="en-GB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ECDE9-B002-A882-4892-17F56F13EE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F38CE2-A165-408C-9791-CD31595A0FB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5975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100" dirty="0"/>
              <a:t>Allocating and freeing different sizes of memory can cause fragmentation, so free space is distributed in fragments which are too small to use.</a:t>
            </a:r>
          </a:p>
          <a:p>
            <a:r>
              <a:rPr lang="en-US" sz="2100" dirty="0"/>
              <a:t>The</a:t>
            </a:r>
            <a:r>
              <a:rPr lang="en-US" sz="2100" baseline="0" dirty="0"/>
              <a:t> s</a:t>
            </a:r>
            <a:r>
              <a:rPr lang="en-US" sz="2100" dirty="0"/>
              <a:t>olution is to create a separate memory pool for each size of data to be allocated. i.e. For 32 byte requests keep a pool of memory. For 16 byte requests keep a pool of memory.</a:t>
            </a:r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F38CE2-A165-408C-9791-CD31595A0FB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1318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21FAE-314D-B077-887B-0028770F9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52C07-9470-F808-4CDB-82FF64B80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31F220-5E1B-7373-A514-A16B6783C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CMSIS-RTOS2, fixed block memory management is done using memory pools</a:t>
            </a:r>
          </a:p>
          <a:p>
            <a:endParaRPr lang="en-US" dirty="0"/>
          </a:p>
          <a:p>
            <a:r>
              <a:rPr lang="en-US" dirty="0" err="1"/>
              <a:t>osMemoryPoolNew</a:t>
            </a:r>
            <a:r>
              <a:rPr lang="en-US" dirty="0"/>
              <a:t>() creates a pool with a fixed number of same-size memory blocks</a:t>
            </a:r>
          </a:p>
          <a:p>
            <a:r>
              <a:rPr lang="en-US" dirty="0"/>
              <a:t>Use </a:t>
            </a:r>
            <a:r>
              <a:rPr lang="en-US" dirty="0" err="1"/>
              <a:t>osMemoryPoolAlloc</a:t>
            </a:r>
            <a:r>
              <a:rPr lang="en-US" dirty="0"/>
              <a:t>() to get a block (with optional timeout)</a:t>
            </a:r>
          </a:p>
          <a:p>
            <a:r>
              <a:rPr lang="en-US" dirty="0"/>
              <a:t>Use </a:t>
            </a:r>
            <a:r>
              <a:rPr lang="en-US" dirty="0" err="1"/>
              <a:t>osMemoryPoolFree</a:t>
            </a:r>
            <a:r>
              <a:rPr lang="en-US" dirty="0"/>
              <a:t>() to return the block</a:t>
            </a:r>
          </a:p>
          <a:p>
            <a:r>
              <a:rPr lang="en-US" dirty="0"/>
              <a:t>Memory blocks are aligned and thread-safe</a:t>
            </a:r>
          </a:p>
          <a:p>
            <a:r>
              <a:rPr lang="en-US" dirty="0"/>
              <a:t>Prefer these over malloc() and free() for reliability and timing guarantees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32489-AC86-5D82-6C43-5C806C1BC2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F38CE2-A165-408C-9791-CD31595A0FB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5381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E27C2-1AB8-2EA3-C67F-64AB87B8E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46A767-E8CE-B1B0-84FB-F40BF72EC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CCB60D-45EF-F4C6-241F-83C7361CB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Modified from RL-ARM User’s Guide.</a:t>
            </a:r>
          </a:p>
          <a:p>
            <a:endParaRPr lang="en-GB" dirty="0"/>
          </a:p>
          <a:p>
            <a:r>
              <a:rPr lang="en-GB" dirty="0"/>
              <a:t>An</a:t>
            </a:r>
            <a:r>
              <a:rPr lang="en-GB" baseline="0" dirty="0"/>
              <a:t> example is shown in the slide.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C37F4-BA08-DB18-D6F4-8D7166CBBC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9786E7-EDAB-724E-B5AE-1BDD6B8AC67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5037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When data is shared by Threads, we</a:t>
            </a:r>
            <a:r>
              <a:rPr lang="en-GB" baseline="0" dirty="0"/>
              <a:t> need to make sure that they are not overwritten and corrupted.</a:t>
            </a:r>
          </a:p>
          <a:p>
            <a:endParaRPr lang="en-GB" baseline="0" dirty="0"/>
          </a:p>
          <a:p>
            <a:r>
              <a:rPr lang="en-GB" baseline="0" dirty="0"/>
              <a:t>If we allow pre-emption and interruption of Threads, then the overwriting of shared data can happen.</a:t>
            </a:r>
          </a:p>
          <a:p>
            <a:r>
              <a:rPr lang="en-GB" baseline="0" dirty="0"/>
              <a:t>Race condition – one Thread changing the variable in a wrong sequence can corrupt the data.</a:t>
            </a:r>
          </a:p>
          <a:p>
            <a:r>
              <a:rPr lang="en-GB" baseline="0" dirty="0"/>
              <a:t>Any access to shared data can be considered as a critical section of code.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9786E7-EDAB-724E-B5AE-1BDD6B8AC677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086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3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race can lead to wrong data. This can also be due to time stamp error.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6385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ARM is a load/store architecture – variables can only be modified in registers, not in memory.</a:t>
            </a:r>
            <a:endParaRPr lang="en-US" sz="1100" dirty="0"/>
          </a:p>
          <a:p>
            <a:r>
              <a:rPr lang="en-US" dirty="0"/>
              <a:t>Any memory-resident variable must be accessed with at least three instructions: load, modify, store.</a:t>
            </a:r>
          </a:p>
          <a:p>
            <a:r>
              <a:rPr lang="en-US" dirty="0"/>
              <a:t>Threads communicating with shared memory are vulnerable to </a:t>
            </a:r>
            <a:r>
              <a:rPr lang="en-US" b="1" dirty="0"/>
              <a:t>race conditions.</a:t>
            </a:r>
            <a:endParaRPr lang="en-US" dirty="0"/>
          </a:p>
          <a:p>
            <a:r>
              <a:rPr lang="en-US" dirty="0"/>
              <a:t>Any variables used in shared memory communication must be protected.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F38CE2-A165-408C-9791-CD31595A0FB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671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itoa</a:t>
            </a:r>
            <a:r>
              <a:rPr lang="en-US" dirty="0"/>
              <a:t> () function converts integer to a text</a:t>
            </a:r>
            <a:r>
              <a:rPr lang="en-US" baseline="0" dirty="0"/>
              <a:t> string.</a:t>
            </a:r>
          </a:p>
          <a:p>
            <a:r>
              <a:rPr lang="en-US" sz="1200" dirty="0"/>
              <a:t>Space for only one string is allocated, so </a:t>
            </a:r>
            <a:r>
              <a:rPr lang="en-US" sz="1200" dirty="0" err="1"/>
              <a:t>itoa</a:t>
            </a:r>
            <a:r>
              <a:rPr lang="en-US" sz="1200" dirty="0"/>
              <a:t>() is non-reentrant.</a:t>
            </a:r>
          </a:p>
          <a:p>
            <a:r>
              <a:rPr lang="en-US" sz="1200" dirty="0"/>
              <a:t>There are many solutions</a:t>
            </a:r>
            <a:r>
              <a:rPr lang="en-US" sz="1200" baseline="0" dirty="0"/>
              <a:t> to make it reentrant.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114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</a:t>
            </a:r>
            <a:r>
              <a:rPr lang="en-GB" baseline="0" dirty="0"/>
              <a:t> m</a:t>
            </a:r>
            <a:r>
              <a:rPr lang="en-GB" dirty="0"/>
              <a:t>ailbox</a:t>
            </a:r>
            <a:r>
              <a:rPr lang="en-GB" baseline="0" dirty="0"/>
              <a:t> has certain disadvantages: handling the memory allocation is trivial; cannot deal with multiple readers easily.</a:t>
            </a:r>
          </a:p>
          <a:p>
            <a:endParaRPr lang="en-GB" baseline="0" dirty="0"/>
          </a:p>
          <a:p>
            <a:r>
              <a:rPr lang="en-GB" baseline="0" dirty="0"/>
              <a:t>There are solutions based on CMSIS-RTOS2. </a:t>
            </a:r>
          </a:p>
          <a:p>
            <a:endParaRPr lang="en-GB" baseline="0" dirty="0"/>
          </a:p>
          <a:p>
            <a:r>
              <a:rPr lang="en-GB" baseline="0" dirty="0"/>
              <a:t>Make the Threads re-entrant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9786E7-EDAB-724E-B5AE-1BDD6B8AC677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073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9786E7-EDAB-724E-B5AE-1BDD6B8AC677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469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6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7F0CCD5-1073-94D8-28C7-6749868657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BA5CBF-D6E1-B78D-F819-958659F344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3288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6E3DC-972F-62B3-9E08-06619B0012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Text Placeholder 28">
            <a:extLst>
              <a:ext uri="{FF2B5EF4-FFF2-40B4-BE49-F238E27FC236}">
                <a16:creationId xmlns:a16="http://schemas.microsoft.com/office/drawing/2014/main" id="{AB8FC761-48C1-0B41-C76D-7ED7EE5C1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5CF4A44A-4298-863E-FC69-36B0A1E251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5FD91979-AA2E-D861-9691-AEC93BBC963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3F69861B-E0D0-9572-3879-5F969D0E21F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DE710A64-B222-9BC9-9110-2AF30A6001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095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24DF13C-CEF9-9574-2804-C3448105D3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BA5CBF-D6E1-B78D-F819-958659F344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6E3DC-972F-62B3-9E08-06619B0012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Text Placeholder 28">
            <a:extLst>
              <a:ext uri="{FF2B5EF4-FFF2-40B4-BE49-F238E27FC236}">
                <a16:creationId xmlns:a16="http://schemas.microsoft.com/office/drawing/2014/main" id="{AB8FC761-48C1-0B41-C76D-7ED7EE5C1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5CF4A44A-4298-863E-FC69-36B0A1E251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5FD91979-AA2E-D861-9691-AEC93BBC9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3F69861B-E0D0-9572-3879-5F969D0E2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tx1">
                    <a:alpha val="5019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418B7164-E5EA-9C91-E9A0-19002D802C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52354" y="344745"/>
            <a:ext cx="1129053" cy="34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0883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7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3FC792F-A7B3-821E-36A6-EB6D93EA6D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BA5CBF-D6E1-B78D-F819-958659F344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6E3DC-972F-62B3-9E08-06619B0012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Text Placeholder 28">
            <a:extLst>
              <a:ext uri="{FF2B5EF4-FFF2-40B4-BE49-F238E27FC236}">
                <a16:creationId xmlns:a16="http://schemas.microsoft.com/office/drawing/2014/main" id="{AB8FC761-48C1-0B41-C76D-7ED7EE5C1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5CF4A44A-4298-863E-FC69-36B0A1E251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5FD91979-AA2E-D861-9691-AEC93BBC9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3F69861B-E0D0-9572-3879-5F969D0E2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10" name="Picture 11">
            <a:extLst>
              <a:ext uri="{FF2B5EF4-FFF2-40B4-BE49-F238E27FC236}">
                <a16:creationId xmlns:a16="http://schemas.microsoft.com/office/drawing/2014/main" id="{22297E79-97F4-1585-D38D-67BDFC5E0B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88484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9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7F3A66E-D5B4-DFA6-6451-02ACAFE8DA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BA5CBF-D6E1-B78D-F819-958659F344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6E3DC-972F-62B3-9E08-06619B0012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Text Placeholder 28">
            <a:extLst>
              <a:ext uri="{FF2B5EF4-FFF2-40B4-BE49-F238E27FC236}">
                <a16:creationId xmlns:a16="http://schemas.microsoft.com/office/drawing/2014/main" id="{AB8FC761-48C1-0B41-C76D-7ED7EE5C1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5CF4A44A-4298-863E-FC69-36B0A1E251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5FD91979-AA2E-D861-9691-AEC93BBC9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3F69861B-E0D0-9572-3879-5F969D0E2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tx1">
                    <a:alpha val="5019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ED33B3-4B78-19CD-65F6-BAA6CF6F464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52354" y="344745"/>
            <a:ext cx="1129053" cy="34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11251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8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CE84EE0-315E-9B74-BC23-E8B1DC32DD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09" y="-1655"/>
            <a:ext cx="12170153" cy="6861312"/>
          </a:xfrm>
          <a:prstGeom prst="rect">
            <a:avLst/>
          </a:prstGeom>
          <a:ln>
            <a:noFill/>
          </a:ln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681F2EE-6D24-E8DA-17C4-280BF969E6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E433D4AE-C938-4475-1111-CFECCD470A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94364BEC-6A70-1C90-94CE-09EBDEE045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2738029B-26DC-25E5-A32A-D7DCE80A16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96C2A433-44A7-23A9-CEE4-37555C138D5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28785E-8EB7-E5C1-D9EB-531D14B538C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AA9277FD-4E65-8B2C-3CA2-5892E1658C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357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2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41C572-1862-64A0-36E2-042BB91790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" b="41"/>
          <a:stretch/>
        </p:blipFill>
        <p:spPr>
          <a:xfrm>
            <a:off x="1" y="5647"/>
            <a:ext cx="12192000" cy="685235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4929685A-9556-2EAD-D010-D36407E15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0AF19F97-28D9-B1FE-922C-2A04C8B49DE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EF51CC69-967C-8966-C3A1-A3A7A42551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860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6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CE84EE0-315E-9B74-BC23-E8B1DC32DD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23" y="12288"/>
            <a:ext cx="12170154" cy="684571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58D99759-E104-0D75-C1DB-0A9A0C25A47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E4E6591A-AC04-6138-7360-1E12248FAD6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6F8770C2-A68E-3EDF-2B41-11181D29DFB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50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1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26A59A6-B0BB-7A8E-4E98-559764C4F7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4" b="114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58D99759-E104-0D75-C1DB-0A9A0C25A47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E4E6591A-AC04-6138-7360-1E12248FAD6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55FBD7D0-0C6A-C886-5241-C80C35E261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717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7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CE84EE0-315E-9B74-BC23-E8B1DC32DD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64" y="-3313"/>
            <a:ext cx="12170155" cy="686131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C57EF1A-3A61-4873-383F-EDF7A3F7FF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277995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244E208C-3FF5-71DF-FBFF-D5FF53B6E24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7AF311BF-2314-8D48-AC7A-5EFD58EB85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4BD1CAE6-A216-407B-8561-8BB0E66F34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4ACA5659-48B8-F103-3055-6D3A4953304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7D981E-0E61-3250-09C0-EF60B1A9847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F7FF9F78-EDD0-050F-9EC7-1D40F52B600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714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2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26A59A6-B0BB-7A8E-4E98-559764C4F7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4" b="114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58D99759-E104-0D75-C1DB-0A9A0C25A47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E4E6591A-AC04-6138-7360-1E12248FAD6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7319B784-3C1F-F656-AB32-0EEEF44092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14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0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2C9A28-D66F-7747-1E74-38C1961657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60" y="7805"/>
            <a:ext cx="12178140" cy="685020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628DB3C-BBE2-BAD3-74ED-90D9681F5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1FAE997-0E03-68D3-875D-17B1C4032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224B40CB-D476-E9C9-B505-35E88FC185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8BFD93A1-4541-A89C-BDAF-7EAF1393AA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C3D5B98-9C9C-6A1D-03B3-EBC01D49EF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31C0C-96BA-ED29-6B5B-D13B9AB5DB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247756B6-0DE2-04ED-A0F2-F2FBF5F561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568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3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2C9A28-D66F-7747-1E74-38C1961657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61" y="7805"/>
            <a:ext cx="12178138" cy="685020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628DB3C-BBE2-BAD3-74ED-90D9681F5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1FAE997-0E03-68D3-875D-17B1C4032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224B40CB-D476-E9C9-B505-35E88FC185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8BFD93A1-4541-A89C-BDAF-7EAF1393AA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C3D5B98-9C9C-6A1D-03B3-EBC01D49EF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31C0C-96BA-ED29-6B5B-D13B9AB5DB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B82D0067-8CA9-6218-6454-41F6797DA80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060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4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2C9A28-D66F-7747-1E74-38C1961657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62" y="7805"/>
            <a:ext cx="12178136" cy="6850201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628DB3C-BBE2-BAD3-74ED-90D9681F5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1FAE997-0E03-68D3-875D-17B1C4032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224B40CB-D476-E9C9-B505-35E88FC185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8BFD93A1-4541-A89C-BDAF-7EAF1393AA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C3D5B98-9C9C-6A1D-03B3-EBC01D49EF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31C0C-96BA-ED29-6B5B-D13B9AB5DB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214C193D-B073-202D-8958-C47C3A7DC9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20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Section 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16FDD8-4D50-E10B-F484-E713AF90B13D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100000">
                <a:srgbClr val="BA85F9"/>
              </a:gs>
              <a:gs pos="49000">
                <a:srgbClr val="6E2FF1"/>
              </a:gs>
              <a:gs pos="0">
                <a:schemeClr val="accent1">
                  <a:alpha val="90000"/>
                </a:schemeClr>
              </a:gs>
            </a:gsLst>
            <a:lin ang="49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6CC56AD-D686-63C5-BB2B-518B630FED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429000"/>
            <a:ext cx="5761037" cy="206799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AF4665F-72C8-35D6-B739-29F9B634F2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5521072"/>
            <a:ext cx="5761037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2" name="TextBox 26">
            <a:extLst>
              <a:ext uri="{FF2B5EF4-FFF2-40B4-BE49-F238E27FC236}">
                <a16:creationId xmlns:a16="http://schemas.microsoft.com/office/drawing/2014/main" id="{BB9A4980-8130-ECF6-18D2-66F6B69AA99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CBE749A6-B33A-E319-7094-1F262F5C1BC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5" name="Picture 22">
            <a:extLst>
              <a:ext uri="{FF2B5EF4-FFF2-40B4-BE49-F238E27FC236}">
                <a16:creationId xmlns:a16="http://schemas.microsoft.com/office/drawing/2014/main" id="{0ADAB8D7-1DCB-8960-3C98-4CD0679126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6531048"/>
            <a:ext cx="507599" cy="15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931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_Section 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141C8EB-2716-D0A4-BC4E-29471232EAA4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100000">
                <a:srgbClr val="BA85F9"/>
              </a:gs>
              <a:gs pos="49000">
                <a:srgbClr val="6E2FF1"/>
              </a:gs>
              <a:gs pos="0">
                <a:schemeClr val="accent1">
                  <a:alpha val="90000"/>
                </a:schemeClr>
              </a:gs>
            </a:gsLst>
            <a:lin ang="49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A6BA01-5647-C911-2D6F-EA1B5776D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429000"/>
            <a:ext cx="5151437" cy="206799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4FD42E4-6767-D4AE-8D21-E0B19801A4A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5521072"/>
            <a:ext cx="5151437" cy="29298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31DFDF6-9085-6EAC-DBD9-835D60E904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2" y="1"/>
            <a:ext cx="6095999" cy="6857999"/>
          </a:xfrm>
          <a:custGeom>
            <a:avLst/>
            <a:gdLst>
              <a:gd name="connsiteX0" fmla="*/ 2621816 w 6095999"/>
              <a:gd name="connsiteY0" fmla="*/ 0 h 6857999"/>
              <a:gd name="connsiteX1" fmla="*/ 6095999 w 6095999"/>
              <a:gd name="connsiteY1" fmla="*/ 0 h 6857999"/>
              <a:gd name="connsiteX2" fmla="*/ 6095999 w 6095999"/>
              <a:gd name="connsiteY2" fmla="*/ 6857999 h 6857999"/>
              <a:gd name="connsiteX3" fmla="*/ 282366 w 6095999"/>
              <a:gd name="connsiteY3" fmla="*/ 6857999 h 6857999"/>
              <a:gd name="connsiteX4" fmla="*/ 274899 w 6095999"/>
              <a:gd name="connsiteY4" fmla="*/ 6835933 h 6857999"/>
              <a:gd name="connsiteX5" fmla="*/ 0 w 6095999"/>
              <a:gd name="connsiteY5" fmla="*/ 5017647 h 6857999"/>
              <a:gd name="connsiteX6" fmla="*/ 2456125 w 6095999"/>
              <a:gd name="connsiteY6" fmla="*/ 11782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5999" h="6857999">
                <a:moveTo>
                  <a:pt x="2621816" y="0"/>
                </a:moveTo>
                <a:lnTo>
                  <a:pt x="6095999" y="0"/>
                </a:lnTo>
                <a:lnTo>
                  <a:pt x="6095999" y="6857999"/>
                </a:lnTo>
                <a:lnTo>
                  <a:pt x="282366" y="6857999"/>
                </a:lnTo>
                <a:lnTo>
                  <a:pt x="274899" y="6835933"/>
                </a:lnTo>
                <a:cubicBezTo>
                  <a:pt x="96244" y="6261537"/>
                  <a:pt x="0" y="5650832"/>
                  <a:pt x="0" y="5017647"/>
                </a:cubicBezTo>
                <a:cubicBezTo>
                  <a:pt x="0" y="3012563"/>
                  <a:pt x="965106" y="1232891"/>
                  <a:pt x="2456125" y="117826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extBox 20">
            <a:extLst>
              <a:ext uri="{FF2B5EF4-FFF2-40B4-BE49-F238E27FC236}">
                <a16:creationId xmlns:a16="http://schemas.microsoft.com/office/drawing/2014/main" id="{E02835C5-4DEE-70B9-50F4-79DDD2F546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tx1">
                    <a:alpha val="5019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9" name="Picture 22">
            <a:extLst>
              <a:ext uri="{FF2B5EF4-FFF2-40B4-BE49-F238E27FC236}">
                <a16:creationId xmlns:a16="http://schemas.microsoft.com/office/drawing/2014/main" id="{60B03EC4-2B84-59E9-0172-A7A8EBD8C2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6531048"/>
            <a:ext cx="507599" cy="15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3069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A7D7DEE-6163-20F7-5AF7-7376645D7FFB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100000">
                <a:srgbClr val="BA85F9"/>
              </a:gs>
              <a:gs pos="49000">
                <a:srgbClr val="6E2FF1"/>
              </a:gs>
              <a:gs pos="0">
                <a:schemeClr val="accent1">
                  <a:alpha val="90000"/>
                </a:schemeClr>
              </a:gs>
            </a:gsLst>
            <a:lin ang="49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FDC1D25-6FCB-8092-1FCC-26E803925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429000"/>
            <a:ext cx="5151437" cy="206799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2400" b="0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9E6ED46-B083-9C27-8B6F-DD34AFF90CE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5521072"/>
            <a:ext cx="5151437" cy="29298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7565794-3AEB-5D2A-9147-A468135EEE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8458"/>
          <a:stretch/>
        </p:blipFill>
        <p:spPr>
          <a:xfrm>
            <a:off x="4688732" y="0"/>
            <a:ext cx="7503268" cy="6858000"/>
          </a:xfrm>
          <a:prstGeom prst="rect">
            <a:avLst/>
          </a:prstGeom>
        </p:spPr>
      </p:pic>
      <p:sp>
        <p:nvSpPr>
          <p:cNvPr id="4" name="TextBox 26">
            <a:extLst>
              <a:ext uri="{FF2B5EF4-FFF2-40B4-BE49-F238E27FC236}">
                <a16:creationId xmlns:a16="http://schemas.microsoft.com/office/drawing/2014/main" id="{E028FDAC-A9BD-F631-C307-851E93DC74E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0E59B338-4397-5596-94B2-7E7477079AE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7" name="Picture 22">
            <a:extLst>
              <a:ext uri="{FF2B5EF4-FFF2-40B4-BE49-F238E27FC236}">
                <a16:creationId xmlns:a16="http://schemas.microsoft.com/office/drawing/2014/main" id="{AABC144D-EDF8-2933-D9F3-317A198BAAD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34963" y="6531048"/>
            <a:ext cx="507599" cy="15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3779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5_Section 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3CDB6A-048E-6184-6207-868E8A1765E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rgbClr val="1484F5"/>
              </a:gs>
              <a:gs pos="40000">
                <a:schemeClr val="accent1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D0C20A8-C54D-65D4-11B8-C82D369D21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429000"/>
            <a:ext cx="5761037" cy="206799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F1AAD90-F573-8BD0-19A6-B91C4707E4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5521072"/>
            <a:ext cx="5761037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24B84CB4-71F3-F601-F020-E6CB4C95BC8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id="{12EEBC7B-1FB6-AF27-7BBF-FC8C9CE7145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3" name="Picture 22">
            <a:extLst>
              <a:ext uri="{FF2B5EF4-FFF2-40B4-BE49-F238E27FC236}">
                <a16:creationId xmlns:a16="http://schemas.microsoft.com/office/drawing/2014/main" id="{3548D7FA-2928-C771-A153-26C14BB0C7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6531048"/>
            <a:ext cx="507599" cy="15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753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A72565-69F8-7D4C-9FFB-ADEF3B3C09B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rgbClr val="1484F5"/>
              </a:gs>
              <a:gs pos="40000">
                <a:schemeClr val="accent1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A63A8DA-23CA-97BC-A272-19AAFA7091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429000"/>
            <a:ext cx="5151437" cy="206799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A1789B9-D8A7-9466-F754-97D58DA988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2" y="1"/>
            <a:ext cx="6095999" cy="6857999"/>
          </a:xfrm>
          <a:custGeom>
            <a:avLst/>
            <a:gdLst>
              <a:gd name="connsiteX0" fmla="*/ 2621816 w 6095999"/>
              <a:gd name="connsiteY0" fmla="*/ 0 h 6857999"/>
              <a:gd name="connsiteX1" fmla="*/ 6095999 w 6095999"/>
              <a:gd name="connsiteY1" fmla="*/ 0 h 6857999"/>
              <a:gd name="connsiteX2" fmla="*/ 6095999 w 6095999"/>
              <a:gd name="connsiteY2" fmla="*/ 6857999 h 6857999"/>
              <a:gd name="connsiteX3" fmla="*/ 282366 w 6095999"/>
              <a:gd name="connsiteY3" fmla="*/ 6857999 h 6857999"/>
              <a:gd name="connsiteX4" fmla="*/ 274899 w 6095999"/>
              <a:gd name="connsiteY4" fmla="*/ 6835933 h 6857999"/>
              <a:gd name="connsiteX5" fmla="*/ 0 w 6095999"/>
              <a:gd name="connsiteY5" fmla="*/ 5017647 h 6857999"/>
              <a:gd name="connsiteX6" fmla="*/ 2456125 w 6095999"/>
              <a:gd name="connsiteY6" fmla="*/ 11782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5999" h="6857999">
                <a:moveTo>
                  <a:pt x="2621816" y="0"/>
                </a:moveTo>
                <a:lnTo>
                  <a:pt x="6095999" y="0"/>
                </a:lnTo>
                <a:lnTo>
                  <a:pt x="6095999" y="6857999"/>
                </a:lnTo>
                <a:lnTo>
                  <a:pt x="282366" y="6857999"/>
                </a:lnTo>
                <a:lnTo>
                  <a:pt x="274899" y="6835933"/>
                </a:lnTo>
                <a:cubicBezTo>
                  <a:pt x="96244" y="6261537"/>
                  <a:pt x="0" y="5650832"/>
                  <a:pt x="0" y="5017647"/>
                </a:cubicBezTo>
                <a:cubicBezTo>
                  <a:pt x="0" y="3012563"/>
                  <a:pt x="965106" y="1232891"/>
                  <a:pt x="2456125" y="117826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C93D28D-00B8-EACB-1395-1BEC72A9B9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5521072"/>
            <a:ext cx="5151437" cy="29298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5" name="TextBox 26">
            <a:extLst>
              <a:ext uri="{FF2B5EF4-FFF2-40B4-BE49-F238E27FC236}">
                <a16:creationId xmlns:a16="http://schemas.microsoft.com/office/drawing/2014/main" id="{B6238B2A-A8A5-E2AB-8F04-5B5A523F4B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20">
            <a:extLst>
              <a:ext uri="{FF2B5EF4-FFF2-40B4-BE49-F238E27FC236}">
                <a16:creationId xmlns:a16="http://schemas.microsoft.com/office/drawing/2014/main" id="{CB169062-0B35-9250-C992-E6343D715F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tx1">
                    <a:alpha val="5019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6" name="Picture 22">
            <a:extLst>
              <a:ext uri="{FF2B5EF4-FFF2-40B4-BE49-F238E27FC236}">
                <a16:creationId xmlns:a16="http://schemas.microsoft.com/office/drawing/2014/main" id="{FDBB7178-5316-3439-538A-2EDE75DD67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6531048"/>
            <a:ext cx="507599" cy="15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7992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A98978-DD5F-0102-606C-E4581697EB8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rgbClr val="1484F5"/>
              </a:gs>
              <a:gs pos="40000">
                <a:schemeClr val="accent1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F7F906D-B036-EBA7-A79C-9CB0971E95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5521072"/>
            <a:ext cx="5151437" cy="29298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64AAB820-12AF-F669-57B8-65DFC760F4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640"/>
          <a:stretch/>
        </p:blipFill>
        <p:spPr>
          <a:xfrm>
            <a:off x="4101352" y="0"/>
            <a:ext cx="8090647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CBC9AFA-318E-1B39-A4C3-A3273424EC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429000"/>
            <a:ext cx="5151437" cy="206799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2400" b="0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64BE84E3-2381-E806-1FF9-B9741E9A269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id="{5C1A6627-1655-8C48-BBB8-278252AD927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5" name="Picture 22">
            <a:extLst>
              <a:ext uri="{FF2B5EF4-FFF2-40B4-BE49-F238E27FC236}">
                <a16:creationId xmlns:a16="http://schemas.microsoft.com/office/drawing/2014/main" id="{305FBFF3-D67E-10FF-6FA7-394CE56D6A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34963" y="6531048"/>
            <a:ext cx="507599" cy="15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4547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3_Section 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9ABEE5-93EF-491D-228D-7893F85BACB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chemeClr val="tx2"/>
              </a:gs>
              <a:gs pos="100000">
                <a:schemeClr val="accent1"/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1E162B4-1E76-6A41-8A01-7EA4B4BFF7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429000"/>
            <a:ext cx="5761037" cy="206799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DE1258B5-E04F-388B-1997-FB9CF8C4FF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5521072"/>
            <a:ext cx="5761037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TextBox 26">
            <a:extLst>
              <a:ext uri="{FF2B5EF4-FFF2-40B4-BE49-F238E27FC236}">
                <a16:creationId xmlns:a16="http://schemas.microsoft.com/office/drawing/2014/main" id="{691025BF-745D-5DE4-EE33-730926E64B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20">
            <a:extLst>
              <a:ext uri="{FF2B5EF4-FFF2-40B4-BE49-F238E27FC236}">
                <a16:creationId xmlns:a16="http://schemas.microsoft.com/office/drawing/2014/main" id="{B77C154C-CE11-FA7D-3A24-6E966B685ED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6" name="Picture 22">
            <a:extLst>
              <a:ext uri="{FF2B5EF4-FFF2-40B4-BE49-F238E27FC236}">
                <a16:creationId xmlns:a16="http://schemas.microsoft.com/office/drawing/2014/main" id="{E853A676-C9C0-3C5E-2DCC-AC0DC06837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6531048"/>
            <a:ext cx="507599" cy="15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27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485EBA8-5BF4-39D5-5B17-4925B0B63CF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chemeClr val="tx2"/>
              </a:gs>
              <a:gs pos="100000">
                <a:schemeClr val="accent1"/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8ED11AB-6788-862E-E56B-79CD4205D7B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2" y="1"/>
            <a:ext cx="6095999" cy="6857999"/>
          </a:xfrm>
          <a:custGeom>
            <a:avLst/>
            <a:gdLst>
              <a:gd name="connsiteX0" fmla="*/ 2621816 w 6095999"/>
              <a:gd name="connsiteY0" fmla="*/ 0 h 6857999"/>
              <a:gd name="connsiteX1" fmla="*/ 6095999 w 6095999"/>
              <a:gd name="connsiteY1" fmla="*/ 0 h 6857999"/>
              <a:gd name="connsiteX2" fmla="*/ 6095999 w 6095999"/>
              <a:gd name="connsiteY2" fmla="*/ 6857999 h 6857999"/>
              <a:gd name="connsiteX3" fmla="*/ 282366 w 6095999"/>
              <a:gd name="connsiteY3" fmla="*/ 6857999 h 6857999"/>
              <a:gd name="connsiteX4" fmla="*/ 274899 w 6095999"/>
              <a:gd name="connsiteY4" fmla="*/ 6835933 h 6857999"/>
              <a:gd name="connsiteX5" fmla="*/ 0 w 6095999"/>
              <a:gd name="connsiteY5" fmla="*/ 5017647 h 6857999"/>
              <a:gd name="connsiteX6" fmla="*/ 2456125 w 6095999"/>
              <a:gd name="connsiteY6" fmla="*/ 11782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5999" h="6857999">
                <a:moveTo>
                  <a:pt x="2621816" y="0"/>
                </a:moveTo>
                <a:lnTo>
                  <a:pt x="6095999" y="0"/>
                </a:lnTo>
                <a:lnTo>
                  <a:pt x="6095999" y="6857999"/>
                </a:lnTo>
                <a:lnTo>
                  <a:pt x="282366" y="6857999"/>
                </a:lnTo>
                <a:lnTo>
                  <a:pt x="274899" y="6835933"/>
                </a:lnTo>
                <a:cubicBezTo>
                  <a:pt x="96244" y="6261537"/>
                  <a:pt x="0" y="5650832"/>
                  <a:pt x="0" y="5017647"/>
                </a:cubicBezTo>
                <a:cubicBezTo>
                  <a:pt x="0" y="3012563"/>
                  <a:pt x="965106" y="1232891"/>
                  <a:pt x="2456125" y="117826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C031A48-4339-3EEF-9438-7E994A23FF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429000"/>
            <a:ext cx="5151437" cy="206799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1B1412F-135B-2518-55B4-63D1536F54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5521072"/>
            <a:ext cx="5151437" cy="29298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TextBox 26">
            <a:extLst>
              <a:ext uri="{FF2B5EF4-FFF2-40B4-BE49-F238E27FC236}">
                <a16:creationId xmlns:a16="http://schemas.microsoft.com/office/drawing/2014/main" id="{CC01F541-833F-F498-AB2D-D9E094D70FF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60512D20-F523-66CF-3420-7E4A0E9E449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tx1">
                    <a:alpha val="5019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7" name="Picture 22">
            <a:extLst>
              <a:ext uri="{FF2B5EF4-FFF2-40B4-BE49-F238E27FC236}">
                <a16:creationId xmlns:a16="http://schemas.microsoft.com/office/drawing/2014/main" id="{98416B02-4319-B2F0-AB80-87262233F1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6531048"/>
            <a:ext cx="507599" cy="15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2963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BD8FF1-245A-4013-5A44-1059CE6BE1E3}"/>
              </a:ext>
            </a:extLst>
          </p:cNvPr>
          <p:cNvSpPr/>
          <p:nvPr userDrawn="1"/>
        </p:nvSpPr>
        <p:spPr>
          <a:xfrm>
            <a:off x="0" y="3641"/>
            <a:ext cx="12192000" cy="6858000"/>
          </a:xfrm>
          <a:prstGeom prst="rect">
            <a:avLst/>
          </a:prstGeom>
          <a:gradFill>
            <a:gsLst>
              <a:gs pos="29000">
                <a:schemeClr val="tx2"/>
              </a:gs>
              <a:gs pos="100000">
                <a:schemeClr val="accent1"/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2">
            <a:extLst>
              <a:ext uri="{FF2B5EF4-FFF2-40B4-BE49-F238E27FC236}">
                <a16:creationId xmlns:a16="http://schemas.microsoft.com/office/drawing/2014/main" id="{87A20BF6-68D1-FE7E-5733-0C09036B17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6531048"/>
            <a:ext cx="507599" cy="15486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79AC630-79C0-5BBC-6D49-8063F75D5C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8458"/>
          <a:stretch/>
        </p:blipFill>
        <p:spPr>
          <a:xfrm>
            <a:off x="4688732" y="0"/>
            <a:ext cx="750326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76F8AE-E471-3521-ED82-EDDE4F14C6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429000"/>
            <a:ext cx="6192840" cy="206799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2400" b="0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9C987-32D8-B116-A2B4-FF51E539473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5521072"/>
            <a:ext cx="5151437" cy="29298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0F0CDCBF-016A-CCE1-4E15-3C8153720FE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id="{BCDC5E03-DC68-FE7D-0CA3-E1DDF5B7E8F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</p:spTree>
    <p:extLst>
      <p:ext uri="{BB962C8B-B14F-4D97-AF65-F5344CB8AC3E}">
        <p14:creationId xmlns:p14="http://schemas.microsoft.com/office/powerpoint/2010/main" val="20370251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4962" y="333375"/>
            <a:ext cx="11522073" cy="527685"/>
          </a:xfrm>
        </p:spPr>
        <p:txBody>
          <a:bodyPr anchor="t"/>
          <a:lstStyle>
            <a:lvl1pPr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334963" y="952036"/>
            <a:ext cx="11522074" cy="521254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67278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94710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518603" indent="-16827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32503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 w/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rgbClr val="6E2FF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 hasCustomPrompt="1"/>
          </p:nvPr>
        </p:nvSpPr>
        <p:spPr>
          <a:xfrm>
            <a:off x="334962" y="1333362"/>
            <a:ext cx="11522075" cy="493789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77504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9" hasCustomPrompt="1"/>
          </p:nvPr>
        </p:nvSpPr>
        <p:spPr>
          <a:xfrm>
            <a:off x="341681" y="2202443"/>
            <a:ext cx="5515504" cy="3933245"/>
          </a:xfrm>
        </p:spPr>
        <p:txBody>
          <a:bodyPr/>
          <a:lstStyle>
            <a:lvl1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 algn="l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947103" indent="-166688" algn="l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93178" indent="-173038" algn="l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518603" indent="-168275" algn="l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21" hasCustomPrompt="1"/>
          </p:nvPr>
        </p:nvSpPr>
        <p:spPr>
          <a:xfrm>
            <a:off x="6339946" y="2202442"/>
            <a:ext cx="5517085" cy="3933246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94710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518603" indent="-16827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67EC98B-3D70-F06A-BE88-1F7285E8B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8E224E82-2A38-C155-7A0E-F9FC190DD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8" name="Text Placeholder 131">
            <a:extLst>
              <a:ext uri="{FF2B5EF4-FFF2-40B4-BE49-F238E27FC236}">
                <a16:creationId xmlns:a16="http://schemas.microsoft.com/office/drawing/2014/main" id="{6CCD66A5-721B-8D5F-614C-1ABC04648D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39946" y="1629286"/>
            <a:ext cx="5517092" cy="542459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rgbClr val="6E2FF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394A6-D095-00D9-8B77-4AD8CCC347D9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31950"/>
            <a:ext cx="0" cy="4440604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31">
            <a:extLst>
              <a:ext uri="{FF2B5EF4-FFF2-40B4-BE49-F238E27FC236}">
                <a16:creationId xmlns:a16="http://schemas.microsoft.com/office/drawing/2014/main" id="{43A0EBE8-A43F-DF44-9460-0F08F5820F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681" y="1629286"/>
            <a:ext cx="5517088" cy="542459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rgbClr val="6E2FF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26211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 userDrawn="1">
            <p:ph idx="1" hasCustomPrompt="1"/>
          </p:nvPr>
        </p:nvSpPr>
        <p:spPr>
          <a:xfrm>
            <a:off x="341681" y="2373786"/>
            <a:ext cx="3372644" cy="368570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>
              <a:defRPr>
                <a:solidFill>
                  <a:srgbClr val="383838"/>
                </a:solidFill>
              </a:defRPr>
            </a:lvl3pPr>
            <a:lvl4pPr>
              <a:defRPr>
                <a:solidFill>
                  <a:srgbClr val="383838"/>
                </a:solidFill>
              </a:defRPr>
            </a:lvl4pPr>
            <a:lvl5pPr>
              <a:defRPr>
                <a:solidFill>
                  <a:srgbClr val="383838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2"/>
          <p:cNvSpPr>
            <a:spLocks noGrp="1"/>
          </p:cNvSpPr>
          <p:nvPr userDrawn="1">
            <p:ph idx="17" hasCustomPrompt="1"/>
          </p:nvPr>
        </p:nvSpPr>
        <p:spPr>
          <a:xfrm>
            <a:off x="4416359" y="2373786"/>
            <a:ext cx="3359281" cy="368570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2"/>
          <p:cNvSpPr>
            <a:spLocks noGrp="1"/>
          </p:cNvSpPr>
          <p:nvPr userDrawn="1">
            <p:ph idx="18" hasCustomPrompt="1"/>
          </p:nvPr>
        </p:nvSpPr>
        <p:spPr>
          <a:xfrm>
            <a:off x="8437857" y="2373786"/>
            <a:ext cx="3412462" cy="368570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131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419997" y="1629286"/>
            <a:ext cx="3359945" cy="542459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rgbClr val="6E2FF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6" name="Text Placeholder 131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8437193" y="1629286"/>
            <a:ext cx="3413126" cy="542459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rgbClr val="6E2FF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1325FC2-3ECC-B01B-C310-C1830B3A3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22E93B31-0AB7-47FF-66E3-07BAB00D4F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3E3585-E252-0E6D-E69C-A5E9165DADD8}"/>
              </a:ext>
            </a:extLst>
          </p:cNvPr>
          <p:cNvCxnSpPr>
            <a:cxnSpLocks/>
          </p:cNvCxnSpPr>
          <p:nvPr userDrawn="1"/>
        </p:nvCxnSpPr>
        <p:spPr>
          <a:xfrm>
            <a:off x="4068914" y="1631950"/>
            <a:ext cx="0" cy="4440604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349C95-B06B-964D-FE16-449E0AA5F29B}"/>
              </a:ext>
            </a:extLst>
          </p:cNvPr>
          <p:cNvCxnSpPr>
            <a:cxnSpLocks/>
          </p:cNvCxnSpPr>
          <p:nvPr userDrawn="1"/>
        </p:nvCxnSpPr>
        <p:spPr>
          <a:xfrm>
            <a:off x="8130275" y="1631950"/>
            <a:ext cx="0" cy="4440604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31">
            <a:extLst>
              <a:ext uri="{FF2B5EF4-FFF2-40B4-BE49-F238E27FC236}">
                <a16:creationId xmlns:a16="http://schemas.microsoft.com/office/drawing/2014/main" id="{7B9E0AAC-6C98-45AB-DD15-D590D4CDB6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681" y="1629286"/>
            <a:ext cx="3372645" cy="542459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rgbClr val="6E2FF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0077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_narrow_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505B7A5-C1F7-41D3-815C-A3728D81DBDD}"/>
              </a:ext>
            </a:extLst>
          </p:cNvPr>
          <p:cNvCxnSpPr>
            <a:cxnSpLocks/>
          </p:cNvCxnSpPr>
          <p:nvPr userDrawn="1"/>
        </p:nvCxnSpPr>
        <p:spPr>
          <a:xfrm>
            <a:off x="3224524" y="1631950"/>
            <a:ext cx="0" cy="4440604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/>
          <p:cNvSpPr>
            <a:spLocks noGrp="1"/>
          </p:cNvSpPr>
          <p:nvPr>
            <p:ph idx="1" hasCustomPrompt="1"/>
          </p:nvPr>
        </p:nvSpPr>
        <p:spPr>
          <a:xfrm>
            <a:off x="338726" y="1631111"/>
            <a:ext cx="2698050" cy="4440603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1" hasCustomPrompt="1"/>
          </p:nvPr>
        </p:nvSpPr>
        <p:spPr>
          <a:xfrm>
            <a:off x="3416035" y="1631111"/>
            <a:ext cx="8296540" cy="4440603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94710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518603" indent="-16827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6334CFF-A979-FC9A-543A-A5B0FE05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EA4C3228-7E56-9E7C-C259-DA2F13238F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rgbClr val="6E2FF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29991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9182101" y="1629597"/>
            <a:ext cx="2674937" cy="4443488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21" hasCustomPrompt="1"/>
          </p:nvPr>
        </p:nvSpPr>
        <p:spPr>
          <a:xfrm>
            <a:off x="341681" y="1629287"/>
            <a:ext cx="8348664" cy="4443267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94710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518603" indent="-16827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F1289BE-C460-FC38-A472-549CAFF7B1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5B38FCCA-9B45-403D-9285-E8A5659B3A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2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rgbClr val="6E2FF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D410EB-22A8-56FC-8D90-A32912AB5A8D}"/>
              </a:ext>
            </a:extLst>
          </p:cNvPr>
          <p:cNvCxnSpPr>
            <a:cxnSpLocks/>
          </p:cNvCxnSpPr>
          <p:nvPr userDrawn="1"/>
        </p:nvCxnSpPr>
        <p:spPr>
          <a:xfrm>
            <a:off x="8978583" y="1631950"/>
            <a:ext cx="0" cy="4440604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9496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3287778" y="1629287"/>
            <a:ext cx="2748972" cy="2049491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104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3287778" y="3867401"/>
            <a:ext cx="2748972" cy="2060333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105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9066212" y="1629287"/>
            <a:ext cx="2790825" cy="2049491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106" name="Picture Placeholder 5"/>
          <p:cNvSpPr>
            <a:spLocks noGrp="1"/>
          </p:cNvSpPr>
          <p:nvPr>
            <p:ph type="pic" sz="quarter" idx="20"/>
          </p:nvPr>
        </p:nvSpPr>
        <p:spPr>
          <a:xfrm>
            <a:off x="9066212" y="3867400"/>
            <a:ext cx="2790825" cy="2060333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341681" y="1629287"/>
            <a:ext cx="2762365" cy="4298447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6176995" y="1629287"/>
            <a:ext cx="2748972" cy="4298448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B284D0A-F33E-8740-6794-8EDAC7470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E119B61E-1D62-5564-D421-180CAE601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rgbClr val="6E2FF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441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idx="1" hasCustomPrompt="1"/>
          </p:nvPr>
        </p:nvSpPr>
        <p:spPr>
          <a:xfrm>
            <a:off x="341681" y="1629079"/>
            <a:ext cx="5625569" cy="4455197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0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6250924" y="1629080"/>
            <a:ext cx="5606113" cy="4455198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0152492-71D9-150B-2A89-D0FCD1FD29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405D1B2E-CB2E-3E45-B317-55D6F5C2DA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rgbClr val="6E2FF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42164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d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able Placeholder 3"/>
          <p:cNvSpPr>
            <a:spLocks noGrp="1"/>
          </p:cNvSpPr>
          <p:nvPr>
            <p:ph type="tbl" sz="quarter" idx="13"/>
          </p:nvPr>
        </p:nvSpPr>
        <p:spPr>
          <a:xfrm>
            <a:off x="342900" y="1259574"/>
            <a:ext cx="11514138" cy="506502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noProof="0" dirty="0"/>
              <a:t>Click icon to add table</a:t>
            </a:r>
            <a:endParaRPr lang="en-US" noProof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BA6B87B-D63E-427C-CAB5-FF49FA0D88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775123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FF3FA1D-9635-ED13-F7C7-D49D0BEE44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15141880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 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341949" y="1629287"/>
            <a:ext cx="2722288" cy="1643303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341949" y="3429000"/>
            <a:ext cx="2722094" cy="3015903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B284D0A-F33E-8740-6794-8EDAC7470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E119B61E-1D62-5564-D421-180CAE601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rgbClr val="6E2FF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C5460D7C-0B2B-F4D4-9405-85214B86F68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25094" y="1629287"/>
            <a:ext cx="2708896" cy="1643303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4248E73-9053-2E4B-5BDB-CCCB9D796E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11702" y="3429000"/>
            <a:ext cx="2722094" cy="3015903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A6E0E23D-AAC8-8137-B3E1-1284296BC7F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12227" y="1629287"/>
            <a:ext cx="2708896" cy="1643303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B4C1642-F864-86EE-26E4-1FD3505375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8835" y="3429000"/>
            <a:ext cx="2722094" cy="3015903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34360A4A-5339-7555-17BE-92B2B833115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982427" y="1629287"/>
            <a:ext cx="2708896" cy="1643303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5B7C804B-11A4-DD1E-3F57-C3EBBD8E21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69035" y="3429000"/>
            <a:ext cx="2722094" cy="3015903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8250F92-0A52-2C2C-CA52-106847C17367}"/>
              </a:ext>
            </a:extLst>
          </p:cNvPr>
          <p:cNvCxnSpPr>
            <a:cxnSpLocks/>
          </p:cNvCxnSpPr>
          <p:nvPr userDrawn="1"/>
        </p:nvCxnSpPr>
        <p:spPr>
          <a:xfrm>
            <a:off x="355341" y="1458024"/>
            <a:ext cx="11501697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8492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column 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341949" y="3429000"/>
            <a:ext cx="2722094" cy="3015903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B284D0A-F33E-8740-6794-8EDAC7470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E119B61E-1D62-5564-D421-180CAE601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rgbClr val="6E2FF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4248E73-9053-2E4B-5BDB-CCCB9D796E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11702" y="3429000"/>
            <a:ext cx="2722094" cy="3015903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B4C1642-F864-86EE-26E4-1FD3505375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8835" y="3429000"/>
            <a:ext cx="2722094" cy="3015903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5B7C804B-11A4-DD1E-3F57-C3EBBD8E21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69035" y="3429000"/>
            <a:ext cx="2722094" cy="3015903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8DEC174F-ADED-FDBF-C6BD-CC5EA1D4D50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949" y="1629288"/>
            <a:ext cx="2722094" cy="16292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0">
                <a:gradFill>
                  <a:gsLst>
                    <a:gs pos="99000">
                      <a:srgbClr val="6E2FF1"/>
                    </a:gs>
                    <a:gs pos="0">
                      <a:schemeClr val="accent1"/>
                    </a:gs>
                  </a:gsLst>
                  <a:lin ang="18900000" scaled="1"/>
                </a:gradFill>
              </a:defRPr>
            </a:lvl1pPr>
            <a:lvl2pPr marL="41465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68897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25888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000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11A6F5E-3913-17ED-4FCA-C7C5F4F934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21073" y="1629288"/>
            <a:ext cx="2722094" cy="16292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0">
                <a:gradFill>
                  <a:gsLst>
                    <a:gs pos="99000">
                      <a:srgbClr val="6E2FF1"/>
                    </a:gs>
                    <a:gs pos="0">
                      <a:schemeClr val="accent1"/>
                    </a:gs>
                  </a:gsLst>
                  <a:lin ang="18900000" scaled="1"/>
                </a:gradFill>
              </a:defRPr>
            </a:lvl1pPr>
            <a:lvl2pPr marL="41465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68897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25888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000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9EB60DC-009B-47A9-58C2-E9289D76E58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00197" y="1629288"/>
            <a:ext cx="2722094" cy="16292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0">
                <a:gradFill>
                  <a:gsLst>
                    <a:gs pos="99000">
                      <a:srgbClr val="6E2FF1"/>
                    </a:gs>
                    <a:gs pos="0">
                      <a:schemeClr val="accent1"/>
                    </a:gs>
                  </a:gsLst>
                  <a:lin ang="18900000" scaled="1"/>
                </a:gradFill>
              </a:defRPr>
            </a:lvl1pPr>
            <a:lvl2pPr marL="41465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68897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25888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000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E4B321B-5901-6E05-22C2-FD9B5FAF86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79321" y="1629288"/>
            <a:ext cx="2722094" cy="16292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0">
                <a:gradFill>
                  <a:gsLst>
                    <a:gs pos="99000">
                      <a:srgbClr val="6E2FF1"/>
                    </a:gs>
                    <a:gs pos="0">
                      <a:schemeClr val="accent1"/>
                    </a:gs>
                  </a:gsLst>
                  <a:lin ang="18900000" scaled="1"/>
                </a:gradFill>
              </a:defRPr>
            </a:lvl1pPr>
            <a:lvl2pPr marL="41465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68897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25888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000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17AD42-0E6D-D003-E77D-5403939E86A6}"/>
              </a:ext>
            </a:extLst>
          </p:cNvPr>
          <p:cNvCxnSpPr>
            <a:cxnSpLocks/>
          </p:cNvCxnSpPr>
          <p:nvPr userDrawn="1"/>
        </p:nvCxnSpPr>
        <p:spPr>
          <a:xfrm>
            <a:off x="355341" y="1458024"/>
            <a:ext cx="11501697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4322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 column 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341949" y="2959444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B284D0A-F33E-8740-6794-8EDAC7470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E119B61E-1D62-5564-D421-180CAE601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rgbClr val="6E2FF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8DEC174F-ADED-FDBF-C6BD-CC5EA1D4D50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949" y="1629288"/>
            <a:ext cx="2722094" cy="124803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0">
                <a:gradFill>
                  <a:gsLst>
                    <a:gs pos="100000">
                      <a:srgbClr val="6E2FF1"/>
                    </a:gs>
                    <a:gs pos="0">
                      <a:schemeClr val="accent1"/>
                    </a:gs>
                  </a:gsLst>
                  <a:lin ang="18900000" scaled="1"/>
                </a:gradFill>
              </a:defRPr>
            </a:lvl1pPr>
            <a:lvl2pPr marL="41465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68897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25888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000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11A6F5E-3913-17ED-4FCA-C7C5F4F934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21073" y="1629288"/>
            <a:ext cx="2722094" cy="124803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0">
                <a:gradFill>
                  <a:gsLst>
                    <a:gs pos="100000">
                      <a:srgbClr val="6E2FF1"/>
                    </a:gs>
                    <a:gs pos="0">
                      <a:schemeClr val="accent1"/>
                    </a:gs>
                  </a:gsLst>
                  <a:lin ang="18900000" scaled="1"/>
                </a:gradFill>
              </a:defRPr>
            </a:lvl1pPr>
            <a:lvl2pPr marL="41465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68897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25888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000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9EB60DC-009B-47A9-58C2-E9289D76E58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00197" y="1629288"/>
            <a:ext cx="2722094" cy="124803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0">
                <a:gradFill>
                  <a:gsLst>
                    <a:gs pos="100000">
                      <a:srgbClr val="6E2FF1"/>
                    </a:gs>
                    <a:gs pos="0">
                      <a:schemeClr val="accent1"/>
                    </a:gs>
                  </a:gsLst>
                  <a:lin ang="18900000" scaled="1"/>
                </a:gradFill>
              </a:defRPr>
            </a:lvl1pPr>
            <a:lvl2pPr marL="41465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68897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25888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000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E4B321B-5901-6E05-22C2-FD9B5FAF86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79321" y="1629288"/>
            <a:ext cx="2722094" cy="124803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0">
                <a:gradFill>
                  <a:gsLst>
                    <a:gs pos="100000">
                      <a:srgbClr val="6E2FF1"/>
                    </a:gs>
                    <a:gs pos="0">
                      <a:schemeClr val="accent1"/>
                    </a:gs>
                  </a:gsLst>
                  <a:lin ang="18900000" scaled="1"/>
                </a:gradFill>
              </a:defRPr>
            </a:lvl1pPr>
            <a:lvl2pPr marL="41465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68897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25888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000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E957452A-AF7E-7246-7A35-3BB379A8B53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21074" y="2959444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5EBBE91-55EF-15D2-1710-DC4DF3D74D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00197" y="2959444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A3577A-B822-01D3-6925-E735C4C2938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75725" y="2959444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69C80CA-6FC8-09B8-7988-1C03FBFEAC6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1949" y="5154004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E9CA1D0-C1B9-D36D-765F-EB10095B4D00}"/>
              </a:ext>
            </a:extLst>
          </p:cNvPr>
          <p:cNvCxnSpPr>
            <a:cxnSpLocks/>
          </p:cNvCxnSpPr>
          <p:nvPr userDrawn="1"/>
        </p:nvCxnSpPr>
        <p:spPr>
          <a:xfrm flipH="1">
            <a:off x="334963" y="3652584"/>
            <a:ext cx="1152207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D8DED05-E2E3-E60C-8FB6-98C11629DBE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41949" y="3905972"/>
            <a:ext cx="2722094" cy="141484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0">
                <a:gradFill>
                  <a:gsLst>
                    <a:gs pos="100000">
                      <a:srgbClr val="6E2FF1"/>
                    </a:gs>
                    <a:gs pos="0">
                      <a:schemeClr val="accent1"/>
                    </a:gs>
                  </a:gsLst>
                  <a:lin ang="18900000" scaled="1"/>
                </a:gradFill>
              </a:defRPr>
            </a:lvl1pPr>
            <a:lvl2pPr marL="41465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68897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25888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000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10FC326-371E-A33A-2DCE-493B59304E5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1073" y="3905972"/>
            <a:ext cx="2722094" cy="141484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0">
                <a:gradFill>
                  <a:gsLst>
                    <a:gs pos="100000">
                      <a:srgbClr val="6E2FF1"/>
                    </a:gs>
                    <a:gs pos="0">
                      <a:schemeClr val="accent1"/>
                    </a:gs>
                  </a:gsLst>
                  <a:lin ang="18900000" scaled="1"/>
                </a:gradFill>
              </a:defRPr>
            </a:lvl1pPr>
            <a:lvl2pPr marL="41465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68897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25888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000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5FD9BC9-01C8-F6F8-C5BB-D0E27C9BA03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00197" y="3905972"/>
            <a:ext cx="2722094" cy="141484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0">
                <a:gradFill>
                  <a:gsLst>
                    <a:gs pos="100000">
                      <a:srgbClr val="6E2FF1"/>
                    </a:gs>
                    <a:gs pos="0">
                      <a:schemeClr val="accent1"/>
                    </a:gs>
                  </a:gsLst>
                  <a:lin ang="18900000" scaled="1"/>
                </a:gradFill>
              </a:defRPr>
            </a:lvl1pPr>
            <a:lvl2pPr marL="41465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68897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25888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000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5CD4DA40-2BF2-3FD2-AB86-EC70388C017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979321" y="3905972"/>
            <a:ext cx="2722094" cy="141484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0">
                <a:gradFill>
                  <a:gsLst>
                    <a:gs pos="100000">
                      <a:srgbClr val="6E2FF1"/>
                    </a:gs>
                    <a:gs pos="0">
                      <a:schemeClr val="accent1"/>
                    </a:gs>
                  </a:gsLst>
                  <a:lin ang="18900000" scaled="1"/>
                </a:gradFill>
              </a:defRPr>
            </a:lvl1pPr>
            <a:lvl2pPr marL="41465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68897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25888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000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FE478262-4375-38DA-6218-0179CF04B76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1074" y="5154004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9250F098-3A08-A54D-E9FF-096D6F809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00197" y="5154004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D4FFA49-47F8-BC70-A714-B4EA90262B0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975725" y="5154004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5B6DE84-96FF-4202-9A8E-6789A38874CB}"/>
              </a:ext>
            </a:extLst>
          </p:cNvPr>
          <p:cNvCxnSpPr>
            <a:cxnSpLocks/>
          </p:cNvCxnSpPr>
          <p:nvPr userDrawn="1"/>
        </p:nvCxnSpPr>
        <p:spPr>
          <a:xfrm>
            <a:off x="355341" y="1458024"/>
            <a:ext cx="11501697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1801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2 column 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D230909C-0594-5159-E526-6BC0A8BD7F1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341949" y="3905606"/>
            <a:ext cx="2708896" cy="1248031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2389CC14-0336-4A78-4720-ABF1310D058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1949" y="1629287"/>
            <a:ext cx="2708896" cy="1248031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341949" y="2877319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B284D0A-F33E-8740-6794-8EDAC7470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E119B61E-1D62-5564-D421-180CAE601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rgbClr val="6E2FF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E957452A-AF7E-7246-7A35-3BB379A8B53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21074" y="2877319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5EBBE91-55EF-15D2-1710-DC4DF3D74D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00197" y="2877319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A3577A-B822-01D3-6925-E735C4C2938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75725" y="2877319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69C80CA-6FC8-09B8-7988-1C03FBFEAC6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1949" y="5154004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E9CA1D0-C1B9-D36D-765F-EB10095B4D00}"/>
              </a:ext>
            </a:extLst>
          </p:cNvPr>
          <p:cNvCxnSpPr>
            <a:cxnSpLocks/>
          </p:cNvCxnSpPr>
          <p:nvPr userDrawn="1"/>
        </p:nvCxnSpPr>
        <p:spPr>
          <a:xfrm flipH="1">
            <a:off x="334963" y="3652584"/>
            <a:ext cx="1152207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FE478262-4375-38DA-6218-0179CF04B76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1074" y="5154004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9250F098-3A08-A54D-E9FF-096D6F809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00197" y="5154004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D4FFA49-47F8-BC70-A714-B4EA90262B0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975725" y="5154004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56209224-BD77-8CC6-AE90-12EB54C0432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218106" y="1629287"/>
            <a:ext cx="2708896" cy="1248031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C2B3786A-414F-BC70-9D87-CB52D9845A7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099193" y="1629287"/>
            <a:ext cx="2708896" cy="1248031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602DF088-CF7C-3ED9-73F6-E0E98AFA98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974762" y="1629287"/>
            <a:ext cx="2708896" cy="1248031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28" name="Picture Placeholder 5">
            <a:extLst>
              <a:ext uri="{FF2B5EF4-FFF2-40B4-BE49-F238E27FC236}">
                <a16:creationId xmlns:a16="http://schemas.microsoft.com/office/drawing/2014/main" id="{47C4EFD4-6A08-4E80-0D36-EB26005061A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3219457" y="3905606"/>
            <a:ext cx="2708896" cy="1248031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62269C05-F4FE-874A-C6FE-B9B309ED5AB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099193" y="3905606"/>
            <a:ext cx="2708896" cy="1248031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30" name="Picture Placeholder 5">
            <a:extLst>
              <a:ext uri="{FF2B5EF4-FFF2-40B4-BE49-F238E27FC236}">
                <a16:creationId xmlns:a16="http://schemas.microsoft.com/office/drawing/2014/main" id="{63E61DD7-F712-223E-D81D-8475FC510E8F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979958" y="3905606"/>
            <a:ext cx="2708896" cy="1248031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B46F8D6-A68A-BD10-9150-104DAA950FBA}"/>
              </a:ext>
            </a:extLst>
          </p:cNvPr>
          <p:cNvCxnSpPr>
            <a:cxnSpLocks/>
          </p:cNvCxnSpPr>
          <p:nvPr userDrawn="1"/>
        </p:nvCxnSpPr>
        <p:spPr>
          <a:xfrm>
            <a:off x="355341" y="1458024"/>
            <a:ext cx="11501697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7401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 slide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A34585F-2B85-C728-D6AB-F47CC23E51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C8F3B333-FC3F-6CC0-F884-E8D64B4184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rgbClr val="6E2FF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A2015AF-BA33-A1D1-C656-9F0543D045D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964" y="4686255"/>
            <a:ext cx="3372644" cy="137323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rgbClr val="383838"/>
                </a:solidFill>
              </a:defRPr>
            </a:lvl3pPr>
            <a:lvl4pPr>
              <a:defRPr>
                <a:solidFill>
                  <a:srgbClr val="383838"/>
                </a:solidFill>
              </a:defRPr>
            </a:lvl4pPr>
            <a:lvl5pPr>
              <a:defRPr>
                <a:solidFill>
                  <a:srgbClr val="383838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1DCE8EB-57B0-6F3F-108A-307D6494DF2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416359" y="4686255"/>
            <a:ext cx="3359281" cy="137323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CE459FA-5634-169B-B788-0A6DCDEB1AC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437857" y="4686255"/>
            <a:ext cx="3412462" cy="137323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2312328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lumn slide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A34585F-2B85-C728-D6AB-F47CC23E51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C8F3B333-FC3F-6CC0-F884-E8D64B4184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rgbClr val="6E2FF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30950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325FC2-3ECC-B01B-C310-C1830B3A3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22E93B31-0AB7-47FF-66E3-07BAB00D4F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rgbClr val="6E2FF1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93C81F4B-F08E-B41E-3208-5D0B92A96A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19997" y="1611050"/>
            <a:ext cx="3359945" cy="560696"/>
          </a:xfrm>
        </p:spPr>
        <p:txBody>
          <a:bodyPr/>
          <a:lstStyle>
            <a:lvl1pPr>
              <a:buClr>
                <a:srgbClr val="6E2FF1"/>
              </a:buClr>
              <a:defRPr/>
            </a:lvl1pPr>
          </a:lstStyle>
          <a:p>
            <a:r>
              <a:rPr lang="en-US" dirty="0"/>
              <a:t>Column Headline</a:t>
            </a:r>
          </a:p>
          <a:p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D3F52F4B-161F-01DB-3570-BED7ABF421D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37193" y="1611050"/>
            <a:ext cx="3413126" cy="560696"/>
          </a:xfrm>
        </p:spPr>
        <p:txBody>
          <a:bodyPr/>
          <a:lstStyle>
            <a:lvl1pPr>
              <a:buClr>
                <a:srgbClr val="6E2FF1"/>
              </a:buClr>
              <a:defRPr/>
            </a:lvl1pPr>
          </a:lstStyle>
          <a:p>
            <a:r>
              <a:rPr lang="en-US" dirty="0"/>
              <a:t>Column Headline</a:t>
            </a:r>
          </a:p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173144-7538-D08B-6C69-A7C2EF4371B0}"/>
              </a:ext>
            </a:extLst>
          </p:cNvPr>
          <p:cNvCxnSpPr>
            <a:cxnSpLocks/>
          </p:cNvCxnSpPr>
          <p:nvPr userDrawn="1"/>
        </p:nvCxnSpPr>
        <p:spPr>
          <a:xfrm>
            <a:off x="4068914" y="1631950"/>
            <a:ext cx="0" cy="4440604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01FA014-90AB-0167-9FFE-B61D90A760F8}"/>
              </a:ext>
            </a:extLst>
          </p:cNvPr>
          <p:cNvCxnSpPr>
            <a:cxnSpLocks/>
          </p:cNvCxnSpPr>
          <p:nvPr userDrawn="1"/>
        </p:nvCxnSpPr>
        <p:spPr>
          <a:xfrm>
            <a:off x="8130275" y="1631950"/>
            <a:ext cx="0" cy="4440604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C219C76-408E-918F-DA25-E1B89EC087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681" y="1611050"/>
            <a:ext cx="3372645" cy="560696"/>
          </a:xfrm>
        </p:spPr>
        <p:txBody>
          <a:bodyPr/>
          <a:lstStyle>
            <a:lvl1pPr>
              <a:buClr>
                <a:srgbClr val="6E2FF1"/>
              </a:buClr>
              <a:defRPr/>
            </a:lvl1pPr>
          </a:lstStyle>
          <a:p>
            <a:r>
              <a:rPr lang="en-US" dirty="0"/>
              <a:t>Column Headline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142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35D0AB-AC44-3595-F2A0-E120A9BFA64F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>
            <a:gsLst>
              <a:gs pos="74000">
                <a:srgbClr val="BA85F9"/>
              </a:gs>
              <a:gs pos="33000">
                <a:srgbClr val="6E2FF1"/>
              </a:gs>
              <a:gs pos="0">
                <a:schemeClr val="accent1">
                  <a:alpha val="7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E5686C-98E7-A510-653F-0FD69A4B4B81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>
            <a:gsLst>
              <a:gs pos="100000">
                <a:srgbClr val="E0D1FC"/>
              </a:gs>
              <a:gs pos="60000">
                <a:srgbClr val="6E2FF1">
                  <a:alpha val="10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F863802-73AF-E781-94DD-B6935A840D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17949" y="3249879"/>
            <a:ext cx="1174240" cy="3582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70C8C98-8540-F243-A7E5-72B42C482D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26471" y="0"/>
            <a:ext cx="4655186" cy="7511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lnSpc>
                <a:spcPts val="3400"/>
              </a:lnSpc>
              <a:defRPr/>
            </a:pPr>
            <a: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Merci</a:t>
            </a: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Danke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</a:t>
            </a:r>
            <a:b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Grazie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谢谢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ありがとう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Asante</a:t>
            </a: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감사합니다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धन्यवाद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Kiitos</a:t>
            </a:r>
          </a:p>
          <a:p>
            <a:pPr algn="r">
              <a:lnSpc>
                <a:spcPts val="3400"/>
              </a:lnSpc>
              <a:defRPr/>
            </a:pPr>
            <a:r>
              <a:rPr lang="ar-SA" sz="3000" kern="12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شكرًا</a:t>
            </a:r>
            <a:endParaRPr lang="en-GB" sz="3000" kern="12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as-IN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</a:rPr>
              <a:t>ধন্যবাদ</a:t>
            </a:r>
            <a:b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תודה</a:t>
            </a:r>
            <a:endParaRPr lang="en-GB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te-IN" sz="3000" b="0" i="0" dirty="0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ధన్యవాదములు</a:t>
            </a:r>
            <a:br>
              <a:rPr lang="en-US" sz="3000" b="0" i="0" dirty="0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lang="en-US" sz="3000" b="0" i="0" dirty="0" err="1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Köszönöm</a:t>
            </a:r>
            <a:endParaRPr lang="en-US" sz="3000" b="0" i="0" dirty="0">
              <a:solidFill>
                <a:schemeClr val="bg1">
                  <a:alpha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te-IN" sz="3000" b="0" i="0" dirty="0">
              <a:solidFill>
                <a:schemeClr val="bg1">
                  <a:alpha val="2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273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11CE2E-EC95-AB37-48CD-A893B95CCBCB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>
            <a:gsLst>
              <a:gs pos="74000">
                <a:srgbClr val="BA85F9"/>
              </a:gs>
              <a:gs pos="33000">
                <a:srgbClr val="6E2FF1"/>
              </a:gs>
              <a:gs pos="0">
                <a:schemeClr val="accent1">
                  <a:alpha val="7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667DAA-C82F-D11A-357F-886396C9B7FE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>
            <a:gsLst>
              <a:gs pos="100000">
                <a:srgbClr val="E0D1FC"/>
              </a:gs>
              <a:gs pos="60000">
                <a:srgbClr val="6E2FF1">
                  <a:alpha val="10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558F5E-A3BE-0D42-13E9-838197A80B4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4963" y="5555129"/>
            <a:ext cx="4170002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>
              <a:defRPr/>
            </a:pPr>
            <a:r>
              <a:rPr lang="en-US" altLang="x-none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Arm trademarks featured in this presentation are registered trademarks or trademarks of Arm Limited (or its subsidiaries) in the US and/or elsewhere. All rights reserved. All other marks featured may be trademarks of their respective owners.</a:t>
            </a:r>
          </a:p>
          <a:p>
            <a:pPr algn="l">
              <a:defRPr/>
            </a:pPr>
            <a:br>
              <a:rPr lang="en-US" altLang="x-none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x-none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www.arm.com</a:t>
            </a:r>
            <a:r>
              <a:rPr lang="en-US" altLang="x-none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/company/policies/trademarks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913E0D1-1F96-2D30-DFEF-185207885C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17949" y="3249879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6039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BED15ADD-5EC2-811A-2387-1B5930CD08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630" t="4489" r="30630" b="7372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23BE21B-48FE-4819-671D-2419665E8D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26471" y="0"/>
            <a:ext cx="4655186" cy="7075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lnSpc>
                <a:spcPts val="3400"/>
              </a:lnSpc>
              <a:defRPr/>
            </a:pPr>
            <a: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Merci</a:t>
            </a: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Danke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</a:t>
            </a:r>
            <a:b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Grazie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谢谢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ありがとう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Asante</a:t>
            </a: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감사합니다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धन्यवाद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Kiitos</a:t>
            </a:r>
          </a:p>
          <a:p>
            <a:pPr algn="r">
              <a:lnSpc>
                <a:spcPts val="3400"/>
              </a:lnSpc>
              <a:defRPr/>
            </a:pPr>
            <a:r>
              <a:rPr lang="ar-SA" sz="3000" kern="12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شكرًا</a:t>
            </a:r>
            <a:endParaRPr lang="en-GB" sz="3000" kern="12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as-IN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</a:rPr>
              <a:t>ধন্যবাদ</a:t>
            </a:r>
            <a:b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תודה</a:t>
            </a:r>
            <a:endParaRPr lang="en-GB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te-IN" sz="3000" b="0" i="0" dirty="0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ధన్యవాదములు</a:t>
            </a:r>
            <a:endParaRPr lang="en-US" sz="3000" b="0" i="0" dirty="0">
              <a:solidFill>
                <a:schemeClr val="bg1">
                  <a:alpha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0" i="0" dirty="0" err="1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Köszönöm</a:t>
            </a:r>
            <a:endParaRPr lang="te-IN" sz="3000" b="0" i="0" dirty="0">
              <a:solidFill>
                <a:schemeClr val="bg1">
                  <a:alpha val="2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B381D48D-6B8E-2C29-2226-AC9A652B9C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5750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7361937A-719B-4F76-BADA-2A50A2850E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630" t="4489" r="30630" b="7372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334963" y="5662851"/>
            <a:ext cx="2658035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>
              <a:defRPr/>
            </a:pPr>
            <a:r>
              <a:rPr lang="en-US" altLang="x-none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Arm trademarks featured in this presentation are registered trademarks or trademarks of Arm Limited </a:t>
            </a:r>
            <a:br>
              <a:rPr lang="en-US" altLang="x-none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x-none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(or its subsidiaries) in the US and/or elsewhere. All rights reserved. All other marks featured may be trademarks of their respective owners.</a:t>
            </a:r>
          </a:p>
          <a:p>
            <a:pPr algn="l">
              <a:defRPr/>
            </a:pPr>
            <a:br>
              <a:rPr lang="en-US" altLang="x-none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x-none" sz="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www.arm.com</a:t>
            </a:r>
            <a:r>
              <a:rPr lang="en-US" altLang="x-none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/company/policies/trademarks</a:t>
            </a: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0702DF4C-C16B-FB7F-C627-956839D90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7161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Closing Slide">
    <p:bg>
      <p:bgPr>
        <a:gradFill flip="none" rotWithShape="1">
          <a:gsLst>
            <a:gs pos="100000">
              <a:schemeClr val="accent2"/>
            </a:gs>
            <a:gs pos="21000">
              <a:srgbClr val="00C1DE"/>
            </a:gs>
            <a:gs pos="49000">
              <a:schemeClr val="accent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87FC3B0A-1B2E-5183-A106-AFF1AFAD52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1260" t="38522" b="3968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698A3AF-7443-E497-DF07-403C6A6301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26471" y="0"/>
            <a:ext cx="4655186" cy="7075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lnSpc>
                <a:spcPts val="3400"/>
              </a:lnSpc>
              <a:defRPr/>
            </a:pPr>
            <a: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Merci</a:t>
            </a: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Danke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</a:t>
            </a:r>
            <a:b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Grazie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谢谢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ありがとう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Asante</a:t>
            </a: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감사합니다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धन्यवाद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Kiitos</a:t>
            </a:r>
          </a:p>
          <a:p>
            <a:pPr algn="r">
              <a:lnSpc>
                <a:spcPts val="3400"/>
              </a:lnSpc>
              <a:defRPr/>
            </a:pPr>
            <a:r>
              <a:rPr lang="ar-SA" sz="3000" kern="12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شكرًا</a:t>
            </a:r>
            <a:endParaRPr lang="en-GB" sz="3000" kern="12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as-IN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</a:rPr>
              <a:t>ধন্যবাদ</a:t>
            </a:r>
            <a:b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תודה</a:t>
            </a:r>
            <a:endParaRPr lang="en-GB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te-IN" sz="3000" b="0" i="0" dirty="0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ధన్యవాదములు</a:t>
            </a:r>
            <a:endParaRPr lang="en-US" sz="3000" b="0" i="0" dirty="0">
              <a:solidFill>
                <a:schemeClr val="bg1">
                  <a:alpha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0" i="0" dirty="0" err="1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Köszönöm</a:t>
            </a:r>
            <a:endParaRPr lang="te-IN" sz="3000" b="0" i="0" dirty="0">
              <a:solidFill>
                <a:schemeClr val="bg1">
                  <a:alpha val="2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41C96215-BC65-D5B1-AF78-CCD29136EA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6059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E1F3F225-309F-2E09-4DD8-48893FA229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1260" t="38522" b="3968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26AEBF6-6717-8CEA-D2B3-4A6E846AC3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4963" y="5601295"/>
            <a:ext cx="383719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>
              <a:defRPr/>
            </a:pPr>
            <a:r>
              <a:rPr lang="en-US" altLang="x-non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Arm trademarks featured in this presentation are registered trademarks or trademarks of Arm Limited (or its subsidiaries) in the US and/or elsewhere. All rights reserved. All other marks featured may be trademarks of their respective owners.</a:t>
            </a:r>
          </a:p>
          <a:p>
            <a:pPr algn="l">
              <a:defRPr/>
            </a:pPr>
            <a:br>
              <a:rPr lang="en-US" altLang="x-non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x-none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www.arm.com</a:t>
            </a:r>
            <a:r>
              <a:rPr lang="en-US" altLang="x-non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/company/policies/trademarks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173C2F34-C098-3FF4-A356-9A5AE8AC24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05067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ainbow colored light on a white background&#10;&#10;Description automatically generated">
            <a:extLst>
              <a:ext uri="{FF2B5EF4-FFF2-40B4-BE49-F238E27FC236}">
                <a16:creationId xmlns:a16="http://schemas.microsoft.com/office/drawing/2014/main" id="{36586134-C8EC-543F-9A46-09509090B2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40113" y="1500192"/>
            <a:ext cx="6858000" cy="38576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44550B-7010-FD6C-92CE-3911285D5E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26471" y="0"/>
            <a:ext cx="4655186" cy="7075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lnSpc>
                <a:spcPts val="3400"/>
              </a:lnSpc>
              <a:defRPr/>
            </a:pPr>
            <a:r>
              <a:rPr lang="en-US" altLang="en-US" sz="3000" dirty="0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Merci</a:t>
            </a: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Danke</a:t>
            </a:r>
            <a:endParaRPr lang="en-US" altLang="en-US" sz="3000" dirty="0">
              <a:solidFill>
                <a:schemeClr val="tx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</a:t>
            </a:r>
            <a:br>
              <a:rPr lang="en-US" altLang="en-US" sz="3000" dirty="0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000" dirty="0" err="1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Grazie</a:t>
            </a:r>
            <a:endParaRPr lang="en-US" altLang="en-US" sz="3000" dirty="0">
              <a:solidFill>
                <a:schemeClr val="tx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谢谢</a:t>
            </a:r>
            <a:endParaRPr lang="en-US" altLang="en-US" sz="3000" dirty="0">
              <a:solidFill>
                <a:schemeClr val="tx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ありがとう</a:t>
            </a:r>
            <a:endParaRPr lang="en-US" altLang="en-US" sz="3000" dirty="0">
              <a:solidFill>
                <a:schemeClr val="tx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000" dirty="0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Asante</a:t>
            </a: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감사합니다</a:t>
            </a:r>
            <a:endParaRPr lang="en-US" altLang="en-US" sz="3000" dirty="0">
              <a:solidFill>
                <a:schemeClr val="tx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धन्यवाद</a:t>
            </a:r>
            <a:endParaRPr lang="en-US" altLang="en-US" sz="3000" dirty="0">
              <a:solidFill>
                <a:schemeClr val="tx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000" dirty="0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Kiitos</a:t>
            </a:r>
          </a:p>
          <a:p>
            <a:pPr algn="r">
              <a:lnSpc>
                <a:spcPts val="3400"/>
              </a:lnSpc>
              <a:defRPr/>
            </a:pPr>
            <a:r>
              <a:rPr lang="ar-SA" sz="3000" kern="1200" dirty="0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شكرًا</a:t>
            </a:r>
            <a:endParaRPr lang="en-GB" sz="3000" kern="1200" dirty="0">
              <a:solidFill>
                <a:schemeClr val="tx1">
                  <a:alpha val="25000"/>
                </a:schemeClr>
              </a:solidFill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as-IN" altLang="en-US" sz="3000" dirty="0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</a:rPr>
              <a:t>ধন্যবাদ</a:t>
            </a:r>
            <a:br>
              <a:rPr lang="en-US" altLang="en-US" sz="3000" dirty="0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altLang="en-US" sz="3000" dirty="0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תודה</a:t>
            </a:r>
            <a:endParaRPr lang="en-GB" altLang="en-US" sz="3000" dirty="0">
              <a:solidFill>
                <a:schemeClr val="tx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te-IN" sz="3000" b="0" i="0" dirty="0">
                <a:solidFill>
                  <a:schemeClr val="tx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ధన్యవాదములు</a:t>
            </a:r>
            <a:endParaRPr lang="en-US" sz="3000" b="0" i="0" dirty="0">
              <a:solidFill>
                <a:schemeClr val="tx1">
                  <a:alpha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0" i="0" dirty="0" err="1">
                <a:solidFill>
                  <a:schemeClr val="tx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Köszönöm</a:t>
            </a:r>
            <a:endParaRPr lang="te-IN" sz="3000" b="0" i="0" dirty="0">
              <a:solidFill>
                <a:schemeClr val="tx1">
                  <a:alpha val="2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261D619C-3FF1-3ED8-A8F2-07E95F1996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52354" y="3256297"/>
            <a:ext cx="1129053" cy="34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27968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light on a white background&#10;&#10;Description automatically generated">
            <a:extLst>
              <a:ext uri="{FF2B5EF4-FFF2-40B4-BE49-F238E27FC236}">
                <a16:creationId xmlns:a16="http://schemas.microsoft.com/office/drawing/2014/main" id="{B73A29E6-E9F1-5B2F-2688-7663FBD23B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40113" y="1500192"/>
            <a:ext cx="6858000" cy="3857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F9E4EE0-1E94-ABC1-F835-25183B1E6DF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4963" y="5662851"/>
            <a:ext cx="2658035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>
              <a:defRPr/>
            </a:pPr>
            <a:r>
              <a:rPr lang="en-US" altLang="x-none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Arm trademarks featured in this presentation are registered trademarks or trademarks of Arm Limited </a:t>
            </a:r>
            <a:br>
              <a:rPr lang="en-US" altLang="x-none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x-none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(or its subsidiaries) in the US and/or elsewhere. All rights reserved. All other marks featured may be trademarks of their respective owners.</a:t>
            </a:r>
          </a:p>
          <a:p>
            <a:pPr algn="l">
              <a:defRPr/>
            </a:pPr>
            <a:br>
              <a:rPr lang="en-US" altLang="x-none" sz="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x-none" sz="8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www.arm.com</a:t>
            </a:r>
            <a:r>
              <a:rPr lang="en-US" altLang="x-none" sz="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/company/policies/trademarks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704BD083-B9DE-015E-8172-3DBA1E572D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52354" y="3256297"/>
            <a:ext cx="1129053" cy="34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1257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588696"/>
      </p:ext>
    </p:extLst>
  </p:cSld>
  <p:clrMapOvr>
    <a:masterClrMapping/>
  </p:clrMapOvr>
  <p:transition>
    <p:pull dir="ru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6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7F0CCD5-1073-94D8-28C7-6749868657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BA5CBF-D6E1-B78D-F819-958659F344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3288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6E3DC-972F-62B3-9E08-06619B0012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Text Placeholder 28">
            <a:extLst>
              <a:ext uri="{FF2B5EF4-FFF2-40B4-BE49-F238E27FC236}">
                <a16:creationId xmlns:a16="http://schemas.microsoft.com/office/drawing/2014/main" id="{AB8FC761-48C1-0B41-C76D-7ED7EE5C1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5CF4A44A-4298-863E-FC69-36B0A1E251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5FD91979-AA2E-D861-9691-AEC93BBC963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3F69861B-E0D0-9572-3879-5F969D0E21F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DE710A64-B222-9BC9-9110-2AF30A6001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5134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24DF13C-CEF9-9574-2804-C3448105D3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BA5CBF-D6E1-B78D-F819-958659F344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6E3DC-972F-62B3-9E08-06619B0012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Text Placeholder 28">
            <a:extLst>
              <a:ext uri="{FF2B5EF4-FFF2-40B4-BE49-F238E27FC236}">
                <a16:creationId xmlns:a16="http://schemas.microsoft.com/office/drawing/2014/main" id="{AB8FC761-48C1-0B41-C76D-7ED7EE5C1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5CF4A44A-4298-863E-FC69-36B0A1E251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5FD91979-AA2E-D861-9691-AEC93BBC9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3F69861B-E0D0-9572-3879-5F969D0E2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tx1">
                    <a:alpha val="5019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418B7164-E5EA-9C91-E9A0-19002D802C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52354" y="344745"/>
            <a:ext cx="1129053" cy="34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605129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7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3FC792F-A7B3-821E-36A6-EB6D93EA6D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BA5CBF-D6E1-B78D-F819-958659F344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6E3DC-972F-62B3-9E08-06619B0012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Text Placeholder 28">
            <a:extLst>
              <a:ext uri="{FF2B5EF4-FFF2-40B4-BE49-F238E27FC236}">
                <a16:creationId xmlns:a16="http://schemas.microsoft.com/office/drawing/2014/main" id="{AB8FC761-48C1-0B41-C76D-7ED7EE5C1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5CF4A44A-4298-863E-FC69-36B0A1E251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5FD91979-AA2E-D861-9691-AEC93BBC9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3F69861B-E0D0-9572-3879-5F969D0E2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10" name="Picture 11">
            <a:extLst>
              <a:ext uri="{FF2B5EF4-FFF2-40B4-BE49-F238E27FC236}">
                <a16:creationId xmlns:a16="http://schemas.microsoft.com/office/drawing/2014/main" id="{22297E79-97F4-1585-D38D-67BDFC5E0B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58247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9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7F3A66E-D5B4-DFA6-6451-02ACAFE8DA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BA5CBF-D6E1-B78D-F819-958659F344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6E3DC-972F-62B3-9E08-06619B0012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Text Placeholder 28">
            <a:extLst>
              <a:ext uri="{FF2B5EF4-FFF2-40B4-BE49-F238E27FC236}">
                <a16:creationId xmlns:a16="http://schemas.microsoft.com/office/drawing/2014/main" id="{AB8FC761-48C1-0B41-C76D-7ED7EE5C1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5CF4A44A-4298-863E-FC69-36B0A1E251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5FD91979-AA2E-D861-9691-AEC93BBC9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3F69861B-E0D0-9572-3879-5F969D0E2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tx1">
                    <a:alpha val="5019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EA6A05-47C5-85FA-D47C-F057F4C46E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52354" y="344745"/>
            <a:ext cx="1129053" cy="34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820263"/>
      </p:ext>
    </p:extLst>
  </p:cSld>
  <p:clrMapOvr>
    <a:masterClrMapping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8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CE84EE0-315E-9B74-BC23-E8B1DC32DD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09" y="-1655"/>
            <a:ext cx="12170153" cy="6861312"/>
          </a:xfrm>
          <a:prstGeom prst="rect">
            <a:avLst/>
          </a:prstGeom>
          <a:ln>
            <a:noFill/>
          </a:ln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681F2EE-6D24-E8DA-17C4-280BF969E6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E433D4AE-C938-4475-1111-CFECCD470A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94364BEC-6A70-1C90-94CE-09EBDEE045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2738029B-26DC-25E5-A32A-D7DCE80A16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96C2A433-44A7-23A9-CEE4-37555C138D5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28785E-8EB7-E5C1-D9EB-531D14B538C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AA9277FD-4E65-8B2C-3CA2-5892E1658C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55014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2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41C572-1862-64A0-36E2-042BB91790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" b="41"/>
          <a:stretch/>
        </p:blipFill>
        <p:spPr>
          <a:xfrm>
            <a:off x="1" y="5647"/>
            <a:ext cx="12192000" cy="685235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4929685A-9556-2EAD-D010-D36407E15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0AF19F97-28D9-B1FE-922C-2A04C8B49DE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EF51CC69-967C-8966-C3A1-A3A7A42551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27004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6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CE84EE0-315E-9B74-BC23-E8B1DC32DD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23" y="12288"/>
            <a:ext cx="12170154" cy="684571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58D99759-E104-0D75-C1DB-0A9A0C25A47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E4E6591A-AC04-6138-7360-1E12248FAD6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6F8770C2-A68E-3EDF-2B41-11181D29DFB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7687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1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26A59A6-B0BB-7A8E-4E98-559764C4F7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4" b="114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58D99759-E104-0D75-C1DB-0A9A0C25A47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E4E6591A-AC04-6138-7360-1E12248FAD6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55FBD7D0-0C6A-C886-5241-C80C35E261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1652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7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CE84EE0-315E-9B74-BC23-E8B1DC32DD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64" y="-3313"/>
            <a:ext cx="12170155" cy="686131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C57EF1A-3A61-4873-383F-EDF7A3F7FF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277995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244E208C-3FF5-71DF-FBFF-D5FF53B6E24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7AF311BF-2314-8D48-AC7A-5EFD58EB85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4BD1CAE6-A216-407B-8561-8BB0E66F34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4ACA5659-48B8-F103-3055-6D3A4953304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7D981E-0E61-3250-09C0-EF60B1A9847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F7FF9F78-EDD0-050F-9EC7-1D40F52B600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28798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2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26A59A6-B0BB-7A8E-4E98-559764C4F7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4" b="114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C77175-EEE9-25B1-527F-B9622D6F2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068D1C-F77C-7DC1-26D4-A7A885E94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10DA7FAA-DCCA-CF1C-ECD1-04C3E040B2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86B7BE92-B2BC-8117-727B-EBD35705F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58D99759-E104-0D75-C1DB-0A9A0C25A47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E4E6591A-AC04-6138-7360-1E12248FAD6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7319B784-3C1F-F656-AB32-0EEEF44092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26588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0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2C9A28-D66F-7747-1E74-38C1961657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60" y="7805"/>
            <a:ext cx="12178140" cy="685020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628DB3C-BBE2-BAD3-74ED-90D9681F5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1FAE997-0E03-68D3-875D-17B1C4032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224B40CB-D476-E9C9-B505-35E88FC185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8BFD93A1-4541-A89C-BDAF-7EAF1393AA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C3D5B98-9C9C-6A1D-03B3-EBC01D49EF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31C0C-96BA-ED29-6B5B-D13B9AB5DB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247756B6-0DE2-04ED-A0F2-F2FBF5F561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59579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3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2C9A28-D66F-7747-1E74-38C1961657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61" y="7805"/>
            <a:ext cx="12178138" cy="685020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628DB3C-BBE2-BAD3-74ED-90D9681F5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1FAE997-0E03-68D3-875D-17B1C4032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224B40CB-D476-E9C9-B505-35E88FC185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8BFD93A1-4541-A89C-BDAF-7EAF1393AA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C3D5B98-9C9C-6A1D-03B3-EBC01D49EF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31C0C-96BA-ED29-6B5B-D13B9AB5DB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B82D0067-8CA9-6218-6454-41F6797DA80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79376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4_Section Divid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2C9A28-D66F-7747-1E74-38C1961657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62" y="7805"/>
            <a:ext cx="12178136" cy="6850201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628DB3C-BBE2-BAD3-74ED-90D9681F5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679" y="1510375"/>
            <a:ext cx="5736792" cy="2075688"/>
          </a:xfrm>
        </p:spPr>
        <p:txBody>
          <a:bodyPr anchor="b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1FAE997-0E03-68D3-875D-17B1C4032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678" y="3788370"/>
            <a:ext cx="5736792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224B40CB-D476-E9C9-B505-35E88FC185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678" y="6311068"/>
            <a:ext cx="2881312" cy="213557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8BFD93A1-4541-A89C-BDAF-7EAF1393AA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8" y="6040944"/>
            <a:ext cx="2881312" cy="209279"/>
          </a:xfrm>
        </p:spPr>
        <p:txBody>
          <a:bodyPr anchor="t"/>
          <a:lstStyle>
            <a:lvl1pPr marL="0" indent="0" algn="l">
              <a:spcAft>
                <a:spcPts val="600"/>
              </a:spcAft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20" name="TextBox 26">
            <a:extLst>
              <a:ext uri="{FF2B5EF4-FFF2-40B4-BE49-F238E27FC236}">
                <a16:creationId xmlns:a16="http://schemas.microsoft.com/office/drawing/2014/main" id="{CC3D5B98-9C9C-6A1D-03B3-EBC01D49EF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31C0C-96BA-ED29-6B5B-D13B9AB5DB2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214C193D-B073-202D-8958-C47C3A7DC9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0362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Section 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16FDD8-4D50-E10B-F484-E713AF90B13D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100000">
                <a:srgbClr val="BA85F9"/>
              </a:gs>
              <a:gs pos="49000">
                <a:srgbClr val="6E2FF1"/>
              </a:gs>
              <a:gs pos="0">
                <a:schemeClr val="accent1">
                  <a:alpha val="90000"/>
                </a:schemeClr>
              </a:gs>
            </a:gsLst>
            <a:lin ang="49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6CC56AD-D686-63C5-BB2B-518B630FED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429000"/>
            <a:ext cx="5761037" cy="206799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AF4665F-72C8-35D6-B739-29F9B634F2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5521072"/>
            <a:ext cx="5761037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2" name="TextBox 26">
            <a:extLst>
              <a:ext uri="{FF2B5EF4-FFF2-40B4-BE49-F238E27FC236}">
                <a16:creationId xmlns:a16="http://schemas.microsoft.com/office/drawing/2014/main" id="{BB9A4980-8130-ECF6-18D2-66F6B69AA99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CBE749A6-B33A-E319-7094-1F262F5C1BC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5" name="Picture 22">
            <a:extLst>
              <a:ext uri="{FF2B5EF4-FFF2-40B4-BE49-F238E27FC236}">
                <a16:creationId xmlns:a16="http://schemas.microsoft.com/office/drawing/2014/main" id="{0ADAB8D7-1DCB-8960-3C98-4CD0679126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6531048"/>
            <a:ext cx="507599" cy="15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84040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_Section 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141C8EB-2716-D0A4-BC4E-29471232EAA4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100000">
                <a:srgbClr val="BA85F9"/>
              </a:gs>
              <a:gs pos="49000">
                <a:srgbClr val="6E2FF1"/>
              </a:gs>
              <a:gs pos="0">
                <a:schemeClr val="accent1">
                  <a:alpha val="90000"/>
                </a:schemeClr>
              </a:gs>
            </a:gsLst>
            <a:lin ang="49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A6BA01-5647-C911-2D6F-EA1B5776D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429000"/>
            <a:ext cx="5151437" cy="206799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4FD42E4-6767-D4AE-8D21-E0B19801A4A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5521072"/>
            <a:ext cx="5151437" cy="29298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31DFDF6-9085-6EAC-DBD9-835D60E904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2" y="1"/>
            <a:ext cx="6095999" cy="6857999"/>
          </a:xfrm>
          <a:custGeom>
            <a:avLst/>
            <a:gdLst>
              <a:gd name="connsiteX0" fmla="*/ 2621816 w 6095999"/>
              <a:gd name="connsiteY0" fmla="*/ 0 h 6857999"/>
              <a:gd name="connsiteX1" fmla="*/ 6095999 w 6095999"/>
              <a:gd name="connsiteY1" fmla="*/ 0 h 6857999"/>
              <a:gd name="connsiteX2" fmla="*/ 6095999 w 6095999"/>
              <a:gd name="connsiteY2" fmla="*/ 6857999 h 6857999"/>
              <a:gd name="connsiteX3" fmla="*/ 282366 w 6095999"/>
              <a:gd name="connsiteY3" fmla="*/ 6857999 h 6857999"/>
              <a:gd name="connsiteX4" fmla="*/ 274899 w 6095999"/>
              <a:gd name="connsiteY4" fmla="*/ 6835933 h 6857999"/>
              <a:gd name="connsiteX5" fmla="*/ 0 w 6095999"/>
              <a:gd name="connsiteY5" fmla="*/ 5017647 h 6857999"/>
              <a:gd name="connsiteX6" fmla="*/ 2456125 w 6095999"/>
              <a:gd name="connsiteY6" fmla="*/ 11782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5999" h="6857999">
                <a:moveTo>
                  <a:pt x="2621816" y="0"/>
                </a:moveTo>
                <a:lnTo>
                  <a:pt x="6095999" y="0"/>
                </a:lnTo>
                <a:lnTo>
                  <a:pt x="6095999" y="6857999"/>
                </a:lnTo>
                <a:lnTo>
                  <a:pt x="282366" y="6857999"/>
                </a:lnTo>
                <a:lnTo>
                  <a:pt x="274899" y="6835933"/>
                </a:lnTo>
                <a:cubicBezTo>
                  <a:pt x="96244" y="6261537"/>
                  <a:pt x="0" y="5650832"/>
                  <a:pt x="0" y="5017647"/>
                </a:cubicBezTo>
                <a:cubicBezTo>
                  <a:pt x="0" y="3012563"/>
                  <a:pt x="965106" y="1232891"/>
                  <a:pt x="2456125" y="117826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extBox 20">
            <a:extLst>
              <a:ext uri="{FF2B5EF4-FFF2-40B4-BE49-F238E27FC236}">
                <a16:creationId xmlns:a16="http://schemas.microsoft.com/office/drawing/2014/main" id="{E02835C5-4DEE-70B9-50F4-79DDD2F546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tx1">
                    <a:alpha val="5019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9" name="Picture 22">
            <a:extLst>
              <a:ext uri="{FF2B5EF4-FFF2-40B4-BE49-F238E27FC236}">
                <a16:creationId xmlns:a16="http://schemas.microsoft.com/office/drawing/2014/main" id="{60B03EC4-2B84-59E9-0172-A7A8EBD8C2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6531048"/>
            <a:ext cx="507599" cy="15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73241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A7D7DEE-6163-20F7-5AF7-7376645D7FFB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100000">
                <a:srgbClr val="BA85F9"/>
              </a:gs>
              <a:gs pos="49000">
                <a:srgbClr val="6E2FF1"/>
              </a:gs>
              <a:gs pos="0">
                <a:schemeClr val="accent1">
                  <a:alpha val="90000"/>
                </a:schemeClr>
              </a:gs>
            </a:gsLst>
            <a:lin ang="49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FDC1D25-6FCB-8092-1FCC-26E803925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429000"/>
            <a:ext cx="5151437" cy="206799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2400" b="0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9E6ED46-B083-9C27-8B6F-DD34AFF90CE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5521072"/>
            <a:ext cx="5151437" cy="29298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7565794-3AEB-5D2A-9147-A468135EEE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8458"/>
          <a:stretch/>
        </p:blipFill>
        <p:spPr>
          <a:xfrm>
            <a:off x="4688732" y="0"/>
            <a:ext cx="7503268" cy="6858000"/>
          </a:xfrm>
          <a:prstGeom prst="rect">
            <a:avLst/>
          </a:prstGeom>
        </p:spPr>
      </p:pic>
      <p:sp>
        <p:nvSpPr>
          <p:cNvPr id="4" name="TextBox 26">
            <a:extLst>
              <a:ext uri="{FF2B5EF4-FFF2-40B4-BE49-F238E27FC236}">
                <a16:creationId xmlns:a16="http://schemas.microsoft.com/office/drawing/2014/main" id="{E028FDAC-A9BD-F631-C307-851E93DC74E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0E59B338-4397-5596-94B2-7E7477079AE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7" name="Picture 22">
            <a:extLst>
              <a:ext uri="{FF2B5EF4-FFF2-40B4-BE49-F238E27FC236}">
                <a16:creationId xmlns:a16="http://schemas.microsoft.com/office/drawing/2014/main" id="{AABC144D-EDF8-2933-D9F3-317A198BAAD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34963" y="6531048"/>
            <a:ext cx="507599" cy="15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66470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5_Section 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3CDB6A-048E-6184-6207-868E8A1765E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rgbClr val="1484F5"/>
              </a:gs>
              <a:gs pos="40000">
                <a:schemeClr val="accent1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D0C20A8-C54D-65D4-11B8-C82D369D21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429000"/>
            <a:ext cx="5761037" cy="206799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F1AAD90-F573-8BD0-19A6-B91C4707E4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5521072"/>
            <a:ext cx="5761037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24B84CB4-71F3-F601-F020-E6CB4C95BC8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id="{12EEBC7B-1FB6-AF27-7BBF-FC8C9CE7145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3" name="Picture 22">
            <a:extLst>
              <a:ext uri="{FF2B5EF4-FFF2-40B4-BE49-F238E27FC236}">
                <a16:creationId xmlns:a16="http://schemas.microsoft.com/office/drawing/2014/main" id="{3548D7FA-2928-C771-A153-26C14BB0C7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6531048"/>
            <a:ext cx="507599" cy="15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00533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A72565-69F8-7D4C-9FFB-ADEF3B3C09B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rgbClr val="1484F5"/>
              </a:gs>
              <a:gs pos="40000">
                <a:schemeClr val="accent1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A63A8DA-23CA-97BC-A272-19AAFA7091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429000"/>
            <a:ext cx="5151437" cy="206799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A1789B9-D8A7-9466-F754-97D58DA988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2" y="1"/>
            <a:ext cx="6095999" cy="6857999"/>
          </a:xfrm>
          <a:custGeom>
            <a:avLst/>
            <a:gdLst>
              <a:gd name="connsiteX0" fmla="*/ 2621816 w 6095999"/>
              <a:gd name="connsiteY0" fmla="*/ 0 h 6857999"/>
              <a:gd name="connsiteX1" fmla="*/ 6095999 w 6095999"/>
              <a:gd name="connsiteY1" fmla="*/ 0 h 6857999"/>
              <a:gd name="connsiteX2" fmla="*/ 6095999 w 6095999"/>
              <a:gd name="connsiteY2" fmla="*/ 6857999 h 6857999"/>
              <a:gd name="connsiteX3" fmla="*/ 282366 w 6095999"/>
              <a:gd name="connsiteY3" fmla="*/ 6857999 h 6857999"/>
              <a:gd name="connsiteX4" fmla="*/ 274899 w 6095999"/>
              <a:gd name="connsiteY4" fmla="*/ 6835933 h 6857999"/>
              <a:gd name="connsiteX5" fmla="*/ 0 w 6095999"/>
              <a:gd name="connsiteY5" fmla="*/ 5017647 h 6857999"/>
              <a:gd name="connsiteX6" fmla="*/ 2456125 w 6095999"/>
              <a:gd name="connsiteY6" fmla="*/ 11782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5999" h="6857999">
                <a:moveTo>
                  <a:pt x="2621816" y="0"/>
                </a:moveTo>
                <a:lnTo>
                  <a:pt x="6095999" y="0"/>
                </a:lnTo>
                <a:lnTo>
                  <a:pt x="6095999" y="6857999"/>
                </a:lnTo>
                <a:lnTo>
                  <a:pt x="282366" y="6857999"/>
                </a:lnTo>
                <a:lnTo>
                  <a:pt x="274899" y="6835933"/>
                </a:lnTo>
                <a:cubicBezTo>
                  <a:pt x="96244" y="6261537"/>
                  <a:pt x="0" y="5650832"/>
                  <a:pt x="0" y="5017647"/>
                </a:cubicBezTo>
                <a:cubicBezTo>
                  <a:pt x="0" y="3012563"/>
                  <a:pt x="965106" y="1232891"/>
                  <a:pt x="2456125" y="117826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C93D28D-00B8-EACB-1395-1BEC72A9B9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5521072"/>
            <a:ext cx="5151437" cy="29298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5" name="TextBox 26">
            <a:extLst>
              <a:ext uri="{FF2B5EF4-FFF2-40B4-BE49-F238E27FC236}">
                <a16:creationId xmlns:a16="http://schemas.microsoft.com/office/drawing/2014/main" id="{B6238B2A-A8A5-E2AB-8F04-5B5A523F4B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20">
            <a:extLst>
              <a:ext uri="{FF2B5EF4-FFF2-40B4-BE49-F238E27FC236}">
                <a16:creationId xmlns:a16="http://schemas.microsoft.com/office/drawing/2014/main" id="{CB169062-0B35-9250-C992-E6343D715F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tx1">
                    <a:alpha val="5019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6" name="Picture 22">
            <a:extLst>
              <a:ext uri="{FF2B5EF4-FFF2-40B4-BE49-F238E27FC236}">
                <a16:creationId xmlns:a16="http://schemas.microsoft.com/office/drawing/2014/main" id="{FDBB7178-5316-3439-538A-2EDE75DD67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6531048"/>
            <a:ext cx="507599" cy="15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86747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A98978-DD5F-0102-606C-E4581697EB8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99000">
                <a:srgbClr val="1484F5"/>
              </a:gs>
              <a:gs pos="40000">
                <a:schemeClr val="accent1"/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F7F906D-B036-EBA7-A79C-9CB0971E95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5521072"/>
            <a:ext cx="5151437" cy="29298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64AAB820-12AF-F669-57B8-65DFC760F4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640"/>
          <a:stretch/>
        </p:blipFill>
        <p:spPr>
          <a:xfrm>
            <a:off x="4101352" y="0"/>
            <a:ext cx="8090647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CBC9AFA-318E-1B39-A4C3-A3273424EC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429000"/>
            <a:ext cx="5151437" cy="206799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2400" b="0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64BE84E3-2381-E806-1FF9-B9741E9A269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id="{5C1A6627-1655-8C48-BBB8-278252AD927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5" name="Picture 22">
            <a:extLst>
              <a:ext uri="{FF2B5EF4-FFF2-40B4-BE49-F238E27FC236}">
                <a16:creationId xmlns:a16="http://schemas.microsoft.com/office/drawing/2014/main" id="{305FBFF3-D67E-10FF-6FA7-394CE56D6A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34963" y="6531048"/>
            <a:ext cx="507599" cy="15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59785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3_Section 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9ABEE5-93EF-491D-228D-7893F85BACB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chemeClr val="tx2"/>
              </a:gs>
              <a:gs pos="100000">
                <a:schemeClr val="accent1"/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1E162B4-1E76-6A41-8A01-7EA4B4BFF7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429000"/>
            <a:ext cx="5761037" cy="206799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DE1258B5-E04F-388B-1997-FB9CF8C4FF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5521072"/>
            <a:ext cx="5761037" cy="70244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TextBox 26">
            <a:extLst>
              <a:ext uri="{FF2B5EF4-FFF2-40B4-BE49-F238E27FC236}">
                <a16:creationId xmlns:a16="http://schemas.microsoft.com/office/drawing/2014/main" id="{691025BF-745D-5DE4-EE33-730926E64B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20">
            <a:extLst>
              <a:ext uri="{FF2B5EF4-FFF2-40B4-BE49-F238E27FC236}">
                <a16:creationId xmlns:a16="http://schemas.microsoft.com/office/drawing/2014/main" id="{B77C154C-CE11-FA7D-3A24-6E966B685ED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6" name="Picture 22">
            <a:extLst>
              <a:ext uri="{FF2B5EF4-FFF2-40B4-BE49-F238E27FC236}">
                <a16:creationId xmlns:a16="http://schemas.microsoft.com/office/drawing/2014/main" id="{E853A676-C9C0-3C5E-2DCC-AC0DC06837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6531048"/>
            <a:ext cx="507599" cy="15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52712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485EBA8-5BF4-39D5-5B17-4925B0B63CF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chemeClr val="tx2"/>
              </a:gs>
              <a:gs pos="100000">
                <a:schemeClr val="accent1"/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8ED11AB-6788-862E-E56B-79CD4205D7B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2" y="1"/>
            <a:ext cx="6095999" cy="6857999"/>
          </a:xfrm>
          <a:custGeom>
            <a:avLst/>
            <a:gdLst>
              <a:gd name="connsiteX0" fmla="*/ 2621816 w 6095999"/>
              <a:gd name="connsiteY0" fmla="*/ 0 h 6857999"/>
              <a:gd name="connsiteX1" fmla="*/ 6095999 w 6095999"/>
              <a:gd name="connsiteY1" fmla="*/ 0 h 6857999"/>
              <a:gd name="connsiteX2" fmla="*/ 6095999 w 6095999"/>
              <a:gd name="connsiteY2" fmla="*/ 6857999 h 6857999"/>
              <a:gd name="connsiteX3" fmla="*/ 282366 w 6095999"/>
              <a:gd name="connsiteY3" fmla="*/ 6857999 h 6857999"/>
              <a:gd name="connsiteX4" fmla="*/ 274899 w 6095999"/>
              <a:gd name="connsiteY4" fmla="*/ 6835933 h 6857999"/>
              <a:gd name="connsiteX5" fmla="*/ 0 w 6095999"/>
              <a:gd name="connsiteY5" fmla="*/ 5017647 h 6857999"/>
              <a:gd name="connsiteX6" fmla="*/ 2456125 w 6095999"/>
              <a:gd name="connsiteY6" fmla="*/ 11782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5999" h="6857999">
                <a:moveTo>
                  <a:pt x="2621816" y="0"/>
                </a:moveTo>
                <a:lnTo>
                  <a:pt x="6095999" y="0"/>
                </a:lnTo>
                <a:lnTo>
                  <a:pt x="6095999" y="6857999"/>
                </a:lnTo>
                <a:lnTo>
                  <a:pt x="282366" y="6857999"/>
                </a:lnTo>
                <a:lnTo>
                  <a:pt x="274899" y="6835933"/>
                </a:lnTo>
                <a:cubicBezTo>
                  <a:pt x="96244" y="6261537"/>
                  <a:pt x="0" y="5650832"/>
                  <a:pt x="0" y="5017647"/>
                </a:cubicBezTo>
                <a:cubicBezTo>
                  <a:pt x="0" y="3012563"/>
                  <a:pt x="965106" y="1232891"/>
                  <a:pt x="2456125" y="117826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C031A48-4339-3EEF-9438-7E994A23FF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429000"/>
            <a:ext cx="5151437" cy="206799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40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1B1412F-135B-2518-55B4-63D1536F54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5521072"/>
            <a:ext cx="5151437" cy="29298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4" name="TextBox 26">
            <a:extLst>
              <a:ext uri="{FF2B5EF4-FFF2-40B4-BE49-F238E27FC236}">
                <a16:creationId xmlns:a16="http://schemas.microsoft.com/office/drawing/2014/main" id="{CC01F541-833F-F498-AB2D-D9E094D70FF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60512D20-F523-66CF-3420-7E4A0E9E449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tx1">
                    <a:alpha val="5019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7" name="Picture 22">
            <a:extLst>
              <a:ext uri="{FF2B5EF4-FFF2-40B4-BE49-F238E27FC236}">
                <a16:creationId xmlns:a16="http://schemas.microsoft.com/office/drawing/2014/main" id="{98416B02-4319-B2F0-AB80-87262233F1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6531048"/>
            <a:ext cx="507599" cy="15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3580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BD8FF1-245A-4013-5A44-1059CE6BE1E3}"/>
              </a:ext>
            </a:extLst>
          </p:cNvPr>
          <p:cNvSpPr/>
          <p:nvPr userDrawn="1"/>
        </p:nvSpPr>
        <p:spPr>
          <a:xfrm>
            <a:off x="0" y="3641"/>
            <a:ext cx="12192000" cy="6858000"/>
          </a:xfrm>
          <a:prstGeom prst="rect">
            <a:avLst/>
          </a:prstGeom>
          <a:gradFill>
            <a:gsLst>
              <a:gs pos="29000">
                <a:schemeClr val="tx2"/>
              </a:gs>
              <a:gs pos="100000">
                <a:schemeClr val="accent1"/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2">
            <a:extLst>
              <a:ext uri="{FF2B5EF4-FFF2-40B4-BE49-F238E27FC236}">
                <a16:creationId xmlns:a16="http://schemas.microsoft.com/office/drawing/2014/main" id="{87A20BF6-68D1-FE7E-5733-0C09036B17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4963" y="6531048"/>
            <a:ext cx="507599" cy="15486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79AC630-79C0-5BBC-6D49-8063F75D5C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8458"/>
          <a:stretch/>
        </p:blipFill>
        <p:spPr>
          <a:xfrm>
            <a:off x="4688732" y="0"/>
            <a:ext cx="750326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76F8AE-E471-3521-ED82-EDDE4F14C6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429000"/>
            <a:ext cx="6192840" cy="2067993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2400" b="0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Title Style</a:t>
            </a:r>
            <a:br>
              <a:rPr lang="en-US" dirty="0"/>
            </a:br>
            <a:r>
              <a:rPr lang="en-US" dirty="0"/>
              <a:t>Line 3</a:t>
            </a:r>
            <a:br>
              <a:rPr lang="en-US" dirty="0"/>
            </a:br>
            <a:r>
              <a:rPr lang="en-US" dirty="0"/>
              <a:t>Line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9C987-32D8-B116-A2B4-FF51E539473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5521072"/>
            <a:ext cx="5151437" cy="29298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subtitle style</a:t>
            </a:r>
            <a:endParaRPr lang="en-GB" dirty="0"/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0F0CDCBF-016A-CCE1-4E15-3C8153720FE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id="{BCDC5E03-DC68-FE7D-0CA3-E1DDF5B7E8F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</p:spTree>
    <p:extLst>
      <p:ext uri="{BB962C8B-B14F-4D97-AF65-F5344CB8AC3E}">
        <p14:creationId xmlns:p14="http://schemas.microsoft.com/office/powerpoint/2010/main" val="235853263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4962" y="333375"/>
            <a:ext cx="11522073" cy="527685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334963" y="952036"/>
            <a:ext cx="11522074" cy="521254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67278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94710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1518603" indent="-168275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140235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 w/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 hasCustomPrompt="1"/>
          </p:nvPr>
        </p:nvSpPr>
        <p:spPr>
          <a:xfrm>
            <a:off x="334962" y="1333362"/>
            <a:ext cx="11522075" cy="493789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85566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201738" indent="-17303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427163" indent="-168275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275346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9" hasCustomPrompt="1"/>
          </p:nvPr>
        </p:nvSpPr>
        <p:spPr>
          <a:xfrm>
            <a:off x="341681" y="2202443"/>
            <a:ext cx="5515504" cy="3933245"/>
          </a:xfrm>
        </p:spPr>
        <p:txBody>
          <a:bodyPr/>
          <a:lstStyle>
            <a:lvl1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 algn="l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947103" indent="-166688" algn="l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293178" indent="-173038" algn="l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518603" indent="-168275" algn="l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21" hasCustomPrompt="1"/>
          </p:nvPr>
        </p:nvSpPr>
        <p:spPr>
          <a:xfrm>
            <a:off x="6339946" y="2202442"/>
            <a:ext cx="5517085" cy="3933246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94710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518603" indent="-168275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67EC98B-3D70-F06A-BE88-1F7285E8B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8E224E82-2A38-C155-7A0E-F9FC190DD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8" name="Text Placeholder 131">
            <a:extLst>
              <a:ext uri="{FF2B5EF4-FFF2-40B4-BE49-F238E27FC236}">
                <a16:creationId xmlns:a16="http://schemas.microsoft.com/office/drawing/2014/main" id="{6CCD66A5-721B-8D5F-614C-1ABC04648D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39946" y="1629286"/>
            <a:ext cx="5517092" cy="542459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0394A6-D095-00D9-8B77-4AD8CCC347D9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31950"/>
            <a:ext cx="0" cy="4440604"/>
          </a:xfrm>
          <a:prstGeom prst="line">
            <a:avLst/>
          </a:prstGeom>
          <a:ln w="15875">
            <a:solidFill>
              <a:schemeClr val="bg2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31">
            <a:extLst>
              <a:ext uri="{FF2B5EF4-FFF2-40B4-BE49-F238E27FC236}">
                <a16:creationId xmlns:a16="http://schemas.microsoft.com/office/drawing/2014/main" id="{43A0EBE8-A43F-DF44-9460-0F08F5820F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681" y="1629286"/>
            <a:ext cx="5517088" cy="542459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186681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 userDrawn="1">
            <p:ph idx="1" hasCustomPrompt="1"/>
          </p:nvPr>
        </p:nvSpPr>
        <p:spPr>
          <a:xfrm>
            <a:off x="341681" y="2373786"/>
            <a:ext cx="3372644" cy="368570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rgbClr val="383838"/>
                </a:solidFill>
              </a:defRPr>
            </a:lvl3pPr>
            <a:lvl4pPr>
              <a:defRPr>
                <a:solidFill>
                  <a:srgbClr val="383838"/>
                </a:solidFill>
              </a:defRPr>
            </a:lvl4pPr>
            <a:lvl5pPr>
              <a:defRPr>
                <a:solidFill>
                  <a:srgbClr val="383838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2"/>
          <p:cNvSpPr>
            <a:spLocks noGrp="1"/>
          </p:cNvSpPr>
          <p:nvPr userDrawn="1">
            <p:ph idx="17" hasCustomPrompt="1"/>
          </p:nvPr>
        </p:nvSpPr>
        <p:spPr>
          <a:xfrm>
            <a:off x="4416359" y="2373786"/>
            <a:ext cx="3359281" cy="368570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2"/>
          <p:cNvSpPr>
            <a:spLocks noGrp="1"/>
          </p:cNvSpPr>
          <p:nvPr userDrawn="1">
            <p:ph idx="18" hasCustomPrompt="1"/>
          </p:nvPr>
        </p:nvSpPr>
        <p:spPr>
          <a:xfrm>
            <a:off x="8437857" y="2373786"/>
            <a:ext cx="3412462" cy="368570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131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419997" y="1629286"/>
            <a:ext cx="3359945" cy="542459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6" name="Text Placeholder 131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8437193" y="1629286"/>
            <a:ext cx="3413126" cy="542459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1325FC2-3ECC-B01B-C310-C1830B3A3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22E93B31-0AB7-47FF-66E3-07BAB00D4F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3E3585-E252-0E6D-E69C-A5E9165DADD8}"/>
              </a:ext>
            </a:extLst>
          </p:cNvPr>
          <p:cNvCxnSpPr>
            <a:cxnSpLocks/>
          </p:cNvCxnSpPr>
          <p:nvPr userDrawn="1"/>
        </p:nvCxnSpPr>
        <p:spPr>
          <a:xfrm>
            <a:off x="4068914" y="1631950"/>
            <a:ext cx="0" cy="4440604"/>
          </a:xfrm>
          <a:prstGeom prst="line">
            <a:avLst/>
          </a:prstGeom>
          <a:ln w="15875">
            <a:solidFill>
              <a:schemeClr val="bg2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349C95-B06B-964D-FE16-449E0AA5F29B}"/>
              </a:ext>
            </a:extLst>
          </p:cNvPr>
          <p:cNvCxnSpPr>
            <a:cxnSpLocks/>
          </p:cNvCxnSpPr>
          <p:nvPr userDrawn="1"/>
        </p:nvCxnSpPr>
        <p:spPr>
          <a:xfrm>
            <a:off x="8130275" y="1631950"/>
            <a:ext cx="0" cy="4440604"/>
          </a:xfrm>
          <a:prstGeom prst="line">
            <a:avLst/>
          </a:prstGeom>
          <a:ln w="15875">
            <a:solidFill>
              <a:schemeClr val="bg2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31">
            <a:extLst>
              <a:ext uri="{FF2B5EF4-FFF2-40B4-BE49-F238E27FC236}">
                <a16:creationId xmlns:a16="http://schemas.microsoft.com/office/drawing/2014/main" id="{7B9E0AAC-6C98-45AB-DD15-D590D4CDB6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681" y="1629286"/>
            <a:ext cx="3372645" cy="542459"/>
          </a:xfr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b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67523707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_narrow_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505B7A5-C1F7-41D3-815C-A3728D81DBDD}"/>
              </a:ext>
            </a:extLst>
          </p:cNvPr>
          <p:cNvCxnSpPr>
            <a:cxnSpLocks/>
          </p:cNvCxnSpPr>
          <p:nvPr userDrawn="1"/>
        </p:nvCxnSpPr>
        <p:spPr>
          <a:xfrm>
            <a:off x="3224524" y="1631950"/>
            <a:ext cx="0" cy="4440604"/>
          </a:xfrm>
          <a:prstGeom prst="line">
            <a:avLst/>
          </a:prstGeom>
          <a:ln w="15875">
            <a:solidFill>
              <a:schemeClr val="bg2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/>
          <p:cNvSpPr>
            <a:spLocks noGrp="1"/>
          </p:cNvSpPr>
          <p:nvPr>
            <p:ph idx="1" hasCustomPrompt="1"/>
          </p:nvPr>
        </p:nvSpPr>
        <p:spPr>
          <a:xfrm>
            <a:off x="338726" y="1631111"/>
            <a:ext cx="2698050" cy="4440603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1" hasCustomPrompt="1"/>
          </p:nvPr>
        </p:nvSpPr>
        <p:spPr>
          <a:xfrm>
            <a:off x="3416035" y="1631111"/>
            <a:ext cx="8296540" cy="4440603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94710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1518603" indent="-168275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6334CFF-A979-FC9A-543A-A5B0FE05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EA4C3228-7E56-9E7C-C259-DA2F13238F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83850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9182101" y="1629597"/>
            <a:ext cx="2674937" cy="4443488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21" hasCustomPrompt="1"/>
          </p:nvPr>
        </p:nvSpPr>
        <p:spPr>
          <a:xfrm>
            <a:off x="341681" y="1629287"/>
            <a:ext cx="8348664" cy="4443267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94710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293178" indent="-17303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1518603" indent="-168275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F1289BE-C460-FC38-A472-549CAFF7B1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5B38FCCA-9B45-403D-9285-E8A5659B3A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2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D410EB-22A8-56FC-8D90-A32912AB5A8D}"/>
              </a:ext>
            </a:extLst>
          </p:cNvPr>
          <p:cNvCxnSpPr>
            <a:cxnSpLocks/>
          </p:cNvCxnSpPr>
          <p:nvPr userDrawn="1"/>
        </p:nvCxnSpPr>
        <p:spPr>
          <a:xfrm>
            <a:off x="8978583" y="1631950"/>
            <a:ext cx="0" cy="4440604"/>
          </a:xfrm>
          <a:prstGeom prst="line">
            <a:avLst/>
          </a:prstGeom>
          <a:ln w="15875">
            <a:solidFill>
              <a:schemeClr val="bg2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45128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3287778" y="1629287"/>
            <a:ext cx="2748972" cy="2049491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104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3287778" y="3867401"/>
            <a:ext cx="2748972" cy="2060333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105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9066212" y="1629287"/>
            <a:ext cx="2790825" cy="2049491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106" name="Picture Placeholder 5"/>
          <p:cNvSpPr>
            <a:spLocks noGrp="1"/>
          </p:cNvSpPr>
          <p:nvPr>
            <p:ph type="pic" sz="quarter" idx="20"/>
          </p:nvPr>
        </p:nvSpPr>
        <p:spPr>
          <a:xfrm>
            <a:off x="9066212" y="3867400"/>
            <a:ext cx="2790825" cy="2060333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341681" y="1629287"/>
            <a:ext cx="2762365" cy="4298447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6176995" y="1629287"/>
            <a:ext cx="2748972" cy="4298448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B284D0A-F33E-8740-6794-8EDAC7470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E119B61E-1D62-5564-D421-180CAE601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787860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idx="1" hasCustomPrompt="1"/>
          </p:nvPr>
        </p:nvSpPr>
        <p:spPr>
          <a:xfrm>
            <a:off x="341681" y="1629079"/>
            <a:ext cx="5625569" cy="4455197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0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6250924" y="1629080"/>
            <a:ext cx="5606113" cy="4455198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0152492-71D9-150B-2A89-D0FCD1FD29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405D1B2E-CB2E-3E45-B317-55D6F5C2DA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452845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d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able Placeholder 3"/>
          <p:cNvSpPr>
            <a:spLocks noGrp="1"/>
          </p:cNvSpPr>
          <p:nvPr>
            <p:ph type="tbl" sz="quarter" idx="13"/>
          </p:nvPr>
        </p:nvSpPr>
        <p:spPr>
          <a:xfrm>
            <a:off x="342900" y="1259574"/>
            <a:ext cx="11514138" cy="506502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noProof="0" dirty="0"/>
              <a:t>Click icon to add table</a:t>
            </a:r>
            <a:endParaRPr lang="en-US" noProof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BA6B87B-D63E-427C-CAB5-FF49FA0D88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714804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FF3FA1D-9635-ED13-F7C7-D49D0BEE44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050466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FF3FA1D-9635-ED13-F7C7-D49D0BEE44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78815793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 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341949" y="1629287"/>
            <a:ext cx="2722288" cy="1643303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341949" y="3429000"/>
            <a:ext cx="2722094" cy="3015903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B284D0A-F33E-8740-6794-8EDAC7470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E119B61E-1D62-5564-D421-180CAE601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C5460D7C-0B2B-F4D4-9405-85214B86F68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25094" y="1629287"/>
            <a:ext cx="2708896" cy="1643303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4248E73-9053-2E4B-5BDB-CCCB9D796E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11702" y="3429000"/>
            <a:ext cx="2722094" cy="3015903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A6E0E23D-AAC8-8137-B3E1-1284296BC7F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12227" y="1629287"/>
            <a:ext cx="2708896" cy="1643303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B4C1642-F864-86EE-26E4-1FD3505375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8835" y="3429000"/>
            <a:ext cx="2722094" cy="3015903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34360A4A-5339-7555-17BE-92B2B833115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982427" y="1629287"/>
            <a:ext cx="2708896" cy="1643303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5B7C804B-11A4-DD1E-3F57-C3EBBD8E21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69035" y="3429000"/>
            <a:ext cx="2722094" cy="3015903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8250F92-0A52-2C2C-CA52-106847C17367}"/>
              </a:ext>
            </a:extLst>
          </p:cNvPr>
          <p:cNvCxnSpPr>
            <a:cxnSpLocks/>
          </p:cNvCxnSpPr>
          <p:nvPr userDrawn="1"/>
        </p:nvCxnSpPr>
        <p:spPr>
          <a:xfrm>
            <a:off x="355341" y="1458024"/>
            <a:ext cx="11501697" cy="0"/>
          </a:xfrm>
          <a:prstGeom prst="line">
            <a:avLst/>
          </a:prstGeom>
          <a:ln w="15875">
            <a:solidFill>
              <a:schemeClr val="bg2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9512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column 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341949" y="3429000"/>
            <a:ext cx="2722094" cy="3015903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B284D0A-F33E-8740-6794-8EDAC7470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E119B61E-1D62-5564-D421-180CAE601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4248E73-9053-2E4B-5BDB-CCCB9D796E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11702" y="3429000"/>
            <a:ext cx="2722094" cy="3015903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B4C1642-F864-86EE-26E4-1FD3505375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8835" y="3429000"/>
            <a:ext cx="2722094" cy="3015903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5B7C804B-11A4-DD1E-3F57-C3EBBD8E21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69035" y="3429000"/>
            <a:ext cx="2722094" cy="3015903"/>
          </a:xfr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8DEC174F-ADED-FDBF-C6BD-CC5EA1D4D50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949" y="1629288"/>
            <a:ext cx="2722094" cy="16292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0">
                <a:gradFill>
                  <a:gsLst>
                    <a:gs pos="99000">
                      <a:schemeClr val="accent1"/>
                    </a:gs>
                    <a:gs pos="0">
                      <a:schemeClr val="accent4"/>
                    </a:gs>
                  </a:gsLst>
                  <a:lin ang="18900000" scaled="1"/>
                </a:gradFill>
              </a:defRPr>
            </a:lvl1pPr>
            <a:lvl2pPr marL="41465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68897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25888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000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11A6F5E-3913-17ED-4FCA-C7C5F4F934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21073" y="1629288"/>
            <a:ext cx="2722094" cy="16292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0">
                <a:gradFill>
                  <a:gsLst>
                    <a:gs pos="99000">
                      <a:schemeClr val="accent1"/>
                    </a:gs>
                    <a:gs pos="0">
                      <a:schemeClr val="accent4"/>
                    </a:gs>
                  </a:gsLst>
                  <a:lin ang="18900000" scaled="1"/>
                </a:gradFill>
              </a:defRPr>
            </a:lvl1pPr>
            <a:lvl2pPr marL="41465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68897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25888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000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9EB60DC-009B-47A9-58C2-E9289D76E58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00197" y="1629288"/>
            <a:ext cx="2722094" cy="16292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0">
                <a:gradFill>
                  <a:gsLst>
                    <a:gs pos="99000">
                      <a:schemeClr val="accent1"/>
                    </a:gs>
                    <a:gs pos="0">
                      <a:schemeClr val="accent4"/>
                    </a:gs>
                  </a:gsLst>
                  <a:lin ang="18900000" scaled="1"/>
                </a:gradFill>
              </a:defRPr>
            </a:lvl1pPr>
            <a:lvl2pPr marL="41465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68897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25888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000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E4B321B-5901-6E05-22C2-FD9B5FAF86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79321" y="1629288"/>
            <a:ext cx="2722094" cy="16292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0">
                <a:gradFill>
                  <a:gsLst>
                    <a:gs pos="99000">
                      <a:schemeClr val="accent1"/>
                    </a:gs>
                    <a:gs pos="0">
                      <a:schemeClr val="accent4"/>
                    </a:gs>
                  </a:gsLst>
                  <a:lin ang="18900000" scaled="1"/>
                </a:gradFill>
              </a:defRPr>
            </a:lvl1pPr>
            <a:lvl2pPr marL="41465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68897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25888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000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17AD42-0E6D-D003-E77D-5403939E86A6}"/>
              </a:ext>
            </a:extLst>
          </p:cNvPr>
          <p:cNvCxnSpPr>
            <a:cxnSpLocks/>
          </p:cNvCxnSpPr>
          <p:nvPr userDrawn="1"/>
        </p:nvCxnSpPr>
        <p:spPr>
          <a:xfrm>
            <a:off x="355341" y="1458024"/>
            <a:ext cx="11501697" cy="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904481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 column 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341949" y="2959444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B284D0A-F33E-8740-6794-8EDAC7470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E119B61E-1D62-5564-D421-180CAE601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8DEC174F-ADED-FDBF-C6BD-CC5EA1D4D50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949" y="1629288"/>
            <a:ext cx="2722094" cy="124803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0">
                <a:gradFill>
                  <a:gsLst>
                    <a:gs pos="99000">
                      <a:schemeClr val="accent1"/>
                    </a:gs>
                    <a:gs pos="0">
                      <a:schemeClr val="accent4"/>
                    </a:gs>
                  </a:gsLst>
                  <a:lin ang="18900000" scaled="1"/>
                </a:gradFill>
              </a:defRPr>
            </a:lvl1pPr>
            <a:lvl2pPr marL="41465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68897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25888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000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11A6F5E-3913-17ED-4FCA-C7C5F4F934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21073" y="1629288"/>
            <a:ext cx="2722094" cy="124803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0">
                <a:gradFill>
                  <a:gsLst>
                    <a:gs pos="99000">
                      <a:schemeClr val="accent1"/>
                    </a:gs>
                    <a:gs pos="0">
                      <a:schemeClr val="accent4"/>
                    </a:gs>
                  </a:gsLst>
                  <a:lin ang="18900000" scaled="1"/>
                </a:gradFill>
              </a:defRPr>
            </a:lvl1pPr>
            <a:lvl2pPr marL="41465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68897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25888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000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9EB60DC-009B-47A9-58C2-E9289D76E58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00197" y="1629288"/>
            <a:ext cx="2722094" cy="124803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0">
                <a:gradFill>
                  <a:gsLst>
                    <a:gs pos="99000">
                      <a:schemeClr val="accent1"/>
                    </a:gs>
                    <a:gs pos="0">
                      <a:schemeClr val="accent4"/>
                    </a:gs>
                  </a:gsLst>
                  <a:lin ang="18900000" scaled="1"/>
                </a:gradFill>
              </a:defRPr>
            </a:lvl1pPr>
            <a:lvl2pPr marL="41465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68897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25888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000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E4B321B-5901-6E05-22C2-FD9B5FAF86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79321" y="1629288"/>
            <a:ext cx="2722094" cy="124803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0">
                <a:gradFill>
                  <a:gsLst>
                    <a:gs pos="99000">
                      <a:schemeClr val="accent1"/>
                    </a:gs>
                    <a:gs pos="0">
                      <a:schemeClr val="accent4"/>
                    </a:gs>
                  </a:gsLst>
                  <a:lin ang="18900000" scaled="1"/>
                </a:gradFill>
              </a:defRPr>
            </a:lvl1pPr>
            <a:lvl2pPr marL="41465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68897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25888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000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E957452A-AF7E-7246-7A35-3BB379A8B53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21074" y="2959444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5EBBE91-55EF-15D2-1710-DC4DF3D74D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00197" y="2959444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A3577A-B822-01D3-6925-E735C4C2938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75725" y="2959444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69C80CA-6FC8-09B8-7988-1C03FBFEAC6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1949" y="5154004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E9CA1D0-C1B9-D36D-765F-EB10095B4D00}"/>
              </a:ext>
            </a:extLst>
          </p:cNvPr>
          <p:cNvCxnSpPr>
            <a:cxnSpLocks/>
          </p:cNvCxnSpPr>
          <p:nvPr userDrawn="1"/>
        </p:nvCxnSpPr>
        <p:spPr>
          <a:xfrm flipH="1">
            <a:off x="334963" y="3652584"/>
            <a:ext cx="11522075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D8DED05-E2E3-E60C-8FB6-98C11629DBE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41949" y="3905972"/>
            <a:ext cx="2722094" cy="141484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0">
                <a:gradFill>
                  <a:gsLst>
                    <a:gs pos="99000">
                      <a:schemeClr val="accent1"/>
                    </a:gs>
                    <a:gs pos="0">
                      <a:schemeClr val="accent4"/>
                    </a:gs>
                  </a:gsLst>
                  <a:lin ang="18900000" scaled="1"/>
                </a:gradFill>
              </a:defRPr>
            </a:lvl1pPr>
            <a:lvl2pPr marL="41465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68897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25888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000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10FC326-371E-A33A-2DCE-493B59304E5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1073" y="3905972"/>
            <a:ext cx="2722094" cy="141484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0">
                <a:gradFill>
                  <a:gsLst>
                    <a:gs pos="99000">
                      <a:schemeClr val="accent1"/>
                    </a:gs>
                    <a:gs pos="0">
                      <a:schemeClr val="accent4"/>
                    </a:gs>
                  </a:gsLst>
                  <a:lin ang="18900000" scaled="1"/>
                </a:gradFill>
              </a:defRPr>
            </a:lvl1pPr>
            <a:lvl2pPr marL="41465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68897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25888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000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5FD9BC9-01C8-F6F8-C5BB-D0E27C9BA03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00197" y="3905972"/>
            <a:ext cx="2722094" cy="141484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0">
                <a:gradFill>
                  <a:gsLst>
                    <a:gs pos="99000">
                      <a:schemeClr val="accent1"/>
                    </a:gs>
                    <a:gs pos="0">
                      <a:schemeClr val="accent4"/>
                    </a:gs>
                  </a:gsLst>
                  <a:lin ang="18900000" scaled="1"/>
                </a:gradFill>
              </a:defRPr>
            </a:lvl1pPr>
            <a:lvl2pPr marL="41465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68897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25888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000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5CD4DA40-2BF2-3FD2-AB86-EC70388C017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979321" y="3905972"/>
            <a:ext cx="2722094" cy="141484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0">
                <a:gradFill>
                  <a:gsLst>
                    <a:gs pos="99000">
                      <a:schemeClr val="accent1"/>
                    </a:gs>
                    <a:gs pos="0">
                      <a:schemeClr val="accent4"/>
                    </a:gs>
                  </a:gsLst>
                  <a:lin ang="18900000" scaled="1"/>
                </a:gradFill>
              </a:defRPr>
            </a:lvl1pPr>
            <a:lvl2pPr marL="41465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68897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258888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000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FE478262-4375-38DA-6218-0179CF04B76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1074" y="5154004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9250F098-3A08-A54D-E9FF-096D6F809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00197" y="5154004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D4FFA49-47F8-BC70-A714-B4EA90262B0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975725" y="5154004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5B6DE84-96FF-4202-9A8E-6789A38874CB}"/>
              </a:ext>
            </a:extLst>
          </p:cNvPr>
          <p:cNvCxnSpPr>
            <a:cxnSpLocks/>
          </p:cNvCxnSpPr>
          <p:nvPr userDrawn="1"/>
        </p:nvCxnSpPr>
        <p:spPr>
          <a:xfrm>
            <a:off x="355341" y="1458024"/>
            <a:ext cx="11501697" cy="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506741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2 column 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D230909C-0594-5159-E526-6BC0A8BD7F1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341949" y="3905606"/>
            <a:ext cx="2708896" cy="1248031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2389CC14-0336-4A78-4720-ABF1310D058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1949" y="1629287"/>
            <a:ext cx="2708896" cy="1248031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341949" y="2877319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B284D0A-F33E-8740-6794-8EDAC7470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E119B61E-1D62-5564-D421-180CAE601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E957452A-AF7E-7246-7A35-3BB379A8B53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21074" y="2877319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5EBBE91-55EF-15D2-1710-DC4DF3D74D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00197" y="2877319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A3577A-B822-01D3-6925-E735C4C2938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75725" y="2877319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69C80CA-6FC8-09B8-7988-1C03FBFEAC6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1949" y="5154004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E9CA1D0-C1B9-D36D-765F-EB10095B4D00}"/>
              </a:ext>
            </a:extLst>
          </p:cNvPr>
          <p:cNvCxnSpPr>
            <a:cxnSpLocks/>
          </p:cNvCxnSpPr>
          <p:nvPr userDrawn="1"/>
        </p:nvCxnSpPr>
        <p:spPr>
          <a:xfrm flipH="1">
            <a:off x="334963" y="3652584"/>
            <a:ext cx="1152207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FE478262-4375-38DA-6218-0179CF04B76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1074" y="5154004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9250F098-3A08-A54D-E9FF-096D6F809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00197" y="5154004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D4FFA49-47F8-BC70-A714-B4EA90262B0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975725" y="5154004"/>
            <a:ext cx="2722094" cy="32745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855663" indent="-1666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201738" indent="-1730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427163" indent="-1682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56209224-BD77-8CC6-AE90-12EB54C0432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218106" y="1629287"/>
            <a:ext cx="2708896" cy="1248031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C2B3786A-414F-BC70-9D87-CB52D9845A7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099193" y="1629287"/>
            <a:ext cx="2708896" cy="1248031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602DF088-CF7C-3ED9-73F6-E0E98AFA98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974762" y="1629287"/>
            <a:ext cx="2708896" cy="1248031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28" name="Picture Placeholder 5">
            <a:extLst>
              <a:ext uri="{FF2B5EF4-FFF2-40B4-BE49-F238E27FC236}">
                <a16:creationId xmlns:a16="http://schemas.microsoft.com/office/drawing/2014/main" id="{47C4EFD4-6A08-4E80-0D36-EB26005061A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3219457" y="3905606"/>
            <a:ext cx="2708896" cy="1248031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62269C05-F4FE-874A-C6FE-B9B309ED5AB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099193" y="3905606"/>
            <a:ext cx="2708896" cy="1248031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sp>
        <p:nvSpPr>
          <p:cNvPr id="30" name="Picture Placeholder 5">
            <a:extLst>
              <a:ext uri="{FF2B5EF4-FFF2-40B4-BE49-F238E27FC236}">
                <a16:creationId xmlns:a16="http://schemas.microsoft.com/office/drawing/2014/main" id="{63E61DD7-F712-223E-D81D-8475FC510E8F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979958" y="3905606"/>
            <a:ext cx="2708896" cy="1248031"/>
          </a:xfrm>
        </p:spPr>
        <p:txBody>
          <a:bodyPr/>
          <a:lstStyle>
            <a:lvl1pPr marL="0" indent="0">
              <a:buClr>
                <a:schemeClr val="accent1"/>
              </a:buClr>
              <a:buNone/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icon to add picture</a:t>
            </a:r>
            <a:endParaRPr lang="en-US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B46F8D6-A68A-BD10-9150-104DAA950FBA}"/>
              </a:ext>
            </a:extLst>
          </p:cNvPr>
          <p:cNvCxnSpPr>
            <a:cxnSpLocks/>
          </p:cNvCxnSpPr>
          <p:nvPr userDrawn="1"/>
        </p:nvCxnSpPr>
        <p:spPr>
          <a:xfrm>
            <a:off x="355341" y="1458024"/>
            <a:ext cx="11501697" cy="0"/>
          </a:xfrm>
          <a:prstGeom prst="line">
            <a:avLst/>
          </a:prstGeom>
          <a:ln w="15875">
            <a:solidFill>
              <a:schemeClr val="bg2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692229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 slide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A34585F-2B85-C728-D6AB-F47CC23E51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C8F3B333-FC3F-6CC0-F884-E8D64B4184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A2015AF-BA33-A1D1-C656-9F0543D045D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964" y="4686255"/>
            <a:ext cx="3372644" cy="137323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rgbClr val="383838"/>
                </a:solidFill>
              </a:defRPr>
            </a:lvl3pPr>
            <a:lvl4pPr>
              <a:defRPr>
                <a:solidFill>
                  <a:srgbClr val="383838"/>
                </a:solidFill>
              </a:defRPr>
            </a:lvl4pPr>
            <a:lvl5pPr>
              <a:defRPr>
                <a:solidFill>
                  <a:srgbClr val="383838"/>
                </a:solidFill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1DCE8EB-57B0-6F3F-108A-307D6494DF2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416359" y="4686255"/>
            <a:ext cx="3359281" cy="137323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CE459FA-5634-169B-B788-0A6DCDEB1AC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437857" y="4686255"/>
            <a:ext cx="3412462" cy="137323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581343" indent="-166688">
              <a:lnSpc>
                <a:spcPct val="100000"/>
              </a:lnSpc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44501729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lumn slide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A34585F-2B85-C728-D6AB-F47CC23E51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C8F3B333-FC3F-6CC0-F884-E8D64B4184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63063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lum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325FC2-3ECC-B01B-C310-C1830B3A3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333375"/>
            <a:ext cx="11233150" cy="451869"/>
          </a:xfr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22E93B31-0AB7-47FF-66E3-07BAB00D4F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785244"/>
            <a:ext cx="11233150" cy="344488"/>
          </a:xfrm>
        </p:spPr>
        <p:txBody>
          <a:bodyPr/>
          <a:lstStyle>
            <a:lvl1pPr marL="0" indent="0">
              <a:buNone/>
              <a:defRPr lang="en-US" sz="22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93C81F4B-F08E-B41E-3208-5D0B92A96A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19997" y="1611050"/>
            <a:ext cx="3359945" cy="560696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</a:lstStyle>
          <a:p>
            <a:r>
              <a:rPr lang="en-US" dirty="0"/>
              <a:t>Column Headline</a:t>
            </a:r>
          </a:p>
          <a:p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D3F52F4B-161F-01DB-3570-BED7ABF421D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37193" y="1611050"/>
            <a:ext cx="3413126" cy="560696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</a:lstStyle>
          <a:p>
            <a:r>
              <a:rPr lang="en-US" dirty="0"/>
              <a:t>Column Headline</a:t>
            </a:r>
          </a:p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173144-7538-D08B-6C69-A7C2EF4371B0}"/>
              </a:ext>
            </a:extLst>
          </p:cNvPr>
          <p:cNvCxnSpPr>
            <a:cxnSpLocks/>
          </p:cNvCxnSpPr>
          <p:nvPr userDrawn="1"/>
        </p:nvCxnSpPr>
        <p:spPr>
          <a:xfrm>
            <a:off x="4068914" y="1631950"/>
            <a:ext cx="0" cy="4440604"/>
          </a:xfrm>
          <a:prstGeom prst="line">
            <a:avLst/>
          </a:prstGeom>
          <a:ln w="15875">
            <a:solidFill>
              <a:schemeClr val="bg2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01FA014-90AB-0167-9FFE-B61D90A760F8}"/>
              </a:ext>
            </a:extLst>
          </p:cNvPr>
          <p:cNvCxnSpPr>
            <a:cxnSpLocks/>
          </p:cNvCxnSpPr>
          <p:nvPr userDrawn="1"/>
        </p:nvCxnSpPr>
        <p:spPr>
          <a:xfrm>
            <a:off x="8130275" y="1631950"/>
            <a:ext cx="0" cy="4440604"/>
          </a:xfrm>
          <a:prstGeom prst="line">
            <a:avLst/>
          </a:prstGeom>
          <a:ln w="15875">
            <a:solidFill>
              <a:schemeClr val="bg2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C219C76-408E-918F-DA25-E1B89EC087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681" y="1611050"/>
            <a:ext cx="3372645" cy="560696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</a:lstStyle>
          <a:p>
            <a:r>
              <a:rPr lang="en-US" dirty="0"/>
              <a:t>Column Headline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44315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35D0AB-AC44-3595-F2A0-E120A9BFA64F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>
            <a:gsLst>
              <a:gs pos="74000">
                <a:srgbClr val="BA85F9"/>
              </a:gs>
              <a:gs pos="33000">
                <a:srgbClr val="6E2FF1"/>
              </a:gs>
              <a:gs pos="0">
                <a:schemeClr val="accent1">
                  <a:alpha val="7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E5686C-98E7-A510-653F-0FD69A4B4B81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>
            <a:gsLst>
              <a:gs pos="100000">
                <a:srgbClr val="E0D1FC"/>
              </a:gs>
              <a:gs pos="60000">
                <a:srgbClr val="6E2FF1">
                  <a:alpha val="10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F863802-73AF-E781-94DD-B6935A840D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17949" y="3249879"/>
            <a:ext cx="1174240" cy="3582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70C8C98-8540-F243-A7E5-72B42C482D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26471" y="0"/>
            <a:ext cx="4655186" cy="7511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lnSpc>
                <a:spcPts val="3400"/>
              </a:lnSpc>
              <a:defRPr/>
            </a:pPr>
            <a: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Merci</a:t>
            </a: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Danke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</a:t>
            </a:r>
            <a:b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Grazie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谢谢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ありがとう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Asante</a:t>
            </a: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감사합니다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धन्यवाद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Kiitos</a:t>
            </a:r>
          </a:p>
          <a:p>
            <a:pPr algn="r">
              <a:lnSpc>
                <a:spcPts val="3400"/>
              </a:lnSpc>
              <a:defRPr/>
            </a:pPr>
            <a:r>
              <a:rPr lang="ar-SA" sz="3000" kern="12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شكرًا</a:t>
            </a:r>
            <a:endParaRPr lang="en-GB" sz="3000" kern="12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as-IN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</a:rPr>
              <a:t>ধন্যবাদ</a:t>
            </a:r>
            <a:b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תודה</a:t>
            </a:r>
            <a:endParaRPr lang="en-GB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te-IN" sz="3000" b="0" i="0" dirty="0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ధన్యవాదములు</a:t>
            </a:r>
            <a:br>
              <a:rPr lang="en-US" sz="3000" b="0" i="0" dirty="0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lang="en-US" sz="3000" b="0" i="0" dirty="0" err="1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Köszönöm</a:t>
            </a:r>
            <a:endParaRPr lang="en-US" sz="3000" b="0" i="0" dirty="0">
              <a:solidFill>
                <a:schemeClr val="bg1">
                  <a:alpha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te-IN" sz="3000" b="0" i="0" dirty="0">
              <a:solidFill>
                <a:schemeClr val="bg1">
                  <a:alpha val="2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92306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11CE2E-EC95-AB37-48CD-A893B95CCBCB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>
            <a:gsLst>
              <a:gs pos="74000">
                <a:srgbClr val="BA85F9"/>
              </a:gs>
              <a:gs pos="33000">
                <a:srgbClr val="6E2FF1"/>
              </a:gs>
              <a:gs pos="0">
                <a:schemeClr val="accent1">
                  <a:alpha val="7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667DAA-C82F-D11A-357F-886396C9B7FE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>
            <a:gsLst>
              <a:gs pos="100000">
                <a:srgbClr val="E0D1FC"/>
              </a:gs>
              <a:gs pos="60000">
                <a:srgbClr val="6E2FF1">
                  <a:alpha val="10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558F5E-A3BE-0D42-13E9-838197A80B4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4963" y="5555129"/>
            <a:ext cx="4170002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>
              <a:defRPr/>
            </a:pPr>
            <a:r>
              <a:rPr lang="en-US" altLang="x-none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Arm trademarks featured in this presentation are registered trademarks or trademarks of Arm Limited (or its subsidiaries) in the US and/or elsewhere. All rights reserved. All other marks featured may be trademarks of their respective owners.</a:t>
            </a:r>
          </a:p>
          <a:p>
            <a:pPr algn="l">
              <a:defRPr/>
            </a:pPr>
            <a:br>
              <a:rPr lang="en-US" altLang="x-none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x-none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www.arm.com</a:t>
            </a:r>
            <a:r>
              <a:rPr lang="en-US" altLang="x-none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/company/policies/trademarks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913E0D1-1F96-2D30-DFEF-185207885C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17949" y="3249879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67854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BED15ADD-5EC2-811A-2387-1B5930CD08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630" t="4489" r="30630" b="7372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23BE21B-48FE-4819-671D-2419665E8D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26471" y="0"/>
            <a:ext cx="4655186" cy="7075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lnSpc>
                <a:spcPts val="3400"/>
              </a:lnSpc>
              <a:defRPr/>
            </a:pPr>
            <a: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Merci</a:t>
            </a: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Danke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</a:t>
            </a:r>
            <a:b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Grazie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谢谢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ありがとう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Asante</a:t>
            </a: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감사합니다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धन्यवाद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Kiitos</a:t>
            </a:r>
          </a:p>
          <a:p>
            <a:pPr algn="r">
              <a:lnSpc>
                <a:spcPts val="3400"/>
              </a:lnSpc>
              <a:defRPr/>
            </a:pPr>
            <a:r>
              <a:rPr lang="ar-SA" sz="3000" kern="12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شكرًا</a:t>
            </a:r>
            <a:endParaRPr lang="en-GB" sz="3000" kern="12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as-IN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</a:rPr>
              <a:t>ধন্যবাদ</a:t>
            </a:r>
            <a:b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תודה</a:t>
            </a:r>
            <a:endParaRPr lang="en-GB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te-IN" sz="3000" b="0" i="0" dirty="0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ధన్యవాదములు</a:t>
            </a:r>
            <a:endParaRPr lang="en-US" sz="3000" b="0" i="0" dirty="0">
              <a:solidFill>
                <a:schemeClr val="bg1">
                  <a:alpha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0" i="0" dirty="0" err="1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Köszönöm</a:t>
            </a:r>
            <a:endParaRPr lang="te-IN" sz="3000" b="0" i="0" dirty="0">
              <a:solidFill>
                <a:schemeClr val="bg1">
                  <a:alpha val="2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B381D48D-6B8E-2C29-2226-AC9A652B9C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24812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7361937A-719B-4F76-BADA-2A50A2850E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630" t="4489" r="30630" b="7372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334963" y="5662851"/>
            <a:ext cx="2658035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>
              <a:defRPr/>
            </a:pPr>
            <a:r>
              <a:rPr lang="en-US" altLang="x-none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Arm trademarks featured in this presentation are registered trademarks or trademarks of Arm Limited </a:t>
            </a:r>
            <a:br>
              <a:rPr lang="en-US" altLang="x-none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x-none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(or its subsidiaries) in the US and/or elsewhere. All rights reserved. All other marks featured may be trademarks of their respective owners.</a:t>
            </a:r>
          </a:p>
          <a:p>
            <a:pPr algn="l">
              <a:defRPr/>
            </a:pPr>
            <a:br>
              <a:rPr lang="en-US" altLang="x-none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x-none" sz="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www.arm.com</a:t>
            </a:r>
            <a:r>
              <a:rPr lang="en-US" altLang="x-none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/company/policies/trademarks</a:t>
            </a: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0702DF4C-C16B-FB7F-C627-956839D90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34842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Closing Slide">
    <p:bg>
      <p:bgPr>
        <a:gradFill flip="none" rotWithShape="1">
          <a:gsLst>
            <a:gs pos="100000">
              <a:schemeClr val="accent2"/>
            </a:gs>
            <a:gs pos="21000">
              <a:srgbClr val="00C1DE"/>
            </a:gs>
            <a:gs pos="49000">
              <a:schemeClr val="accent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87FC3B0A-1B2E-5183-A106-AFF1AFAD52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1260" t="38522" b="3968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698A3AF-7443-E497-DF07-403C6A6301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26471" y="0"/>
            <a:ext cx="4655186" cy="7075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lnSpc>
                <a:spcPts val="3400"/>
              </a:lnSpc>
              <a:defRPr/>
            </a:pPr>
            <a: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Merci</a:t>
            </a: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Danke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</a:t>
            </a:r>
            <a:b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Grazie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谢谢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ありがとう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Asante</a:t>
            </a: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감사합니다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धन्यवाद</a:t>
            </a:r>
            <a:endParaRPr lang="en-US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Kiitos</a:t>
            </a:r>
          </a:p>
          <a:p>
            <a:pPr algn="r">
              <a:lnSpc>
                <a:spcPts val="3400"/>
              </a:lnSpc>
              <a:defRPr/>
            </a:pPr>
            <a:r>
              <a:rPr lang="ar-SA" sz="3000" kern="12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شكرًا</a:t>
            </a:r>
            <a:endParaRPr lang="en-GB" sz="3000" kern="12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as-IN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</a:rPr>
              <a:t>ধন্যবাদ</a:t>
            </a:r>
            <a:br>
              <a:rPr lang="en-US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altLang="en-US" sz="3000" dirty="0">
                <a:solidFill>
                  <a:schemeClr val="bg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תודה</a:t>
            </a:r>
            <a:endParaRPr lang="en-GB" altLang="en-US" sz="3000" dirty="0">
              <a:solidFill>
                <a:schemeClr val="bg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te-IN" sz="3000" b="0" i="0" dirty="0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ధన్యవాదములు</a:t>
            </a:r>
            <a:endParaRPr lang="en-US" sz="3000" b="0" i="0" dirty="0">
              <a:solidFill>
                <a:schemeClr val="bg1">
                  <a:alpha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0" i="0" dirty="0" err="1">
                <a:solidFill>
                  <a:schemeClr val="bg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Köszönöm</a:t>
            </a:r>
            <a:endParaRPr lang="te-IN" sz="3000" b="0" i="0" dirty="0">
              <a:solidFill>
                <a:schemeClr val="bg1">
                  <a:alpha val="2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41C96215-BC65-D5B1-AF78-CCD29136EA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39377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E1F3F225-309F-2E09-4DD8-48893FA229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1260" t="38522" b="3968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26AEBF6-6717-8CEA-D2B3-4A6E846AC3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4963" y="5601295"/>
            <a:ext cx="383719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>
              <a:defRPr/>
            </a:pPr>
            <a:r>
              <a:rPr lang="en-US" altLang="x-non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Arm trademarks featured in this presentation are registered trademarks or trademarks of Arm Limited (or its subsidiaries) in the US and/or elsewhere. All rights reserved. All other marks featured may be trademarks of their respective owners.</a:t>
            </a:r>
          </a:p>
          <a:p>
            <a:pPr algn="l">
              <a:defRPr/>
            </a:pPr>
            <a:br>
              <a:rPr lang="en-US" altLang="x-non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x-none" sz="1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www.arm.com</a:t>
            </a:r>
            <a:r>
              <a:rPr lang="en-US" altLang="x-none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/company/policies/trademarks</a:t>
            </a: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173C2F34-C098-3FF4-A356-9A5AE8AC24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34963" y="337495"/>
            <a:ext cx="1174240" cy="35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21248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ainbow colored light on a white background&#10;&#10;Description automatically generated">
            <a:extLst>
              <a:ext uri="{FF2B5EF4-FFF2-40B4-BE49-F238E27FC236}">
                <a16:creationId xmlns:a16="http://schemas.microsoft.com/office/drawing/2014/main" id="{36586134-C8EC-543F-9A46-09509090B2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40113" y="1500192"/>
            <a:ext cx="6858000" cy="38576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44550B-7010-FD6C-92CE-3911285D5E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26471" y="0"/>
            <a:ext cx="4655186" cy="7075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lnSpc>
                <a:spcPts val="3400"/>
              </a:lnSpc>
              <a:defRPr/>
            </a:pPr>
            <a:r>
              <a:rPr lang="en-US" altLang="en-US" sz="3000" dirty="0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Merci</a:t>
            </a: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Danke</a:t>
            </a:r>
            <a:endParaRPr lang="en-US" altLang="en-US" sz="3000" dirty="0">
              <a:solidFill>
                <a:schemeClr val="tx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</a:t>
            </a:r>
            <a:br>
              <a:rPr lang="en-US" altLang="en-US" sz="3000" dirty="0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3000" dirty="0" err="1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Grazie</a:t>
            </a:r>
            <a:endParaRPr lang="en-US" altLang="en-US" sz="3000" dirty="0">
              <a:solidFill>
                <a:schemeClr val="tx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谢谢</a:t>
            </a:r>
            <a:endParaRPr lang="en-US" altLang="en-US" sz="3000" dirty="0">
              <a:solidFill>
                <a:schemeClr val="tx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ありがとう</a:t>
            </a:r>
            <a:endParaRPr lang="en-US" altLang="en-US" sz="3000" dirty="0">
              <a:solidFill>
                <a:schemeClr val="tx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000" dirty="0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Asante</a:t>
            </a: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감사합니다</a:t>
            </a:r>
            <a:endParaRPr lang="en-US" altLang="en-US" sz="3000" dirty="0">
              <a:solidFill>
                <a:schemeClr val="tx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en-US" altLang="en-US" sz="3000" dirty="0" err="1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धन्यवाद</a:t>
            </a:r>
            <a:endParaRPr lang="en-US" altLang="en-US" sz="3000" dirty="0">
              <a:solidFill>
                <a:schemeClr val="tx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000" dirty="0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Kiitos</a:t>
            </a:r>
          </a:p>
          <a:p>
            <a:pPr algn="r">
              <a:lnSpc>
                <a:spcPts val="3400"/>
              </a:lnSpc>
              <a:defRPr/>
            </a:pPr>
            <a:r>
              <a:rPr lang="ar-SA" sz="3000" kern="1200" dirty="0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شكرًا</a:t>
            </a:r>
            <a:endParaRPr lang="en-GB" sz="3000" kern="1200" dirty="0">
              <a:solidFill>
                <a:schemeClr val="tx1">
                  <a:alpha val="25000"/>
                </a:schemeClr>
              </a:solidFill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  <a:p>
            <a:pPr algn="r">
              <a:lnSpc>
                <a:spcPts val="3400"/>
              </a:lnSpc>
              <a:defRPr/>
            </a:pPr>
            <a:r>
              <a:rPr lang="as-IN" altLang="en-US" sz="3000" dirty="0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</a:rPr>
              <a:t>ধন্যবাদ</a:t>
            </a:r>
            <a:br>
              <a:rPr lang="en-US" altLang="en-US" sz="3000" dirty="0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altLang="en-US" sz="3000" dirty="0">
                <a:solidFill>
                  <a:schemeClr val="tx1">
                    <a:alpha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תודה</a:t>
            </a:r>
            <a:endParaRPr lang="en-GB" altLang="en-US" sz="3000" dirty="0">
              <a:solidFill>
                <a:schemeClr val="tx1">
                  <a:alpha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te-IN" sz="3000" b="0" i="0" dirty="0">
                <a:solidFill>
                  <a:schemeClr val="tx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ధన్యవాదములు</a:t>
            </a:r>
            <a:endParaRPr lang="en-US" sz="3000" b="0" i="0" dirty="0">
              <a:solidFill>
                <a:schemeClr val="tx1">
                  <a:alpha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ts val="3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0" i="0" dirty="0" err="1">
                <a:solidFill>
                  <a:schemeClr val="tx1">
                    <a:alpha val="25000"/>
                  </a:schemeClr>
                </a:solidFill>
                <a:effectLst/>
                <a:latin typeface="Arial" panose="020B0604020202020204" pitchFamily="34" charset="0"/>
              </a:rPr>
              <a:t>Köszönöm</a:t>
            </a:r>
            <a:endParaRPr lang="te-IN" sz="3000" b="0" i="0" dirty="0">
              <a:solidFill>
                <a:schemeClr val="tx1">
                  <a:alpha val="2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261D619C-3FF1-3ED8-A8F2-07E95F1996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52354" y="3256297"/>
            <a:ext cx="1129053" cy="34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51084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ainbow colored light on a white background&#10;&#10;Description automatically generated">
            <a:extLst>
              <a:ext uri="{FF2B5EF4-FFF2-40B4-BE49-F238E27FC236}">
                <a16:creationId xmlns:a16="http://schemas.microsoft.com/office/drawing/2014/main" id="{B73A29E6-E9F1-5B2F-2688-7663FBD23B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40113" y="1500192"/>
            <a:ext cx="6858000" cy="3857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F9E4EE0-1E94-ABC1-F835-25183B1E6DF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4963" y="5662851"/>
            <a:ext cx="2658035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>
              <a:defRPr/>
            </a:pPr>
            <a:r>
              <a:rPr lang="en-US" altLang="x-none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Arm trademarks featured in this presentation are registered trademarks or trademarks of Arm Limited </a:t>
            </a:r>
            <a:br>
              <a:rPr lang="en-US" altLang="x-none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x-none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(or its subsidiaries) in the US and/or elsewhere. All rights reserved. All other marks featured may be trademarks of their respective owners.</a:t>
            </a:r>
          </a:p>
          <a:p>
            <a:pPr algn="l">
              <a:defRPr/>
            </a:pPr>
            <a:br>
              <a:rPr lang="en-US" altLang="x-none" sz="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x-none" sz="8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www.arm.com</a:t>
            </a:r>
            <a:r>
              <a:rPr lang="en-US" altLang="x-none" sz="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/company/policies/trademarks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704BD083-B9DE-015E-8172-3DBA1E572D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52354" y="3256297"/>
            <a:ext cx="1129053" cy="34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327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6.xml"/><Relationship Id="rId26" Type="http://schemas.openxmlformats.org/officeDocument/2006/relationships/slideLayout" Target="../slideLayouts/slideLayout74.xml"/><Relationship Id="rId39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69.xml"/><Relationship Id="rId34" Type="http://schemas.openxmlformats.org/officeDocument/2006/relationships/slideLayout" Target="../slideLayouts/slideLayout82.xml"/><Relationship Id="rId42" Type="http://schemas.openxmlformats.org/officeDocument/2006/relationships/slideLayout" Target="../slideLayouts/slideLayout90.xml"/><Relationship Id="rId47" Type="http://schemas.openxmlformats.org/officeDocument/2006/relationships/slideLayout" Target="../slideLayouts/slideLayout95.xml"/><Relationship Id="rId50" Type="http://schemas.openxmlformats.org/officeDocument/2006/relationships/image" Target="../media/image4.png"/><Relationship Id="rId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9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72.xml"/><Relationship Id="rId32" Type="http://schemas.openxmlformats.org/officeDocument/2006/relationships/slideLayout" Target="../slideLayouts/slideLayout80.xml"/><Relationship Id="rId37" Type="http://schemas.openxmlformats.org/officeDocument/2006/relationships/slideLayout" Target="../slideLayouts/slideLayout85.xml"/><Relationship Id="rId40" Type="http://schemas.openxmlformats.org/officeDocument/2006/relationships/slideLayout" Target="../slideLayouts/slideLayout88.xml"/><Relationship Id="rId45" Type="http://schemas.openxmlformats.org/officeDocument/2006/relationships/slideLayout" Target="../slideLayouts/slideLayout93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6.xml"/><Relationship Id="rId36" Type="http://schemas.openxmlformats.org/officeDocument/2006/relationships/slideLayout" Target="../slideLayouts/slideLayout84.xml"/><Relationship Id="rId49" Type="http://schemas.openxmlformats.org/officeDocument/2006/relationships/theme" Target="../theme/theme2.xml"/><Relationship Id="rId10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79.xml"/><Relationship Id="rId44" Type="http://schemas.openxmlformats.org/officeDocument/2006/relationships/slideLayout" Target="../slideLayouts/slideLayout92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78.xml"/><Relationship Id="rId35" Type="http://schemas.openxmlformats.org/officeDocument/2006/relationships/slideLayout" Target="../slideLayouts/slideLayout83.xml"/><Relationship Id="rId43" Type="http://schemas.openxmlformats.org/officeDocument/2006/relationships/slideLayout" Target="../slideLayouts/slideLayout91.xml"/><Relationship Id="rId48" Type="http://schemas.openxmlformats.org/officeDocument/2006/relationships/slideLayout" Target="../slideLayouts/slideLayout96.xml"/><Relationship Id="rId8" Type="http://schemas.openxmlformats.org/officeDocument/2006/relationships/slideLayout" Target="../slideLayouts/slideLayout56.xml"/><Relationship Id="rId51" Type="http://schemas.openxmlformats.org/officeDocument/2006/relationships/image" Target="../media/image5.svg"/><Relationship Id="rId3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73.xml"/><Relationship Id="rId33" Type="http://schemas.openxmlformats.org/officeDocument/2006/relationships/slideLayout" Target="../slideLayouts/slideLayout81.xml"/><Relationship Id="rId38" Type="http://schemas.openxmlformats.org/officeDocument/2006/relationships/slideLayout" Target="../slideLayouts/slideLayout86.xml"/><Relationship Id="rId46" Type="http://schemas.openxmlformats.org/officeDocument/2006/relationships/slideLayout" Target="../slideLayouts/slideLayout94.xml"/><Relationship Id="rId20" Type="http://schemas.openxmlformats.org/officeDocument/2006/relationships/slideLayout" Target="../slideLayouts/slideLayout68.xml"/><Relationship Id="rId41" Type="http://schemas.openxmlformats.org/officeDocument/2006/relationships/slideLayout" Target="../slideLayouts/slideLayout89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4963" y="333375"/>
            <a:ext cx="11233150" cy="42100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4EB643E-3109-434C-BA97-15D4C8A5E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2" y="911934"/>
            <a:ext cx="11522075" cy="534408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84309424-723D-8A35-92B9-2F15D94C0D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20">
            <a:extLst>
              <a:ext uri="{FF2B5EF4-FFF2-40B4-BE49-F238E27FC236}">
                <a16:creationId xmlns:a16="http://schemas.microsoft.com/office/drawing/2014/main" id="{9D572872-9C2D-0C1F-D4D0-A3E9022FFF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tx1">
                    <a:alpha val="5019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59DBC0C9-72A6-2DB5-0DF6-C7C6A1D65C4B}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>
            <a:off x="334964" y="6526498"/>
            <a:ext cx="506921" cy="15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79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41" r:id="rId1"/>
    <p:sldLayoutId id="2147485712" r:id="rId2"/>
    <p:sldLayoutId id="2147485713" r:id="rId3"/>
    <p:sldLayoutId id="2147485714" r:id="rId4"/>
    <p:sldLayoutId id="2147485600" r:id="rId5"/>
    <p:sldLayoutId id="2147485578" r:id="rId6"/>
    <p:sldLayoutId id="2147485598" r:id="rId7"/>
    <p:sldLayoutId id="2147485657" r:id="rId8"/>
    <p:sldLayoutId id="2147485719" r:id="rId9"/>
    <p:sldLayoutId id="2147485658" r:id="rId10"/>
    <p:sldLayoutId id="2147485715" r:id="rId11"/>
    <p:sldLayoutId id="2147485716" r:id="rId12"/>
    <p:sldLayoutId id="2147485717" r:id="rId13"/>
    <p:sldLayoutId id="2147485516" r:id="rId14"/>
    <p:sldLayoutId id="2147485567" r:id="rId15"/>
    <p:sldLayoutId id="2147485539" r:id="rId16"/>
    <p:sldLayoutId id="2147485540" r:id="rId17"/>
    <p:sldLayoutId id="2147485436" r:id="rId18"/>
    <p:sldLayoutId id="2147485523" r:id="rId19"/>
    <p:sldLayoutId id="2147485574" r:id="rId20"/>
    <p:sldLayoutId id="2147485575" r:id="rId21"/>
    <p:sldLayoutId id="2147485576" r:id="rId22"/>
    <p:sldLayoutId id="2147485440" r:id="rId23"/>
    <p:sldLayoutId id="2147485441" r:id="rId24"/>
    <p:sldLayoutId id="2147485442" r:id="rId25"/>
    <p:sldLayoutId id="2147485443" r:id="rId26"/>
    <p:sldLayoutId id="2147485445" r:id="rId27"/>
    <p:sldLayoutId id="2147485446" r:id="rId28"/>
    <p:sldLayoutId id="2147485447" r:id="rId29"/>
    <p:sldLayoutId id="2147485448" r:id="rId30"/>
    <p:sldLayoutId id="2147485449" r:id="rId31"/>
    <p:sldLayoutId id="2147485450" r:id="rId32"/>
    <p:sldLayoutId id="2147485586" r:id="rId33"/>
    <p:sldLayoutId id="2147485587" r:id="rId34"/>
    <p:sldLayoutId id="2147485588" r:id="rId35"/>
    <p:sldLayoutId id="2147485589" r:id="rId36"/>
    <p:sldLayoutId id="2147485591" r:id="rId37"/>
    <p:sldLayoutId id="2147485592" r:id="rId38"/>
    <p:sldLayoutId id="2147485593" r:id="rId39"/>
    <p:sldLayoutId id="2147485452" r:id="rId40"/>
    <p:sldLayoutId id="2147485590" r:id="rId41"/>
    <p:sldLayoutId id="2147485527" r:id="rId42"/>
    <p:sldLayoutId id="2147485453" r:id="rId43"/>
    <p:sldLayoutId id="2147485561" r:id="rId44"/>
    <p:sldLayoutId id="2147485513" r:id="rId45"/>
    <p:sldLayoutId id="2147485570" r:id="rId46"/>
    <p:sldLayoutId id="2147485529" r:id="rId47"/>
    <p:sldLayoutId id="2147485792" r:id="rId48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00" b="0" i="0" kern="1200" spc="-5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9pPr>
    </p:titleStyle>
    <p:bodyStyle>
      <a:lvl1pPr marL="342900" indent="-342900" algn="l" rtl="0" eaLnBrk="1" fontAlgn="base" hangingPunct="1">
        <a:lnSpc>
          <a:spcPct val="100000"/>
        </a:lnSpc>
        <a:spcBef>
          <a:spcPts val="600"/>
        </a:spcBef>
        <a:spcAft>
          <a:spcPts val="0"/>
        </a:spcAft>
        <a:buClr>
          <a:srgbClr val="6E2FF1"/>
        </a:buClr>
        <a:buSzPct val="80000"/>
        <a:buFont typeface="Arial" panose="020B0604020202020204" pitchFamily="34" charset="0"/>
        <a:buChar char="•"/>
        <a:defRPr sz="2000" b="0" i="0" kern="1200">
          <a:solidFill>
            <a:srgbClr val="333E48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581343" indent="-16668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rgbClr val="6E2FF1"/>
        </a:buClr>
        <a:buSzPct val="80000"/>
        <a:buFont typeface="Arial" panose="020B0604020202020204" pitchFamily="34" charset="0"/>
        <a:buChar char="•"/>
        <a:defRPr sz="1800" b="0" i="0" kern="1200">
          <a:solidFill>
            <a:srgbClr val="333E48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marL="855663" indent="-16668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rgbClr val="6E2FF1"/>
        </a:buClr>
        <a:buSzPct val="80000"/>
        <a:buFont typeface="Arial" panose="020B0604020202020204" pitchFamily="34" charset="0"/>
        <a:buChar char="•"/>
        <a:defRPr sz="1600" b="0" i="0" kern="1200">
          <a:solidFill>
            <a:srgbClr val="333E48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marL="1201738" indent="-17303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rgbClr val="6E2FF1"/>
        </a:buClr>
        <a:buSzPct val="80000"/>
        <a:buFont typeface="Arial" panose="020B0604020202020204" pitchFamily="34" charset="0"/>
        <a:buChar char="•"/>
        <a:defRPr sz="1600" b="0" i="0" kern="1200">
          <a:solidFill>
            <a:srgbClr val="333E48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marL="1427163" indent="-168275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rgbClr val="6E2FF1"/>
        </a:buClr>
        <a:buSzPct val="80000"/>
        <a:buFont typeface="Arial" panose="020B0604020202020204" pitchFamily="34" charset="0"/>
        <a:buChar char="•"/>
        <a:defRPr sz="1600" b="0" i="0" kern="1200">
          <a:solidFill>
            <a:srgbClr val="333E48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16550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6pPr>
      <a:lvl7pPr marL="18836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7pPr>
      <a:lvl8pPr marL="21122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8pPr>
      <a:lvl9pPr marL="23408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4" orient="horz" pos="210" userDrawn="1">
          <p15:clr>
            <a:srgbClr val="F26B43"/>
          </p15:clr>
        </p15:guide>
        <p15:guide id="5" orient="horz" pos="4110" userDrawn="1">
          <p15:clr>
            <a:srgbClr val="F26B43"/>
          </p15:clr>
        </p15:guide>
        <p15:guide id="6" pos="7469" userDrawn="1">
          <p15:clr>
            <a:srgbClr val="F26B43"/>
          </p15:clr>
        </p15:guide>
        <p15:guide id="7" pos="211" userDrawn="1">
          <p15:clr>
            <a:srgbClr val="F26B43"/>
          </p15:clr>
        </p15:guide>
        <p15:guide id="8" pos="2026" userDrawn="1">
          <p15:clr>
            <a:srgbClr val="F26B43"/>
          </p15:clr>
        </p15:guide>
        <p15:guide id="9" pos="565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4963" y="333375"/>
            <a:ext cx="11233150" cy="42100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4EB643E-3109-434C-BA97-15D4C8A5E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2" y="911934"/>
            <a:ext cx="11522075" cy="534408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84309424-723D-8A35-92B9-2F15D94C0D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544299" y="6574374"/>
            <a:ext cx="312738" cy="110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8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20">
            <a:extLst>
              <a:ext uri="{FF2B5EF4-FFF2-40B4-BE49-F238E27FC236}">
                <a16:creationId xmlns:a16="http://schemas.microsoft.com/office/drawing/2014/main" id="{9D572872-9C2D-0C1F-D4D0-A3E9022FFF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91884" y="6576910"/>
            <a:ext cx="4636741" cy="11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GB" altLang="en-US" sz="800" b="0" i="0" dirty="0">
                <a:solidFill>
                  <a:schemeClr val="bg2">
                    <a:alpha val="5019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© 2025 Arm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D432EAEC-3A67-5AE0-E8C2-BEDD4E28008B}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>
            <a:off x="334964" y="6526498"/>
            <a:ext cx="506921" cy="15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087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69" r:id="rId1"/>
    <p:sldLayoutId id="2147485770" r:id="rId2"/>
    <p:sldLayoutId id="2147485771" r:id="rId3"/>
    <p:sldLayoutId id="2147485772" r:id="rId4"/>
    <p:sldLayoutId id="2147485773" r:id="rId5"/>
    <p:sldLayoutId id="2147485774" r:id="rId6"/>
    <p:sldLayoutId id="2147485775" r:id="rId7"/>
    <p:sldLayoutId id="2147485776" r:id="rId8"/>
    <p:sldLayoutId id="2147485777" r:id="rId9"/>
    <p:sldLayoutId id="2147485778" r:id="rId10"/>
    <p:sldLayoutId id="2147485779" r:id="rId11"/>
    <p:sldLayoutId id="2147485780" r:id="rId12"/>
    <p:sldLayoutId id="2147485781" r:id="rId13"/>
    <p:sldLayoutId id="2147485782" r:id="rId14"/>
    <p:sldLayoutId id="2147485783" r:id="rId15"/>
    <p:sldLayoutId id="2147485784" r:id="rId16"/>
    <p:sldLayoutId id="2147485785" r:id="rId17"/>
    <p:sldLayoutId id="2147485786" r:id="rId18"/>
    <p:sldLayoutId id="2147485787" r:id="rId19"/>
    <p:sldLayoutId id="2147485788" r:id="rId20"/>
    <p:sldLayoutId id="2147485789" r:id="rId21"/>
    <p:sldLayoutId id="2147485790" r:id="rId22"/>
    <p:sldLayoutId id="2147485680" r:id="rId23"/>
    <p:sldLayoutId id="2147485681" r:id="rId24"/>
    <p:sldLayoutId id="2147485682" r:id="rId25"/>
    <p:sldLayoutId id="2147485683" r:id="rId26"/>
    <p:sldLayoutId id="2147485685" r:id="rId27"/>
    <p:sldLayoutId id="2147485686" r:id="rId28"/>
    <p:sldLayoutId id="2147485687" r:id="rId29"/>
    <p:sldLayoutId id="2147485688" r:id="rId30"/>
    <p:sldLayoutId id="2147485689" r:id="rId31"/>
    <p:sldLayoutId id="2147485690" r:id="rId32"/>
    <p:sldLayoutId id="2147485708" r:id="rId33"/>
    <p:sldLayoutId id="2147485691" r:id="rId34"/>
    <p:sldLayoutId id="2147485692" r:id="rId35"/>
    <p:sldLayoutId id="2147485693" r:id="rId36"/>
    <p:sldLayoutId id="2147485694" r:id="rId37"/>
    <p:sldLayoutId id="2147485695" r:id="rId38"/>
    <p:sldLayoutId id="2147485696" r:id="rId39"/>
    <p:sldLayoutId id="2147485697" r:id="rId40"/>
    <p:sldLayoutId id="2147485761" r:id="rId41"/>
    <p:sldLayoutId id="2147485762" r:id="rId42"/>
    <p:sldLayoutId id="2147485763" r:id="rId43"/>
    <p:sldLayoutId id="2147485764" r:id="rId44"/>
    <p:sldLayoutId id="2147485765" r:id="rId45"/>
    <p:sldLayoutId id="2147485766" r:id="rId46"/>
    <p:sldLayoutId id="2147485767" r:id="rId47"/>
    <p:sldLayoutId id="2147485768" r:id="rId48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00" b="0" i="0" kern="1200" spc="-50">
          <a:solidFill>
            <a:schemeClr val="bg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9pPr>
    </p:titleStyle>
    <p:bodyStyle>
      <a:lvl1pPr marL="342900" indent="-342900" algn="l" rtl="0" eaLnBrk="1" fontAlgn="base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4"/>
        </a:buClr>
        <a:buSzPct val="80000"/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581343" indent="-16668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4"/>
        </a:buClr>
        <a:buSzPct val="80000"/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marL="855663" indent="-16668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4"/>
        </a:buClr>
        <a:buSzPct val="80000"/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marL="1201738" indent="-17303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4"/>
        </a:buClr>
        <a:buSzPct val="80000"/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marL="1427163" indent="-168275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4"/>
        </a:buClr>
        <a:buSzPct val="80000"/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16550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6pPr>
      <a:lvl7pPr marL="18836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7pPr>
      <a:lvl8pPr marL="21122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8pPr>
      <a:lvl9pPr marL="23408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4" orient="horz" pos="210" userDrawn="1">
          <p15:clr>
            <a:srgbClr val="F26B43"/>
          </p15:clr>
        </p15:guide>
        <p15:guide id="5" orient="horz" pos="4110" userDrawn="1">
          <p15:clr>
            <a:srgbClr val="F26B43"/>
          </p15:clr>
        </p15:guide>
        <p15:guide id="6" pos="7469" userDrawn="1">
          <p15:clr>
            <a:srgbClr val="F26B43"/>
          </p15:clr>
        </p15:guide>
        <p15:guide id="7" pos="211" userDrawn="1">
          <p15:clr>
            <a:srgbClr val="F26B43"/>
          </p15:clr>
        </p15:guide>
        <p15:guide id="8" pos="2026" userDrawn="1">
          <p15:clr>
            <a:srgbClr val="F26B43"/>
          </p15:clr>
        </p15:guide>
        <p15:guide id="9" pos="565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4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446CB-2FCE-6F7F-69E7-7D082286D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Data in  </a:t>
            </a:r>
            <a:br>
              <a:rPr lang="en-US" dirty="0"/>
            </a:br>
            <a:r>
              <a:rPr lang="en-US" dirty="0"/>
              <a:t>CMSIS-RTOS2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279AB8-B878-0335-45A8-FC5101BDA5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7AE152-9D06-A147-C60E-44A0CA64B8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DBF5A-9F78-C8B3-8E07-35E92E06FB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0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CMSIS-RTOS2 Thread and Time Management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Previous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48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Inter-thread communication primitives are of crucial importance to OS design</a:t>
            </a:r>
          </a:p>
          <a:p>
            <a:r>
              <a:rPr lang="en-GB" dirty="0"/>
              <a:t>Several mechanisms or primitives are provided by CMSIS-RTOS2</a:t>
            </a:r>
          </a:p>
          <a:p>
            <a:pPr lvl="2"/>
            <a:r>
              <a:rPr lang="en-GB" dirty="0"/>
              <a:t>Events</a:t>
            </a:r>
          </a:p>
          <a:p>
            <a:pPr lvl="2"/>
            <a:r>
              <a:rPr lang="en-GB" dirty="0" err="1"/>
              <a:t>Mutex</a:t>
            </a:r>
            <a:endParaRPr lang="en-GB" dirty="0"/>
          </a:p>
          <a:p>
            <a:pPr lvl="2"/>
            <a:r>
              <a:rPr lang="en-GB" dirty="0"/>
              <a:t>Semaphore</a:t>
            </a:r>
          </a:p>
          <a:p>
            <a:pPr lvl="2"/>
            <a:r>
              <a:rPr lang="en-GB" dirty="0"/>
              <a:t>Mailbox</a:t>
            </a:r>
          </a:p>
          <a:p>
            <a:r>
              <a:rPr lang="en-GB" dirty="0"/>
              <a:t>The first three provide </a:t>
            </a:r>
            <a:r>
              <a:rPr lang="en-GB" b="1" dirty="0"/>
              <a:t>synchronization</a:t>
            </a:r>
          </a:p>
          <a:p>
            <a:r>
              <a:rPr lang="en-GB" dirty="0"/>
              <a:t>The last one provides </a:t>
            </a:r>
            <a:r>
              <a:rPr lang="en-GB" b="1" dirty="0"/>
              <a:t>data communication</a:t>
            </a:r>
          </a:p>
          <a:p>
            <a:r>
              <a:rPr lang="en-GB" dirty="0"/>
              <a:t>We will have a close look at each one of them one by one.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Inter-Thread Communication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114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2771F-464E-C300-450D-94A283ABF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1B1DAB-F2D9-ACD1-F0CD-B7A979E38B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An effective alternative to busy-waiting</a:t>
            </a:r>
          </a:p>
          <a:p>
            <a:r>
              <a:rPr lang="en-GB" dirty="0"/>
              <a:t>Trigger Thread A when event X happens (event flag set by other threads)</a:t>
            </a:r>
          </a:p>
          <a:p>
            <a:r>
              <a:rPr lang="en-US" dirty="0"/>
              <a:t>Each Thread can wait for event flags managed via </a:t>
            </a:r>
            <a:r>
              <a:rPr lang="en-US" dirty="0" err="1"/>
              <a:t>osEventFlags_t</a:t>
            </a:r>
            <a:r>
              <a:rPr lang="en-US" dirty="0"/>
              <a:t> object</a:t>
            </a:r>
            <a:endParaRPr lang="en-GB" dirty="0"/>
          </a:p>
          <a:p>
            <a:r>
              <a:rPr lang="en-US" dirty="0"/>
              <a:t>Thread state will change to Blocked while waiting.</a:t>
            </a:r>
          </a:p>
          <a:p>
            <a:r>
              <a:rPr lang="en-GB" dirty="0"/>
              <a:t>Once the required event flags are set, the thread will be put back to the READY state and wait for the scheduler to dispatch it</a:t>
            </a:r>
          </a:p>
          <a:p>
            <a:r>
              <a:rPr lang="en-GB" dirty="0"/>
              <a:t>Flags can also be cleared by other threads by using </a:t>
            </a:r>
            <a:r>
              <a:rPr lang="en-GB" dirty="0" err="1"/>
              <a:t>osEventFlagsClear</a:t>
            </a:r>
            <a:r>
              <a:rPr lang="en-GB" dirty="0"/>
              <a:t>();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486E42-2378-AE62-4E8D-796870C6B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Events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517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DB284-CE37-393E-9970-83330746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37CFEF-093B-0BCB-FBB6-88EA059958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5552" y="1044346"/>
            <a:ext cx="6965537" cy="5163024"/>
          </a:xfrm>
        </p:spPr>
        <p:txBody>
          <a:bodyPr/>
          <a:lstStyle/>
          <a:p>
            <a:r>
              <a:rPr lang="en-GB" dirty="0"/>
              <a:t>Self-explanatory function definitions</a:t>
            </a:r>
            <a:endParaRPr lang="en-GB" i="1" dirty="0"/>
          </a:p>
          <a:p>
            <a:pPr marL="538162" lvl="1" indent="0">
              <a:buNone/>
            </a:pPr>
            <a:r>
              <a:rPr lang="en-GB" i="1" dirty="0"/>
              <a:t>uint32_t </a:t>
            </a:r>
            <a:r>
              <a:rPr lang="en-GB" i="1" dirty="0" err="1"/>
              <a:t>osEventFlagsWait</a:t>
            </a:r>
            <a:r>
              <a:rPr lang="en-GB" i="1" dirty="0"/>
              <a:t>(</a:t>
            </a:r>
            <a:r>
              <a:rPr lang="en-GB" i="1" dirty="0" err="1"/>
              <a:t>osEventFlagsId_t</a:t>
            </a:r>
            <a:r>
              <a:rPr lang="en-GB" i="1" dirty="0"/>
              <a:t> </a:t>
            </a:r>
            <a:r>
              <a:rPr lang="en-GB" i="1" dirty="0" err="1"/>
              <a:t>ef_id</a:t>
            </a:r>
            <a:r>
              <a:rPr lang="en-GB" i="1" dirty="0"/>
              <a:t>, uint32_t flags, uint32_t options, uint32_t timeout);</a:t>
            </a:r>
          </a:p>
          <a:p>
            <a:pPr marL="538162" lvl="1" indent="0">
              <a:buNone/>
            </a:pPr>
            <a:r>
              <a:rPr lang="en-US" i="1" dirty="0"/>
              <a:t>Where options can be:</a:t>
            </a:r>
          </a:p>
          <a:p>
            <a:pPr marL="538162" lvl="1" indent="0">
              <a:buNone/>
            </a:pPr>
            <a:r>
              <a:rPr lang="en-US" i="1" dirty="0" err="1"/>
              <a:t>osFlagsWaitAll</a:t>
            </a:r>
            <a:r>
              <a:rPr lang="en-US" i="1" dirty="0"/>
              <a:t> — (AND behavior)</a:t>
            </a:r>
          </a:p>
          <a:p>
            <a:pPr marL="538162" lvl="1" indent="0">
              <a:buNone/>
            </a:pPr>
            <a:r>
              <a:rPr lang="en-US" i="1" dirty="0" err="1"/>
              <a:t>osFlagsWaitAny</a:t>
            </a:r>
            <a:r>
              <a:rPr lang="en-US" i="1" dirty="0"/>
              <a:t> — (OR behavior)</a:t>
            </a:r>
          </a:p>
          <a:p>
            <a:r>
              <a:rPr lang="en-GB" dirty="0"/>
              <a:t>Thread will only monitor the flags specified by </a:t>
            </a:r>
            <a:r>
              <a:rPr lang="en-GB" i="1" dirty="0"/>
              <a:t>flags</a:t>
            </a:r>
            <a:endParaRPr lang="en-GB" dirty="0"/>
          </a:p>
          <a:p>
            <a:pPr lvl="2"/>
            <a:r>
              <a:rPr lang="en-US" dirty="0"/>
              <a:t>If </a:t>
            </a:r>
            <a:r>
              <a:rPr lang="en-US" dirty="0" err="1"/>
              <a:t>osFlagsWaitAll</a:t>
            </a:r>
            <a:r>
              <a:rPr lang="en-US" dirty="0"/>
              <a:t> is used: all specified flags must be set to release the thread</a:t>
            </a:r>
            <a:endParaRPr lang="en-GB" dirty="0"/>
          </a:p>
          <a:p>
            <a:pPr lvl="2"/>
            <a:r>
              <a:rPr lang="en-US" dirty="0"/>
              <a:t>If </a:t>
            </a:r>
            <a:r>
              <a:rPr lang="en-US" dirty="0" err="1"/>
              <a:t>osFlagsWaitAny</a:t>
            </a:r>
            <a:r>
              <a:rPr lang="en-US" dirty="0"/>
              <a:t> is used: any one flag can release the thread</a:t>
            </a:r>
          </a:p>
          <a:p>
            <a:pPr marL="231775" lvl="1" indent="0">
              <a:buNone/>
            </a:pPr>
            <a:r>
              <a:rPr lang="en-GB" dirty="0"/>
              <a:t>You can set </a:t>
            </a:r>
            <a:r>
              <a:rPr lang="en-GB" i="1" dirty="0"/>
              <a:t>timeout</a:t>
            </a:r>
            <a:r>
              <a:rPr lang="en-GB" dirty="0"/>
              <a:t> as well, Thread will be put back to READY after timeout period even if flags are not set</a:t>
            </a:r>
          </a:p>
          <a:p>
            <a:pPr lvl="2"/>
            <a:r>
              <a:rPr lang="en-GB" dirty="0"/>
              <a:t>As usual, based on timer tick value</a:t>
            </a:r>
          </a:p>
          <a:p>
            <a:pPr lvl="2"/>
            <a:r>
              <a:rPr lang="en-GB" dirty="0" err="1"/>
              <a:t>osWaitForever</a:t>
            </a:r>
            <a:r>
              <a:rPr lang="en-GB" dirty="0"/>
              <a:t> (0xFFFFFFFFU) means infinite timeout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4C5284-7689-9321-134A-222FA75AF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And &amp; Or Events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094981D-FD96-AA88-EB42-C66383B67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419" y="791308"/>
            <a:ext cx="4642478" cy="3726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6885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3DA86-014E-2BD2-9417-043A4C834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19A9EE-A664-C70E-517D-27A1B7A7DD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Set the event flags by </a:t>
            </a:r>
            <a:r>
              <a:rPr lang="en-GB" dirty="0" err="1"/>
              <a:t>osEventFlagsSet</a:t>
            </a:r>
            <a:r>
              <a:rPr lang="en-GB" dirty="0"/>
              <a:t>(</a:t>
            </a:r>
            <a:r>
              <a:rPr lang="en-GB" dirty="0" err="1"/>
              <a:t>event_flags_id</a:t>
            </a:r>
            <a:r>
              <a:rPr lang="en-GB" dirty="0"/>
              <a:t>, flags); </a:t>
            </a:r>
            <a:r>
              <a:rPr lang="en-US" dirty="0"/>
              <a:t>in another Thread.</a:t>
            </a:r>
            <a:endParaRPr lang="en-GB" i="1" dirty="0"/>
          </a:p>
          <a:p>
            <a:r>
              <a:rPr lang="en-GB" dirty="0"/>
              <a:t>If event is triggered,</a:t>
            </a:r>
          </a:p>
          <a:p>
            <a:pPr lvl="2"/>
            <a:r>
              <a:rPr lang="en-US" dirty="0"/>
              <a:t>The thread is released from waiting</a:t>
            </a:r>
          </a:p>
          <a:p>
            <a:pPr lvl="2"/>
            <a:r>
              <a:rPr lang="en-US" dirty="0" err="1"/>
              <a:t>osEventFlagsWait</a:t>
            </a:r>
            <a:r>
              <a:rPr lang="en-US" dirty="0"/>
              <a:t>() returns the triggered flags</a:t>
            </a:r>
          </a:p>
          <a:p>
            <a:r>
              <a:rPr lang="en-US" dirty="0"/>
              <a:t>To determine which flags were set:</a:t>
            </a:r>
          </a:p>
          <a:p>
            <a:pPr lvl="2"/>
            <a:r>
              <a:rPr lang="en-US" dirty="0" err="1"/>
              <a:t>osEventFlagsWait</a:t>
            </a:r>
            <a:r>
              <a:rPr lang="en-US" dirty="0"/>
              <a:t>() returns the bit pattern of active flags</a:t>
            </a:r>
          </a:p>
          <a:p>
            <a:pPr marL="425133"/>
            <a:r>
              <a:rPr lang="en-GB" dirty="0"/>
              <a:t>Clear flags by calling </a:t>
            </a:r>
            <a:r>
              <a:rPr lang="en-US" i="1" dirty="0" err="1"/>
              <a:t>osEventFlagsClear</a:t>
            </a:r>
            <a:r>
              <a:rPr lang="en-US" i="1" dirty="0"/>
              <a:t>(</a:t>
            </a:r>
            <a:r>
              <a:rPr lang="en-US" i="1" dirty="0" err="1"/>
              <a:t>event_flags_id</a:t>
            </a:r>
            <a:r>
              <a:rPr lang="en-US" i="1" dirty="0"/>
              <a:t>, flags); </a:t>
            </a:r>
            <a:r>
              <a:rPr lang="en-US" dirty="0"/>
              <a:t>in another Thread before it triggers the blocked Thread.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779F60-37DF-B41B-4705-DE0C94E74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After Event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182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57A22-1313-8C5A-7174-659409A3B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C15F1B-4A57-D900-91A3-6C43BA7401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3134" y="1440000"/>
            <a:ext cx="11282562" cy="4688238"/>
          </a:xfrm>
        </p:spPr>
        <p:txBody>
          <a:bodyPr/>
          <a:lstStyle/>
          <a:p>
            <a:r>
              <a:rPr lang="en-GB" dirty="0"/>
              <a:t>As mentioned before, interrupts will “interrupt” the OS if they are not handled properly. </a:t>
            </a:r>
          </a:p>
          <a:p>
            <a:r>
              <a:rPr lang="en-US" dirty="0" err="1"/>
              <a:t>SysTick</a:t>
            </a:r>
            <a:r>
              <a:rPr lang="en-US" dirty="0"/>
              <a:t> is a common timer interrupt used by the RTOS scheduler</a:t>
            </a:r>
            <a:endParaRPr lang="en-GB" dirty="0"/>
          </a:p>
          <a:p>
            <a:r>
              <a:rPr lang="en-GB" dirty="0"/>
              <a:t>Rule of thumb:</a:t>
            </a:r>
          </a:p>
          <a:p>
            <a:pPr lvl="2"/>
            <a:r>
              <a:rPr lang="en-GB" dirty="0"/>
              <a:t>Use interrupt to set event flags </a:t>
            </a:r>
          </a:p>
          <a:p>
            <a:pPr lvl="2"/>
            <a:r>
              <a:rPr lang="en-GB" dirty="0"/>
              <a:t>Then do the lengthy job in a thread!</a:t>
            </a:r>
          </a:p>
          <a:p>
            <a:pPr lvl="2"/>
            <a:r>
              <a:rPr lang="en-US" i="1" dirty="0"/>
              <a:t>void </a:t>
            </a:r>
            <a:r>
              <a:rPr lang="en-US" i="1" dirty="0" err="1">
                <a:solidFill>
                  <a:srgbClr val="FF0000"/>
                </a:solidFill>
              </a:rPr>
              <a:t>osEventFlagsSet</a:t>
            </a:r>
            <a:r>
              <a:rPr lang="en-US" i="1" dirty="0">
                <a:solidFill>
                  <a:srgbClr val="FF0000"/>
                </a:solidFill>
              </a:rPr>
              <a:t>(</a:t>
            </a:r>
            <a:r>
              <a:rPr lang="en-US" i="1" dirty="0" err="1">
                <a:solidFill>
                  <a:srgbClr val="FF0000"/>
                </a:solidFill>
              </a:rPr>
              <a:t>event_id</a:t>
            </a:r>
            <a:r>
              <a:rPr lang="en-US" i="1" dirty="0">
                <a:solidFill>
                  <a:srgbClr val="FF0000"/>
                </a:solidFill>
              </a:rPr>
              <a:t>, flags);</a:t>
            </a:r>
          </a:p>
          <a:p>
            <a:pPr lvl="2"/>
            <a:r>
              <a:rPr lang="en-GB" dirty="0"/>
              <a:t>Of course, do not forget the IRQ routine stuff (clear interrupt bits for example)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AEB3BB-7B56-E32E-A916-1BEC3F30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Interrupt and Event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14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CFF19-589D-3C50-7765-27D7ED04B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92AFF8-7DC9-3D89-BB0F-4A9EF89E43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sz="2000" dirty="0"/>
              <a:t>A </a:t>
            </a:r>
            <a:r>
              <a:rPr lang="en-GB" sz="2000" dirty="0" err="1"/>
              <a:t>mutex</a:t>
            </a:r>
            <a:r>
              <a:rPr lang="en-GB" sz="2000" dirty="0"/>
              <a:t>, in many ways, is a binary semaphore. </a:t>
            </a:r>
          </a:p>
          <a:p>
            <a:r>
              <a:rPr lang="en-GB" sz="2000" dirty="0"/>
              <a:t>Two major purposes in CMSIS-RTOS2:</a:t>
            </a:r>
          </a:p>
          <a:p>
            <a:pPr lvl="2"/>
            <a:r>
              <a:rPr lang="en-GB" dirty="0"/>
              <a:t>Synchronize Threads</a:t>
            </a:r>
          </a:p>
          <a:p>
            <a:pPr lvl="2"/>
            <a:r>
              <a:rPr lang="en-GB" dirty="0"/>
              <a:t>Protect shared variables or resources</a:t>
            </a:r>
          </a:p>
          <a:p>
            <a:r>
              <a:rPr lang="en-GB" sz="2000" dirty="0"/>
              <a:t>CMSIS-RTOS2 mutexes have the priority inheritance scheme built in but has no priority ceiling protocol, so be really careful if your thread involves more than one mutex.</a:t>
            </a:r>
          </a:p>
          <a:p>
            <a:r>
              <a:rPr lang="en-GB" sz="2000" dirty="0"/>
              <a:t>Remember to release the mutex after use. CMSIS-RTOS2 will not release the mutex on thread deletion – other threads will never be able to acquire it again!</a:t>
            </a:r>
          </a:p>
          <a:p>
            <a:r>
              <a:rPr lang="en-GB" sz="2000" dirty="0"/>
              <a:t>An alternative way: use the lock and unlock functions.</a:t>
            </a:r>
          </a:p>
          <a:p>
            <a:pPr lvl="2"/>
            <a:r>
              <a:rPr lang="en-GB" dirty="0"/>
              <a:t>Thread acquired a mutex can still be interrupted and blocked</a:t>
            </a:r>
          </a:p>
          <a:p>
            <a:pPr lvl="2"/>
            <a:r>
              <a:rPr lang="en-GB" dirty="0"/>
              <a:t>Whereas a locked thread will not be preempted by the OS (more control over everything)</a:t>
            </a:r>
          </a:p>
          <a:p>
            <a:pPr lvl="2"/>
            <a:r>
              <a:rPr lang="en-GB" dirty="0"/>
              <a:t>But in most cases, </a:t>
            </a:r>
            <a:r>
              <a:rPr lang="en-GB" dirty="0" err="1"/>
              <a:t>mutex</a:t>
            </a:r>
            <a:r>
              <a:rPr lang="en-GB" dirty="0"/>
              <a:t> is what you want.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210390-B7E2-8D5B-66EB-147A7960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Mutex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030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53275-18B5-FA95-2DBF-EA6397C10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6326B5-8072-83EC-681D-7C75C4C23B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1927" y="1009177"/>
            <a:ext cx="11155753" cy="4680000"/>
          </a:xfrm>
        </p:spPr>
        <p:txBody>
          <a:bodyPr/>
          <a:lstStyle/>
          <a:p>
            <a:r>
              <a:rPr lang="en-GB" sz="2000" dirty="0"/>
              <a:t>Three related functions and one type only</a:t>
            </a:r>
            <a:endParaRPr lang="en-US" sz="2000" dirty="0"/>
          </a:p>
          <a:p>
            <a:r>
              <a:rPr lang="en-GB" sz="2000" dirty="0"/>
              <a:t>Declare a mutex object first: </a:t>
            </a:r>
            <a:r>
              <a:rPr lang="en-GB" sz="2000" i="1" dirty="0" err="1"/>
              <a:t>osMutexId_t</a:t>
            </a:r>
            <a:r>
              <a:rPr lang="en-GB" sz="2000" i="1" dirty="0"/>
              <a:t> </a:t>
            </a:r>
            <a:r>
              <a:rPr lang="en-GB" sz="2000" i="1" dirty="0" err="1"/>
              <a:t>mutexID</a:t>
            </a:r>
            <a:r>
              <a:rPr lang="en-GB" sz="2000" i="1" dirty="0"/>
              <a:t>;</a:t>
            </a:r>
          </a:p>
          <a:p>
            <a:r>
              <a:rPr lang="en-GB" sz="2000" dirty="0"/>
              <a:t>Then create the mutex through </a:t>
            </a:r>
            <a:r>
              <a:rPr lang="en-US" sz="2000" i="1" dirty="0" err="1"/>
              <a:t>mutexID</a:t>
            </a:r>
            <a:r>
              <a:rPr lang="en-US" sz="2000" i="1" dirty="0"/>
              <a:t> = </a:t>
            </a:r>
            <a:r>
              <a:rPr lang="en-US" sz="2000" i="1" dirty="0" err="1"/>
              <a:t>osMutexNew</a:t>
            </a:r>
            <a:r>
              <a:rPr lang="en-US" sz="2000" i="1" dirty="0"/>
              <a:t>(NULL);</a:t>
            </a:r>
          </a:p>
          <a:p>
            <a:r>
              <a:rPr lang="en-GB" sz="2000" dirty="0"/>
              <a:t>Acquire the mutex through </a:t>
            </a:r>
            <a:r>
              <a:rPr lang="en-US" sz="2000" i="1" dirty="0" err="1"/>
              <a:t>osStatus_t</a:t>
            </a:r>
            <a:r>
              <a:rPr lang="en-US" sz="2000" i="1" dirty="0"/>
              <a:t> status = </a:t>
            </a:r>
            <a:r>
              <a:rPr lang="en-US" sz="2000" i="1" dirty="0" err="1"/>
              <a:t>osMutexAcquire</a:t>
            </a:r>
            <a:r>
              <a:rPr lang="en-US" sz="2000" i="1" dirty="0"/>
              <a:t>(</a:t>
            </a:r>
            <a:r>
              <a:rPr lang="en-US" sz="2000" i="1" dirty="0" err="1"/>
              <a:t>mutexID</a:t>
            </a:r>
            <a:r>
              <a:rPr lang="en-US" sz="2000" i="1" dirty="0"/>
              <a:t>, </a:t>
            </a:r>
            <a:r>
              <a:rPr lang="en-US" sz="2000" i="1" dirty="0" err="1"/>
              <a:t>osWaitForever</a:t>
            </a:r>
            <a:r>
              <a:rPr lang="en-US" sz="2000" i="1" dirty="0"/>
              <a:t>);</a:t>
            </a:r>
          </a:p>
          <a:p>
            <a:pPr lvl="2"/>
            <a:r>
              <a:rPr lang="en-GB" dirty="0"/>
              <a:t>Return values:</a:t>
            </a:r>
          </a:p>
          <a:p>
            <a:pPr lvl="5"/>
            <a:r>
              <a:rPr lang="en-GB" dirty="0" err="1"/>
              <a:t>osOK</a:t>
            </a:r>
            <a:r>
              <a:rPr lang="en-GB" dirty="0"/>
              <a:t>: mutex acquired</a:t>
            </a:r>
          </a:p>
          <a:p>
            <a:pPr lvl="5"/>
            <a:r>
              <a:rPr lang="en-GB" dirty="0" err="1"/>
              <a:t>osErrorTimeout</a:t>
            </a:r>
            <a:r>
              <a:rPr lang="en-GB" dirty="0"/>
              <a:t>: timeout occurred</a:t>
            </a:r>
          </a:p>
          <a:p>
            <a:pPr lvl="5"/>
            <a:r>
              <a:rPr lang="en-GB" dirty="0" err="1"/>
              <a:t>osErrorResource</a:t>
            </a:r>
            <a:r>
              <a:rPr lang="en-GB" dirty="0"/>
              <a:t>: mutex not available</a:t>
            </a:r>
          </a:p>
          <a:p>
            <a:pPr lvl="5"/>
            <a:r>
              <a:rPr lang="en-GB" dirty="0" err="1"/>
              <a:t>osErrorParameter</a:t>
            </a:r>
            <a:r>
              <a:rPr lang="en-GB" dirty="0"/>
              <a:t>: invalid ID</a:t>
            </a:r>
          </a:p>
          <a:p>
            <a:pPr lvl="5"/>
            <a:r>
              <a:rPr lang="en-GB" dirty="0" err="1"/>
              <a:t>osErrorPermission</a:t>
            </a:r>
            <a:r>
              <a:rPr lang="en-GB" dirty="0"/>
              <a:t>: not the owner (on release)</a:t>
            </a:r>
          </a:p>
          <a:p>
            <a:pPr lvl="1"/>
            <a:r>
              <a:rPr lang="en-GB" sz="2000" dirty="0"/>
              <a:t>After the critical section, release the mutex through </a:t>
            </a:r>
            <a:r>
              <a:rPr lang="en-US" sz="2000" i="1" dirty="0" err="1"/>
              <a:t>osMutexRelease</a:t>
            </a:r>
            <a:r>
              <a:rPr lang="en-US" sz="2000" i="1" dirty="0"/>
              <a:t>(</a:t>
            </a:r>
            <a:r>
              <a:rPr lang="en-US" sz="2000" i="1" dirty="0" err="1"/>
              <a:t>mutexID</a:t>
            </a:r>
            <a:r>
              <a:rPr lang="en-US" sz="2000" i="1" dirty="0"/>
              <a:t>);</a:t>
            </a:r>
          </a:p>
          <a:p>
            <a:pPr lvl="1"/>
            <a:endParaRPr lang="en-GB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17CACE-42F0-48EB-710A-2F232F59C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Mutex</a:t>
            </a:r>
            <a:r>
              <a:rPr lang="en-GB" dirty="0"/>
              <a:t> Routines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741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F7DC3-323C-92EC-606D-99698D51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700159-2BEC-87F0-656E-A279C0695A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3136" y="1440000"/>
            <a:ext cx="7786967" cy="5022346"/>
          </a:xfrm>
        </p:spPr>
        <p:txBody>
          <a:bodyPr/>
          <a:lstStyle/>
          <a:p>
            <a:r>
              <a:rPr lang="en-GB" dirty="0"/>
              <a:t>Recall that a semaphore is a container of a number of tokens. </a:t>
            </a:r>
          </a:p>
          <a:p>
            <a:r>
              <a:rPr lang="en-GB" dirty="0"/>
              <a:t>Acquire a token first, then access a resource.</a:t>
            </a:r>
          </a:p>
          <a:p>
            <a:r>
              <a:rPr lang="en-GB" dirty="0"/>
              <a:t>To finish with the resource, return the token.</a:t>
            </a:r>
          </a:p>
          <a:p>
            <a:r>
              <a:rPr lang="en-GB" dirty="0"/>
              <a:t>Also used to synchronize Threads or protect variables and resources.</a:t>
            </a:r>
          </a:p>
          <a:p>
            <a:r>
              <a:rPr lang="en-GB" dirty="0"/>
              <a:t>Very sophisticated and comprehensive ways of using semaphores.</a:t>
            </a:r>
          </a:p>
          <a:p>
            <a:r>
              <a:rPr lang="en-GB" dirty="0"/>
              <a:t>Unlike mutex, you may destroy a thread with unreleased tokens (depends on how you use your semaphore).</a:t>
            </a:r>
          </a:p>
          <a:p>
            <a:r>
              <a:rPr lang="en-GB" dirty="0"/>
              <a:t>Simple routine APIs, but frequently misused!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77B756-2148-67D7-1126-AC6C633A0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Semaphore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4C37C1-28F1-9093-1563-F93BAF3F2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520" y="1440000"/>
            <a:ext cx="4092480" cy="361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00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FD907-7FE4-A461-ACF5-0C935E14D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E79822-92DB-036D-CC3C-E9B3D51547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81" y="894877"/>
            <a:ext cx="11180099" cy="5338870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2000" dirty="0"/>
              <a:t>Very similar to the </a:t>
            </a:r>
            <a:r>
              <a:rPr lang="en-GB" sz="2000" dirty="0" err="1"/>
              <a:t>mutex</a:t>
            </a:r>
            <a:r>
              <a:rPr lang="en-GB" sz="2000" dirty="0"/>
              <a:t>. Again, three related functions and one type only.</a:t>
            </a:r>
            <a:endParaRPr lang="en-US" sz="2000" dirty="0"/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2000" dirty="0"/>
              <a:t>Declare a semaphore container first: </a:t>
            </a:r>
            <a:r>
              <a:rPr lang="en-GB" sz="2000" i="1" dirty="0" err="1"/>
              <a:t>osSemaphoreId_t</a:t>
            </a:r>
            <a:r>
              <a:rPr lang="en-GB" sz="2000" i="1" dirty="0"/>
              <a:t> </a:t>
            </a:r>
            <a:r>
              <a:rPr lang="en-GB" sz="2000" i="1" dirty="0" err="1"/>
              <a:t>semID</a:t>
            </a:r>
            <a:r>
              <a:rPr lang="en-GB" sz="2000" i="1" dirty="0"/>
              <a:t>;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2000" dirty="0"/>
              <a:t>Then create the semaphore through </a:t>
            </a:r>
            <a:r>
              <a:rPr lang="en-US" sz="2000" i="1" dirty="0" err="1"/>
              <a:t>semID</a:t>
            </a:r>
            <a:r>
              <a:rPr lang="en-US" sz="2000" i="1" dirty="0"/>
              <a:t> = </a:t>
            </a:r>
            <a:r>
              <a:rPr lang="en-US" sz="2000" i="1" dirty="0" err="1"/>
              <a:t>osSemaphoreNew</a:t>
            </a:r>
            <a:r>
              <a:rPr lang="en-US" sz="2000" i="1" dirty="0"/>
              <a:t>(</a:t>
            </a:r>
            <a:r>
              <a:rPr lang="en-US" sz="2000" i="1" dirty="0" err="1"/>
              <a:t>max_tokens</a:t>
            </a:r>
            <a:r>
              <a:rPr lang="en-US" sz="2000" i="1" dirty="0"/>
              <a:t>, </a:t>
            </a:r>
            <a:r>
              <a:rPr lang="en-US" sz="2000" i="1" dirty="0" err="1"/>
              <a:t>initial_tokens</a:t>
            </a:r>
            <a:r>
              <a:rPr lang="en-US" sz="2000" i="1" dirty="0"/>
              <a:t>, NULL);</a:t>
            </a:r>
            <a:endParaRPr lang="en-US" i="1" dirty="0"/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2000" dirty="0"/>
              <a:t>Acquire a token through </a:t>
            </a:r>
            <a:r>
              <a:rPr lang="en-US" sz="2000" i="1" dirty="0" err="1"/>
              <a:t>osStatus_t</a:t>
            </a:r>
            <a:r>
              <a:rPr lang="en-US" sz="2000" i="1" dirty="0"/>
              <a:t> status = </a:t>
            </a:r>
            <a:r>
              <a:rPr lang="en-US" sz="2000" i="1" dirty="0" err="1"/>
              <a:t>osSemaphoreAcquire</a:t>
            </a:r>
            <a:r>
              <a:rPr lang="en-US" sz="2000" i="1" dirty="0"/>
              <a:t>(</a:t>
            </a:r>
            <a:r>
              <a:rPr lang="en-US" sz="2000" i="1" dirty="0" err="1"/>
              <a:t>semID</a:t>
            </a:r>
            <a:r>
              <a:rPr lang="en-US" sz="2000" i="1" dirty="0"/>
              <a:t>, </a:t>
            </a:r>
            <a:r>
              <a:rPr lang="en-US" sz="2000" i="1" dirty="0" err="1"/>
              <a:t>osWaitForever</a:t>
            </a:r>
            <a:r>
              <a:rPr lang="en-US" sz="2000" i="1" dirty="0"/>
              <a:t>);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GB" i="1" dirty="0"/>
              <a:t>Timeout is supported          </a:t>
            </a:r>
            <a:endParaRPr lang="en-GB" dirty="0"/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GB" dirty="0"/>
              <a:t>Return values:</a:t>
            </a:r>
          </a:p>
          <a:p>
            <a:pPr lvl="4">
              <a:lnSpc>
                <a:spcPct val="100000"/>
              </a:lnSpc>
              <a:spcAft>
                <a:spcPts val="600"/>
              </a:spcAft>
            </a:pPr>
            <a:r>
              <a:rPr lang="en-GB" dirty="0" err="1"/>
              <a:t>osOK</a:t>
            </a:r>
            <a:r>
              <a:rPr lang="en-GB" dirty="0"/>
              <a:t>: token acquired</a:t>
            </a:r>
          </a:p>
          <a:p>
            <a:pPr lvl="4">
              <a:lnSpc>
                <a:spcPct val="100000"/>
              </a:lnSpc>
              <a:spcAft>
                <a:spcPts val="600"/>
              </a:spcAft>
            </a:pPr>
            <a:r>
              <a:rPr lang="en-GB" dirty="0" err="1"/>
              <a:t>osErrorTimeout</a:t>
            </a:r>
            <a:r>
              <a:rPr lang="en-GB" dirty="0"/>
              <a:t>: timeout</a:t>
            </a:r>
          </a:p>
          <a:p>
            <a:pPr lvl="4">
              <a:lnSpc>
                <a:spcPct val="100000"/>
              </a:lnSpc>
              <a:spcAft>
                <a:spcPts val="600"/>
              </a:spcAft>
            </a:pPr>
            <a:r>
              <a:rPr lang="en-GB" dirty="0" err="1"/>
              <a:t>osErrorResource</a:t>
            </a:r>
            <a:r>
              <a:rPr lang="en-GB" dirty="0"/>
              <a:t>: no tokens available</a:t>
            </a:r>
          </a:p>
          <a:p>
            <a:pPr lvl="4">
              <a:lnSpc>
                <a:spcPct val="100000"/>
              </a:lnSpc>
              <a:spcAft>
                <a:spcPts val="600"/>
              </a:spcAft>
            </a:pPr>
            <a:r>
              <a:rPr lang="en-GB" dirty="0" err="1"/>
              <a:t>osErrorParameter</a:t>
            </a:r>
            <a:r>
              <a:rPr lang="en-GB" dirty="0"/>
              <a:t>: invalid ID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GB" sz="2000" dirty="0"/>
              <a:t>Return/create a token in the semaphore container through </a:t>
            </a:r>
            <a:r>
              <a:rPr lang="en-US" sz="2000" i="1" dirty="0" err="1"/>
              <a:t>osSemaphoreRelease</a:t>
            </a:r>
            <a:r>
              <a:rPr lang="en-US" sz="2000" i="1" dirty="0"/>
              <a:t>(</a:t>
            </a:r>
            <a:r>
              <a:rPr lang="en-US" sz="2000" i="1" dirty="0" err="1"/>
              <a:t>semID</a:t>
            </a:r>
            <a:r>
              <a:rPr lang="en-US" sz="2000" i="1" dirty="0"/>
              <a:t>);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GB" dirty="0"/>
              <a:t>Can a thread return(create) a token even if it has no token?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GB" dirty="0"/>
              <a:t>Semaphore is not a mutex!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657B12-24A1-9F66-5021-D874CD5A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Semaphore Routines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055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58789" y="1009176"/>
            <a:ext cx="11183815" cy="5435586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Semaphore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Used for signaling from threads or ISRs to waiting threads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Can be initialized to 0, meaning “The event hasn’t happened yet”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endParaRPr lang="en-US" sz="1050" dirty="0"/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Mutex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Used to ensure mutually exclusive access to a shared object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Is a binary semaphore with priority inheritance and some other changes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Is initialized to 1, meaning “The object isn’t being used now”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endParaRPr lang="en-GB" sz="1050" dirty="0"/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dirty="0"/>
              <a:t>Common pitfall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GB" dirty="0"/>
              <a:t>Semaphore handles several copies of equivalent resources</a:t>
            </a:r>
            <a:r>
              <a:rPr lang="en-US" dirty="0"/>
              <a:t> whereas mutex handles one?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GB" dirty="0"/>
              <a:t>Semaphore does not keep track of the order of access – effectively treating all resources identically! If your multiple copies of equivalent resources are not identical,</a:t>
            </a:r>
          </a:p>
          <a:p>
            <a:pPr lvl="5">
              <a:lnSpc>
                <a:spcPct val="100000"/>
              </a:lnSpc>
              <a:spcAft>
                <a:spcPts val="600"/>
              </a:spcAft>
            </a:pPr>
            <a:r>
              <a:rPr lang="en-GB" dirty="0"/>
              <a:t>Access and release order matters</a:t>
            </a:r>
          </a:p>
          <a:p>
            <a:pPr lvl="5">
              <a:lnSpc>
                <a:spcPct val="100000"/>
              </a:lnSpc>
              <a:spcAft>
                <a:spcPts val="600"/>
              </a:spcAft>
            </a:pPr>
            <a:r>
              <a:rPr lang="en-GB" dirty="0"/>
              <a:t>Use multiple </a:t>
            </a:r>
            <a:r>
              <a:rPr lang="en-GB" dirty="0" err="1"/>
              <a:t>mutexes</a:t>
            </a:r>
            <a:r>
              <a:rPr lang="en-GB" dirty="0"/>
              <a:t> instead of semaphores!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Mutexes vs. Semaphore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327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447966" y="1448791"/>
            <a:ext cx="5673069" cy="4969594"/>
          </a:xfrm>
        </p:spPr>
        <p:txBody>
          <a:bodyPr/>
          <a:lstStyle/>
          <a:p>
            <a:r>
              <a:rPr lang="en-GB" dirty="0"/>
              <a:t>Sharing bigger chunks of information between threads</a:t>
            </a:r>
          </a:p>
          <a:p>
            <a:r>
              <a:rPr lang="en-US" dirty="0"/>
              <a:t>Each queue element (message) is four bytes long, can be used in two ways</a:t>
            </a:r>
          </a:p>
          <a:p>
            <a:pPr lvl="2"/>
            <a:r>
              <a:rPr lang="en-US" sz="1900" dirty="0"/>
              <a:t>Can hold the data itself (up to 32 bits)</a:t>
            </a:r>
          </a:p>
          <a:p>
            <a:pPr lvl="2"/>
            <a:r>
              <a:rPr lang="en-US" sz="1900" dirty="0"/>
              <a:t>Can hold a pointer to larger objects</a:t>
            </a:r>
          </a:p>
          <a:p>
            <a:r>
              <a:rPr lang="en-US" sz="2000" dirty="0"/>
              <a:t>When passing larger objects, need to dynamically allocate memory per object, free when done processing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Queues and Messages in CMSIS-RTOS2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436949" y="1685928"/>
            <a:ext cx="3187477" cy="438150"/>
            <a:chOff x="4952999" y="1371601"/>
            <a:chExt cx="3187477" cy="438150"/>
          </a:xfrm>
        </p:grpSpPr>
        <p:grpSp>
          <p:nvGrpSpPr>
            <p:cNvPr id="6" name="Group 5"/>
            <p:cNvGrpSpPr/>
            <p:nvPr/>
          </p:nvGrpSpPr>
          <p:grpSpPr>
            <a:xfrm rot="5400000">
              <a:off x="6327663" y="523100"/>
              <a:ext cx="438150" cy="2135151"/>
              <a:chOff x="1143000" y="1649355"/>
              <a:chExt cx="152400" cy="742661"/>
            </a:xfrm>
            <a:solidFill>
              <a:schemeClr val="bg1">
                <a:lumMod val="75000"/>
              </a:schemeClr>
            </a:solidFill>
          </p:grpSpPr>
          <p:sp>
            <p:nvSpPr>
              <p:cNvPr id="9" name="Rectangle 8"/>
              <p:cNvSpPr/>
              <p:nvPr/>
            </p:nvSpPr>
            <p:spPr bwMode="auto">
              <a:xfrm>
                <a:off x="1143000" y="1649355"/>
                <a:ext cx="152400" cy="114011"/>
              </a:xfrm>
              <a:prstGeom prst="rect">
                <a:avLst/>
              </a:prstGeom>
              <a:solidFill>
                <a:srgbClr val="92D050"/>
              </a:solidFill>
              <a:ln w="9525" cap="flat" cmpd="sng" algn="ctr">
                <a:solidFill>
                  <a:srgbClr val="FF0000"/>
                </a:solidFill>
                <a:prstDash val="solid"/>
                <a:round/>
                <a:headEnd type="triangl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ctr" defTabSz="801688" fontAlgn="ctr">
                  <a:lnSpc>
                    <a:spcPct val="80000"/>
                  </a:lnSpc>
                  <a:spcBef>
                    <a:spcPct val="50000"/>
                  </a:spcBef>
                  <a:buClr>
                    <a:schemeClr val="bg2"/>
                  </a:buClr>
                  <a:buSzPct val="125000"/>
                </a:pPr>
                <a:endParaRPr lang="en-US" dirty="0">
                  <a:latin typeface="Arial" pitchFamily="34" charset="0"/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 bwMode="auto">
              <a:xfrm>
                <a:off x="1143000" y="1820806"/>
                <a:ext cx="152400" cy="114011"/>
              </a:xfrm>
              <a:prstGeom prst="rect">
                <a:avLst/>
              </a:prstGeom>
              <a:solidFill>
                <a:srgbClr val="92D050"/>
              </a:solidFill>
              <a:ln w="9525" cap="flat" cmpd="sng" algn="ctr">
                <a:solidFill>
                  <a:srgbClr val="FF0000"/>
                </a:solidFill>
                <a:prstDash val="solid"/>
                <a:round/>
                <a:headEnd type="triangl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ctr" defTabSz="801688" fontAlgn="ctr">
                  <a:lnSpc>
                    <a:spcPct val="80000"/>
                  </a:lnSpc>
                  <a:spcBef>
                    <a:spcPct val="50000"/>
                  </a:spcBef>
                  <a:buClr>
                    <a:schemeClr val="bg2"/>
                  </a:buClr>
                  <a:buSzPct val="125000"/>
                </a:pPr>
                <a:endParaRPr lang="en-US">
                  <a:latin typeface="Arial" pitchFamily="34" charset="0"/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 bwMode="auto">
              <a:xfrm>
                <a:off x="1143000" y="1973206"/>
                <a:ext cx="152400" cy="114011"/>
              </a:xfrm>
              <a:prstGeom prst="rect">
                <a:avLst/>
              </a:prstGeom>
              <a:solidFill>
                <a:srgbClr val="92D050"/>
              </a:solidFill>
              <a:ln w="9525" cap="flat" cmpd="sng" algn="ctr">
                <a:solidFill>
                  <a:srgbClr val="FF0000"/>
                </a:solidFill>
                <a:prstDash val="solid"/>
                <a:round/>
                <a:headEnd type="triangl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ctr" defTabSz="801688" fontAlgn="ctr">
                  <a:lnSpc>
                    <a:spcPct val="80000"/>
                  </a:lnSpc>
                  <a:spcBef>
                    <a:spcPct val="50000"/>
                  </a:spcBef>
                  <a:buClr>
                    <a:schemeClr val="bg2"/>
                  </a:buClr>
                  <a:buSzPct val="125000"/>
                </a:pPr>
                <a:endParaRPr lang="en-US">
                  <a:latin typeface="Arial" pitchFamily="34" charset="0"/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 bwMode="auto">
              <a:xfrm>
                <a:off x="1143000" y="2125605"/>
                <a:ext cx="152400" cy="114011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rgbClr val="FF0000"/>
                </a:solidFill>
                <a:prstDash val="solid"/>
                <a:round/>
                <a:headEnd type="triangl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ctr" defTabSz="801688" fontAlgn="ctr">
                  <a:lnSpc>
                    <a:spcPct val="80000"/>
                  </a:lnSpc>
                  <a:spcBef>
                    <a:spcPct val="50000"/>
                  </a:spcBef>
                  <a:buClr>
                    <a:schemeClr val="bg2"/>
                  </a:buClr>
                  <a:buSzPct val="125000"/>
                </a:pPr>
                <a:endParaRPr lang="en-US">
                  <a:latin typeface="Arial" pitchFamily="34" charset="0"/>
                </a:endParaRPr>
              </a:p>
            </p:txBody>
          </p:sp>
          <p:sp>
            <p:nvSpPr>
              <p:cNvPr id="13" name="Rectangle 12"/>
              <p:cNvSpPr/>
              <p:nvPr/>
            </p:nvSpPr>
            <p:spPr bwMode="auto">
              <a:xfrm>
                <a:off x="1143000" y="2278005"/>
                <a:ext cx="152400" cy="114011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rgbClr val="FF0000"/>
                </a:solidFill>
                <a:prstDash val="solid"/>
                <a:round/>
                <a:headEnd type="triangl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ctr" defTabSz="801688" fontAlgn="ctr">
                  <a:lnSpc>
                    <a:spcPct val="80000"/>
                  </a:lnSpc>
                  <a:spcBef>
                    <a:spcPct val="50000"/>
                  </a:spcBef>
                  <a:buClr>
                    <a:schemeClr val="bg2"/>
                  </a:buClr>
                  <a:buSzPct val="125000"/>
                </a:pPr>
                <a:endParaRPr lang="en-US">
                  <a:latin typeface="Arial" pitchFamily="34" charset="0"/>
                </a:endParaRPr>
              </a:p>
            </p:txBody>
          </p:sp>
        </p:grpSp>
        <p:cxnSp>
          <p:nvCxnSpPr>
            <p:cNvPr id="7" name="Straight Arrow Connector 6"/>
            <p:cNvCxnSpPr/>
            <p:nvPr/>
          </p:nvCxnSpPr>
          <p:spPr bwMode="auto">
            <a:xfrm>
              <a:off x="4952999" y="1600201"/>
              <a:ext cx="1374664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8" name="Straight Arrow Connector 7"/>
            <p:cNvCxnSpPr/>
            <p:nvPr/>
          </p:nvCxnSpPr>
          <p:spPr bwMode="auto">
            <a:xfrm>
              <a:off x="7696882" y="1600200"/>
              <a:ext cx="443594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4" name="Group 13"/>
          <p:cNvGrpSpPr/>
          <p:nvPr/>
        </p:nvGrpSpPr>
        <p:grpSpPr>
          <a:xfrm rot="5400000">
            <a:off x="8811612" y="2666228"/>
            <a:ext cx="438150" cy="2135151"/>
            <a:chOff x="1143000" y="1649355"/>
            <a:chExt cx="152400" cy="742661"/>
          </a:xfrm>
          <a:solidFill>
            <a:schemeClr val="bg1">
              <a:lumMod val="75000"/>
            </a:schemeClr>
          </a:solidFill>
        </p:grpSpPr>
        <p:sp>
          <p:nvSpPr>
            <p:cNvPr id="15" name="Rectangle 14"/>
            <p:cNvSpPr/>
            <p:nvPr/>
          </p:nvSpPr>
          <p:spPr bwMode="auto">
            <a:xfrm>
              <a:off x="1143000" y="1649355"/>
              <a:ext cx="152400" cy="114011"/>
            </a:xfrm>
            <a:prstGeom prst="rect">
              <a:avLst/>
            </a:prstGeom>
            <a:grpFill/>
            <a:ln w="9525" cap="flat" cmpd="sng" algn="ctr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01688" fontAlgn="ctr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</a:pPr>
              <a:endParaRPr lang="en-US" dirty="0">
                <a:latin typeface="Arial" pitchFamily="34" charset="0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1143000" y="1820806"/>
              <a:ext cx="152400" cy="114011"/>
            </a:xfrm>
            <a:prstGeom prst="rect">
              <a:avLst/>
            </a:prstGeom>
            <a:grpFill/>
            <a:ln w="9525" cap="flat" cmpd="sng" algn="ctr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01688" fontAlgn="ctr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1143000" y="1973206"/>
              <a:ext cx="152400" cy="114011"/>
            </a:xfrm>
            <a:prstGeom prst="rect">
              <a:avLst/>
            </a:prstGeom>
            <a:grpFill/>
            <a:ln w="9525" cap="flat" cmpd="sng" algn="ctr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01688" fontAlgn="ctr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1143000" y="2125605"/>
              <a:ext cx="152400" cy="11401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01688" fontAlgn="ctr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1143000" y="2278005"/>
              <a:ext cx="152400" cy="11401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01688" fontAlgn="ctr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</a:pPr>
              <a:endParaRPr lang="en-US">
                <a:latin typeface="Arial" pitchFamily="34" charset="0"/>
              </a:endParaRPr>
            </a:p>
          </p:txBody>
        </p:sp>
      </p:grpSp>
      <p:cxnSp>
        <p:nvCxnSpPr>
          <p:cNvPr id="20" name="Straight Arrow Connector 19"/>
          <p:cNvCxnSpPr>
            <a:endCxn id="18" idx="0"/>
          </p:cNvCxnSpPr>
          <p:nvPr/>
        </p:nvCxnSpPr>
        <p:spPr bwMode="auto">
          <a:xfrm>
            <a:off x="7436948" y="3733803"/>
            <a:ext cx="1292096" cy="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21" name="Straight Arrow Connector 20"/>
          <p:cNvCxnSpPr/>
          <p:nvPr/>
        </p:nvCxnSpPr>
        <p:spPr bwMode="auto">
          <a:xfrm>
            <a:off x="10180831" y="3733802"/>
            <a:ext cx="443594" cy="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2" name="Rectangle 21"/>
          <p:cNvSpPr/>
          <p:nvPr/>
        </p:nvSpPr>
        <p:spPr bwMode="auto">
          <a:xfrm rot="5400000">
            <a:off x="7857580" y="5160588"/>
            <a:ext cx="895349" cy="327782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01688" fontAlgn="ctr">
              <a:lnSpc>
                <a:spcPct val="80000"/>
              </a:lnSpc>
              <a:spcBef>
                <a:spcPct val="50000"/>
              </a:spcBef>
              <a:buClr>
                <a:schemeClr val="bg2"/>
              </a:buClr>
              <a:buSzPct val="125000"/>
            </a:pPr>
            <a:endParaRPr lang="en-US">
              <a:latin typeface="Arial" pitchFamily="34" charset="0"/>
            </a:endParaRPr>
          </a:p>
        </p:txBody>
      </p:sp>
      <p:cxnSp>
        <p:nvCxnSpPr>
          <p:cNvPr id="23" name="Straight Arrow Connector 22"/>
          <p:cNvCxnSpPr>
            <a:endCxn id="22" idx="1"/>
          </p:cNvCxnSpPr>
          <p:nvPr/>
        </p:nvCxnSpPr>
        <p:spPr bwMode="auto">
          <a:xfrm flipH="1">
            <a:off x="8305254" y="3733803"/>
            <a:ext cx="698048" cy="114300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sp>
        <p:nvSpPr>
          <p:cNvPr id="24" name="Rectangle 23"/>
          <p:cNvSpPr/>
          <p:nvPr/>
        </p:nvSpPr>
        <p:spPr bwMode="auto">
          <a:xfrm rot="5400000">
            <a:off x="9090389" y="5170112"/>
            <a:ext cx="895349" cy="327782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01688" fontAlgn="ctr">
              <a:lnSpc>
                <a:spcPct val="80000"/>
              </a:lnSpc>
              <a:spcBef>
                <a:spcPct val="50000"/>
              </a:spcBef>
              <a:buClr>
                <a:schemeClr val="bg2"/>
              </a:buClr>
              <a:buSzPct val="125000"/>
            </a:pPr>
            <a:endParaRPr lang="en-US">
              <a:latin typeface="Arial" pitchFamily="34" charset="0"/>
            </a:endParaRPr>
          </a:p>
        </p:txBody>
      </p:sp>
      <p:cxnSp>
        <p:nvCxnSpPr>
          <p:cNvPr id="25" name="Straight Arrow Connector 24"/>
          <p:cNvCxnSpPr>
            <a:endCxn id="24" idx="1"/>
          </p:cNvCxnSpPr>
          <p:nvPr/>
        </p:nvCxnSpPr>
        <p:spPr bwMode="auto">
          <a:xfrm>
            <a:off x="9538063" y="3743327"/>
            <a:ext cx="1" cy="114300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sp>
        <p:nvSpPr>
          <p:cNvPr id="26" name="Rectangle 25"/>
          <p:cNvSpPr/>
          <p:nvPr/>
        </p:nvSpPr>
        <p:spPr bwMode="auto">
          <a:xfrm rot="5400000">
            <a:off x="10253627" y="5170112"/>
            <a:ext cx="895349" cy="327782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01688" fontAlgn="ctr">
              <a:lnSpc>
                <a:spcPct val="80000"/>
              </a:lnSpc>
              <a:spcBef>
                <a:spcPct val="50000"/>
              </a:spcBef>
              <a:buClr>
                <a:schemeClr val="bg2"/>
              </a:buClr>
              <a:buSzPct val="125000"/>
            </a:pPr>
            <a:endParaRPr lang="en-US">
              <a:latin typeface="Arial" pitchFamily="34" charset="0"/>
            </a:endParaRPr>
          </a:p>
        </p:txBody>
      </p:sp>
      <p:cxnSp>
        <p:nvCxnSpPr>
          <p:cNvPr id="27" name="Straight Arrow Connector 26"/>
          <p:cNvCxnSpPr>
            <a:endCxn id="26" idx="1"/>
          </p:cNvCxnSpPr>
          <p:nvPr/>
        </p:nvCxnSpPr>
        <p:spPr bwMode="auto">
          <a:xfrm>
            <a:off x="9962777" y="3733801"/>
            <a:ext cx="738525" cy="115252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8124281" y="1228727"/>
            <a:ext cx="1405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+mj-lt"/>
              </a:rPr>
              <a:t>Pass the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349" y="2981327"/>
            <a:ext cx="2512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+mj-lt"/>
              </a:rPr>
              <a:t>Pass a Pointer to the Data</a:t>
            </a:r>
          </a:p>
        </p:txBody>
      </p:sp>
    </p:spTree>
    <p:extLst>
      <p:ext uri="{BB962C8B-B14F-4D97-AF65-F5344CB8AC3E}">
        <p14:creationId xmlns:p14="http://schemas.microsoft.com/office/powerpoint/2010/main" val="2213281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EF360-E643-5E9F-263E-AD04ACFE6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F3362F-0E85-F7A2-65A2-CEAA2D8A2A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Create queue  </a:t>
            </a:r>
          </a:p>
          <a:p>
            <a:pPr lvl="2"/>
            <a:r>
              <a:rPr lang="en-US" i="1" dirty="0" err="1"/>
              <a:t>osMessageQueueId_t</a:t>
            </a:r>
            <a:r>
              <a:rPr lang="en-US" i="1" dirty="0"/>
              <a:t> </a:t>
            </a:r>
            <a:r>
              <a:rPr lang="en-US" i="1" dirty="0" err="1"/>
              <a:t>msgq_id</a:t>
            </a:r>
            <a:r>
              <a:rPr lang="en-US" i="1" dirty="0"/>
              <a:t>;</a:t>
            </a:r>
          </a:p>
          <a:p>
            <a:pPr lvl="2"/>
            <a:r>
              <a:rPr lang="en-US" i="1" dirty="0" err="1"/>
              <a:t>msgq_id</a:t>
            </a:r>
            <a:r>
              <a:rPr lang="en-US" i="1" dirty="0"/>
              <a:t> = </a:t>
            </a:r>
            <a:r>
              <a:rPr lang="en-US" i="1" dirty="0" err="1"/>
              <a:t>osMessageQueueNew</a:t>
            </a:r>
            <a:r>
              <a:rPr lang="en-US" i="1" dirty="0"/>
              <a:t>(</a:t>
            </a:r>
            <a:r>
              <a:rPr lang="en-US" i="1" dirty="0" err="1"/>
              <a:t>msg_count</a:t>
            </a:r>
            <a:r>
              <a:rPr lang="en-US" i="1" dirty="0"/>
              <a:t>, </a:t>
            </a:r>
            <a:r>
              <a:rPr lang="en-US" i="1" dirty="0" err="1"/>
              <a:t>msg_size</a:t>
            </a:r>
            <a:r>
              <a:rPr lang="en-US" i="1" dirty="0"/>
              <a:t>, NULL);</a:t>
            </a:r>
          </a:p>
          <a:p>
            <a:pPr lvl="2"/>
            <a:r>
              <a:rPr lang="en-US" dirty="0" err="1"/>
              <a:t>msg_count</a:t>
            </a:r>
            <a:r>
              <a:rPr lang="en-US" dirty="0"/>
              <a:t>: number of messages in the queue</a:t>
            </a:r>
          </a:p>
          <a:p>
            <a:pPr lvl="2"/>
            <a:r>
              <a:rPr lang="en-US" dirty="0" err="1"/>
              <a:t>msg_size</a:t>
            </a:r>
            <a:r>
              <a:rPr lang="en-US" dirty="0"/>
              <a:t>: size (in bytes) of each message</a:t>
            </a:r>
          </a:p>
          <a:p>
            <a:pPr lvl="2"/>
            <a:r>
              <a:rPr lang="en-US" dirty="0"/>
              <a:t>Queue stores fixed-size messages — not just pointers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13F7CA-67E1-326B-D559-3C5D23BCF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Create message queue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610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A5BAC-AB71-F7E9-8008-F97206AD0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AC2AF-6218-82C8-C0EE-C13665D4C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Sending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BB590-1D19-E6F5-913D-32272F098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659" y="1245869"/>
            <a:ext cx="11409874" cy="5005461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2000" dirty="0"/>
              <a:t>Prepare message if passing a pointer to the data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sz="1600" dirty="0"/>
              <a:t>May need to allocate memory (if object doesn’t exist)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2000" dirty="0"/>
              <a:t>Send the message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2000" i="1" dirty="0" err="1"/>
              <a:t>osMessageQueuePut</a:t>
            </a:r>
            <a:r>
              <a:rPr lang="en-US" sz="2000" i="1" dirty="0"/>
              <a:t>(</a:t>
            </a:r>
            <a:r>
              <a:rPr lang="en-US" sz="2000" i="1" dirty="0" err="1"/>
              <a:t>queue_id</a:t>
            </a:r>
            <a:r>
              <a:rPr lang="en-US" sz="2000" i="1" dirty="0"/>
              <a:t>, &amp;msg, priority, timeout);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sz="1600" i="1" dirty="0"/>
              <a:t>msg is a pointer to the message data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sz="1600" dirty="0"/>
              <a:t>What if queue  is full?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sz="1600" i="1" dirty="0"/>
              <a:t>If blocking: the sending thread sleeps until space is available or timeout expires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sz="1600" i="1" dirty="0"/>
              <a:t>If non-blocking: returns </a:t>
            </a:r>
            <a:r>
              <a:rPr lang="en-US" sz="1600" i="1" dirty="0" err="1"/>
              <a:t>osErrorResource</a:t>
            </a:r>
            <a:endParaRPr lang="en-US" sz="1600" i="1" dirty="0"/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GB" sz="1600" dirty="0"/>
              <a:t>Return code: </a:t>
            </a:r>
            <a:r>
              <a:rPr lang="en-US" sz="1600" i="1" dirty="0" err="1"/>
              <a:t>osOK</a:t>
            </a:r>
            <a:r>
              <a:rPr lang="en-US" sz="1600" i="1" dirty="0"/>
              <a:t>, </a:t>
            </a:r>
            <a:r>
              <a:rPr lang="en-US" sz="1600" i="1" dirty="0" err="1"/>
              <a:t>osErrorTimeout</a:t>
            </a:r>
            <a:r>
              <a:rPr lang="en-US" sz="1600" i="1" dirty="0"/>
              <a:t>, </a:t>
            </a:r>
            <a:r>
              <a:rPr lang="en-US" sz="1600" i="1" dirty="0" err="1"/>
              <a:t>osErrorResource</a:t>
            </a:r>
            <a:r>
              <a:rPr lang="en-US" sz="1600" i="1" dirty="0"/>
              <a:t>, </a:t>
            </a:r>
            <a:r>
              <a:rPr lang="en-US" sz="1600" i="1" dirty="0" err="1"/>
              <a:t>osErrorParameter</a:t>
            </a:r>
            <a:endParaRPr lang="en-US" sz="1600" i="1" dirty="0"/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sz="2000" i="1" dirty="0" err="1"/>
              <a:t>osMessageQueuePut</a:t>
            </a:r>
            <a:r>
              <a:rPr lang="en-US" sz="2000" i="1" dirty="0"/>
              <a:t>(</a:t>
            </a:r>
            <a:r>
              <a:rPr lang="en-US" sz="2000" i="1" dirty="0" err="1"/>
              <a:t>queue_id</a:t>
            </a:r>
            <a:r>
              <a:rPr lang="en-US" sz="2000" i="1" dirty="0"/>
              <a:t>, &amp;msg, 0, 0);  // non-blocking only!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sz="1600" dirty="0"/>
              <a:t>ISRs use this version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sz="1600" dirty="0"/>
              <a:t>Returns immediately — no blocking in ISRs allowed</a:t>
            </a:r>
          </a:p>
        </p:txBody>
      </p:sp>
    </p:spTree>
    <p:extLst>
      <p:ext uri="{BB962C8B-B14F-4D97-AF65-F5344CB8AC3E}">
        <p14:creationId xmlns:p14="http://schemas.microsoft.com/office/powerpoint/2010/main" val="481771978"/>
      </p:ext>
    </p:extLst>
  </p:cSld>
  <p:clrMapOvr>
    <a:masterClrMapping/>
  </p:clrMapOvr>
  <p:transition>
    <p:pull dir="r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91E0B-B377-FB67-C967-FAEF6E687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C8A13-40BE-F2D3-02A2-A6B30DB6F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Receiving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032DE-78F7-F61A-1AA4-027CA0793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374" y="1105893"/>
            <a:ext cx="11162515" cy="5171815"/>
          </a:xfrm>
        </p:spPr>
        <p:txBody>
          <a:bodyPr/>
          <a:lstStyle/>
          <a:p>
            <a:r>
              <a:rPr lang="en-US" sz="2000" i="1" dirty="0" err="1"/>
              <a:t>osMessageQueueGet</a:t>
            </a:r>
            <a:r>
              <a:rPr lang="en-US" sz="2000" i="1" dirty="0"/>
              <a:t>(</a:t>
            </a:r>
            <a:r>
              <a:rPr lang="en-US" sz="2000" i="1" dirty="0" err="1"/>
              <a:t>queue_id</a:t>
            </a:r>
            <a:r>
              <a:rPr lang="en-US" sz="2000" i="1" dirty="0"/>
              <a:t>, &amp;msg, NULL, timeout);</a:t>
            </a:r>
          </a:p>
          <a:p>
            <a:pPr lvl="2"/>
            <a:r>
              <a:rPr lang="en-US" sz="1600" dirty="0"/>
              <a:t>Provides a pointer to the next message in the specified queue</a:t>
            </a:r>
          </a:p>
          <a:p>
            <a:pPr lvl="2"/>
            <a:r>
              <a:rPr lang="en-US" sz="1600" dirty="0"/>
              <a:t>Must free the message’s memory after using it</a:t>
            </a:r>
          </a:p>
          <a:p>
            <a:pPr lvl="2"/>
            <a:r>
              <a:rPr lang="en-US" sz="1600" dirty="0"/>
              <a:t>Will block if the queue has no message</a:t>
            </a:r>
          </a:p>
          <a:p>
            <a:pPr lvl="2"/>
            <a:r>
              <a:rPr lang="en-US" sz="1600" i="1" dirty="0"/>
              <a:t>timeout </a:t>
            </a:r>
            <a:r>
              <a:rPr lang="en-US" sz="1600" dirty="0"/>
              <a:t>again</a:t>
            </a:r>
          </a:p>
          <a:p>
            <a:pPr lvl="2"/>
            <a:r>
              <a:rPr lang="en-US" sz="1600" dirty="0"/>
              <a:t>Return code: </a:t>
            </a:r>
          </a:p>
          <a:p>
            <a:pPr lvl="5"/>
            <a:r>
              <a:rPr lang="en-US" sz="1600" i="1" dirty="0" err="1"/>
              <a:t>osOK</a:t>
            </a:r>
            <a:r>
              <a:rPr lang="en-US" sz="1600" i="1" dirty="0"/>
              <a:t>: message received</a:t>
            </a:r>
          </a:p>
          <a:p>
            <a:pPr lvl="5"/>
            <a:r>
              <a:rPr lang="en-US" sz="1600" i="1" dirty="0" err="1"/>
              <a:t>osErrorTimeout</a:t>
            </a:r>
            <a:r>
              <a:rPr lang="en-US" sz="1600" i="1" dirty="0"/>
              <a:t>: timeout occurred</a:t>
            </a:r>
          </a:p>
          <a:p>
            <a:pPr lvl="5"/>
            <a:r>
              <a:rPr lang="en-US" sz="1600" i="1" dirty="0" err="1"/>
              <a:t>osErrorResource</a:t>
            </a:r>
            <a:r>
              <a:rPr lang="en-US" sz="1600" i="1" dirty="0"/>
              <a:t>: queue is empty (non-blocking mode)</a:t>
            </a:r>
          </a:p>
          <a:p>
            <a:pPr lvl="5"/>
            <a:r>
              <a:rPr lang="en-US" sz="1600" i="1" dirty="0" err="1"/>
              <a:t>osErrorParameter</a:t>
            </a:r>
            <a:r>
              <a:rPr lang="en-US" sz="1600" i="1" dirty="0"/>
              <a:t>: invalid pointer or ID</a:t>
            </a:r>
          </a:p>
          <a:p>
            <a:pPr lvl="1"/>
            <a:r>
              <a:rPr lang="en-US" sz="2000" i="1" dirty="0" err="1"/>
              <a:t>osMessageQueueGet</a:t>
            </a:r>
            <a:r>
              <a:rPr lang="en-US" sz="2000" i="1" dirty="0"/>
              <a:t>(</a:t>
            </a:r>
            <a:r>
              <a:rPr lang="en-US" sz="2000" i="1" dirty="0" err="1"/>
              <a:t>queue_id</a:t>
            </a:r>
            <a:r>
              <a:rPr lang="en-US" sz="2000" i="1" dirty="0"/>
              <a:t>, &amp;msg, NULL, 0);  // Non-blocking only</a:t>
            </a:r>
          </a:p>
          <a:p>
            <a:pPr lvl="2"/>
            <a:r>
              <a:rPr lang="en-US" sz="1600" dirty="0"/>
              <a:t>Provides a pointer to next message </a:t>
            </a:r>
          </a:p>
          <a:p>
            <a:pPr lvl="2"/>
            <a:r>
              <a:rPr lang="en-US" sz="1600" dirty="0"/>
              <a:t>Return value indicates result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45200"/>
      </p:ext>
    </p:extLst>
  </p:cSld>
  <p:clrMapOvr>
    <a:masterClrMapping/>
  </p:clrMapOvr>
  <p:transition>
    <p:pull dir="r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Memory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658" y="3962400"/>
            <a:ext cx="11369888" cy="2366962"/>
          </a:xfrm>
        </p:spPr>
        <p:txBody>
          <a:bodyPr/>
          <a:lstStyle/>
          <a:p>
            <a:r>
              <a:rPr lang="en-US" sz="2100" dirty="0"/>
              <a:t>Allocating and freeing different sizes of memory can cause fragmentation, so free space is distributed in fragments which are too small to use</a:t>
            </a:r>
          </a:p>
          <a:p>
            <a:r>
              <a:rPr lang="en-US" sz="2100" dirty="0"/>
              <a:t>Solution is to create a separate memory pool for each size of data to be allocated</a:t>
            </a:r>
          </a:p>
          <a:p>
            <a:pPr lvl="1"/>
            <a:endParaRPr lang="en-US" sz="2000" dirty="0"/>
          </a:p>
        </p:txBody>
      </p:sp>
      <p:sp>
        <p:nvSpPr>
          <p:cNvPr id="4" name="Rectangle 3"/>
          <p:cNvSpPr/>
          <p:nvPr/>
        </p:nvSpPr>
        <p:spPr bwMode="auto">
          <a:xfrm>
            <a:off x="407882" y="2312609"/>
            <a:ext cx="4875530" cy="32778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01688" fontAlgn="ctr">
              <a:lnSpc>
                <a:spcPct val="80000"/>
              </a:lnSpc>
              <a:spcBef>
                <a:spcPct val="50000"/>
              </a:spcBef>
              <a:buClr>
                <a:schemeClr val="bg2"/>
              </a:buClr>
              <a:buSzPct val="125000"/>
            </a:pPr>
            <a:endParaRPr lang="en-US">
              <a:latin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12604" y="2328484"/>
            <a:ext cx="711015" cy="32778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01688" fontAlgn="ctr">
              <a:lnSpc>
                <a:spcPct val="80000"/>
              </a:lnSpc>
              <a:spcBef>
                <a:spcPct val="50000"/>
              </a:spcBef>
              <a:buClr>
                <a:schemeClr val="bg2"/>
              </a:buClr>
              <a:buSzPct val="125000"/>
            </a:pPr>
            <a:endParaRPr lang="en-US">
              <a:latin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2439354" y="2328484"/>
            <a:ext cx="711015" cy="32778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01688" fontAlgn="ctr">
              <a:lnSpc>
                <a:spcPct val="80000"/>
              </a:lnSpc>
              <a:spcBef>
                <a:spcPct val="50000"/>
              </a:spcBef>
              <a:buClr>
                <a:schemeClr val="bg2"/>
              </a:buClr>
              <a:buSzPct val="125000"/>
            </a:pPr>
            <a:endParaRPr lang="en-US">
              <a:latin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3150369" y="2328484"/>
            <a:ext cx="304721" cy="32778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01688" fontAlgn="ctr">
              <a:lnSpc>
                <a:spcPct val="80000"/>
              </a:lnSpc>
              <a:spcBef>
                <a:spcPct val="50000"/>
              </a:spcBef>
              <a:buClr>
                <a:schemeClr val="bg2"/>
              </a:buClr>
              <a:buSzPct val="125000"/>
            </a:pPr>
            <a:endParaRPr lang="en-US">
              <a:latin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4504682" y="2328484"/>
            <a:ext cx="304721" cy="32778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01688" fontAlgn="ctr">
              <a:lnSpc>
                <a:spcPct val="80000"/>
              </a:lnSpc>
              <a:spcBef>
                <a:spcPct val="50000"/>
              </a:spcBef>
              <a:buClr>
                <a:schemeClr val="bg2"/>
              </a:buClr>
              <a:buSzPct val="125000"/>
            </a:pPr>
            <a:endParaRPr lang="en-US">
              <a:latin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455089" y="2328484"/>
            <a:ext cx="304721" cy="32778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01688" fontAlgn="ctr">
              <a:lnSpc>
                <a:spcPct val="80000"/>
              </a:lnSpc>
              <a:spcBef>
                <a:spcPct val="50000"/>
              </a:spcBef>
              <a:buClr>
                <a:schemeClr val="bg2"/>
              </a:buClr>
              <a:buSzPct val="125000"/>
            </a:pPr>
            <a:endParaRPr lang="en-US">
              <a:latin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759810" y="2328484"/>
            <a:ext cx="304721" cy="32778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01688" fontAlgn="ctr">
              <a:lnSpc>
                <a:spcPct val="80000"/>
              </a:lnSpc>
              <a:spcBef>
                <a:spcPct val="50000"/>
              </a:spcBef>
              <a:buClr>
                <a:schemeClr val="bg2"/>
              </a:buClr>
              <a:buSzPct val="125000"/>
            </a:pPr>
            <a:endParaRPr lang="en-US">
              <a:latin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1829913" y="2328484"/>
            <a:ext cx="304721" cy="32778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01688" fontAlgn="ctr">
              <a:lnSpc>
                <a:spcPct val="80000"/>
              </a:lnSpc>
              <a:spcBef>
                <a:spcPct val="50000"/>
              </a:spcBef>
              <a:buClr>
                <a:schemeClr val="bg2"/>
              </a:buClr>
              <a:buSzPct val="125000"/>
            </a:pPr>
            <a:endParaRPr lang="en-US">
              <a:latin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850167" y="1074359"/>
            <a:ext cx="711015" cy="32778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01688" fontAlgn="ctr">
              <a:lnSpc>
                <a:spcPct val="80000"/>
              </a:lnSpc>
              <a:spcBef>
                <a:spcPct val="50000"/>
              </a:spcBef>
              <a:buClr>
                <a:schemeClr val="bg2"/>
              </a:buClr>
              <a:buSzPct val="125000"/>
            </a:pPr>
            <a:endParaRPr lang="en-US">
              <a:latin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43588" y="1595736"/>
            <a:ext cx="311604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chemeClr val="accent1"/>
                </a:solidFill>
              </a:rPr>
              <a:t>It doesn’t fit anywhere!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6197576" y="2312609"/>
            <a:ext cx="2657461" cy="32778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01688" fontAlgn="ctr">
              <a:lnSpc>
                <a:spcPct val="80000"/>
              </a:lnSpc>
              <a:spcBef>
                <a:spcPct val="50000"/>
              </a:spcBef>
              <a:buClr>
                <a:schemeClr val="bg2"/>
              </a:buClr>
              <a:buSzPct val="125000"/>
            </a:pPr>
            <a:endParaRPr lang="en-US">
              <a:latin typeface="Arial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6197576" y="2331659"/>
            <a:ext cx="711015" cy="32778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01688" fontAlgn="ctr">
              <a:lnSpc>
                <a:spcPct val="80000"/>
              </a:lnSpc>
              <a:spcBef>
                <a:spcPct val="50000"/>
              </a:spcBef>
              <a:buClr>
                <a:schemeClr val="bg2"/>
              </a:buClr>
              <a:buSzPct val="125000"/>
            </a:pPr>
            <a:endParaRPr lang="en-US">
              <a:latin typeface="Arial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8144022" y="2331659"/>
            <a:ext cx="711015" cy="32778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01688" fontAlgn="ctr">
              <a:lnSpc>
                <a:spcPct val="80000"/>
              </a:lnSpc>
              <a:spcBef>
                <a:spcPct val="50000"/>
              </a:spcBef>
              <a:buClr>
                <a:schemeClr val="bg2"/>
              </a:buClr>
              <a:buSzPct val="125000"/>
            </a:pPr>
            <a:endParaRPr lang="en-US">
              <a:latin typeface="Arial" pitchFamily="34" charset="0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9041635" y="2312609"/>
            <a:ext cx="2104267" cy="346832"/>
            <a:chOff x="4883649" y="2960309"/>
            <a:chExt cx="1578611" cy="346832"/>
          </a:xfrm>
        </p:grpSpPr>
        <p:sp>
          <p:nvSpPr>
            <p:cNvPr id="26" name="Rectangle 25"/>
            <p:cNvSpPr/>
            <p:nvPr/>
          </p:nvSpPr>
          <p:spPr bwMode="auto">
            <a:xfrm>
              <a:off x="4883650" y="2960309"/>
              <a:ext cx="1578610" cy="3277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01688" fontAlgn="ctr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5106806" y="2979359"/>
              <a:ext cx="228600" cy="32778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01688" fontAlgn="ctr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5791657" y="2979359"/>
              <a:ext cx="228600" cy="32778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01688" fontAlgn="ctr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5335406" y="2979359"/>
              <a:ext cx="228600" cy="32778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01688" fontAlgn="ctr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6233659" y="2979359"/>
              <a:ext cx="228600" cy="32778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01688" fontAlgn="ctr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4883649" y="2979359"/>
              <a:ext cx="228600" cy="32778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defTabSz="801688" fontAlgn="ctr">
                <a:lnSpc>
                  <a:spcPct val="80000"/>
                </a:lnSpc>
                <a:spcBef>
                  <a:spcPct val="50000"/>
                </a:spcBef>
                <a:buClr>
                  <a:schemeClr val="bg2"/>
                </a:buClr>
                <a:buSzPct val="125000"/>
              </a:pPr>
              <a:endParaRPr lang="en-US">
                <a:latin typeface="Arial" pitchFamily="34" charset="0"/>
              </a:endParaRPr>
            </a:p>
          </p:txBody>
        </p:sp>
      </p:grpSp>
      <p:sp>
        <p:nvSpPr>
          <p:cNvPr id="24" name="Rectangle 23"/>
          <p:cNvSpPr/>
          <p:nvPr/>
        </p:nvSpPr>
        <p:spPr bwMode="auto">
          <a:xfrm>
            <a:off x="7170797" y="2077659"/>
            <a:ext cx="711015" cy="32778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801688" fontAlgn="ctr">
              <a:lnSpc>
                <a:spcPct val="80000"/>
              </a:lnSpc>
              <a:spcBef>
                <a:spcPct val="50000"/>
              </a:spcBef>
              <a:buClr>
                <a:schemeClr val="bg2"/>
              </a:buClr>
              <a:buSzPct val="125000"/>
            </a:pPr>
            <a:endParaRPr lang="en-US">
              <a:latin typeface="Arial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109395" y="1595736"/>
            <a:ext cx="90306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chemeClr val="accent1"/>
                </a:solidFill>
              </a:rPr>
              <a:t>Here!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9973" y="2895601"/>
            <a:ext cx="389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+mj-lt"/>
              </a:rPr>
              <a:t>Single pool handling all size requests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65475" y="2895601"/>
            <a:ext cx="2569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+mj-lt"/>
              </a:rPr>
              <a:t>Pool for 32-byte requests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08835" y="2895601"/>
            <a:ext cx="2569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+mj-lt"/>
              </a:rPr>
              <a:t>Pool for 16-byte requests</a:t>
            </a:r>
          </a:p>
        </p:txBody>
      </p:sp>
      <p:cxnSp>
        <p:nvCxnSpPr>
          <p:cNvPr id="32" name="Straight Connector 31"/>
          <p:cNvCxnSpPr/>
          <p:nvPr/>
        </p:nvCxnSpPr>
        <p:spPr bwMode="auto">
          <a:xfrm>
            <a:off x="5791280" y="1066800"/>
            <a:ext cx="0" cy="2667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355179795"/>
      </p:ext>
    </p:extLst>
  </p:cSld>
  <p:clrMapOvr>
    <a:masterClrMapping/>
  </p:clrMapOvr>
  <p:transition>
    <p:pull dir="r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60840-AE72-7A5C-8F6E-AAC64C90B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A9393-E4B0-5362-C6C0-0AC2EF48E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Memory Allocation in CMSIS-RTOS2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308D4-F346-085B-211B-4612C4A5F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658" y="1210310"/>
            <a:ext cx="10995838" cy="5422900"/>
          </a:xfrm>
        </p:spPr>
        <p:txBody>
          <a:bodyPr/>
          <a:lstStyle/>
          <a:p>
            <a:r>
              <a:rPr lang="en-GB" sz="2000" dirty="0"/>
              <a:t>CMSIS-RTOS2 has powerful fixed memory block memory allocation routines - pool</a:t>
            </a:r>
            <a:endParaRPr lang="en-US" sz="2000" dirty="0"/>
          </a:p>
          <a:p>
            <a:r>
              <a:rPr lang="en-US" sz="2000" dirty="0"/>
              <a:t>“pool” = memory pool of fixed-size blocks</a:t>
            </a:r>
          </a:p>
          <a:p>
            <a:r>
              <a:rPr lang="en-GB" sz="2000" dirty="0"/>
              <a:t>Thread safe and re-entrant</a:t>
            </a:r>
            <a:endParaRPr lang="en-US" sz="2000" dirty="0"/>
          </a:p>
          <a:p>
            <a:r>
              <a:rPr lang="en-US" sz="2000" dirty="0"/>
              <a:t>Functions</a:t>
            </a:r>
          </a:p>
          <a:p>
            <a:pPr lvl="2"/>
            <a:r>
              <a:rPr lang="en-US" sz="1600" i="1" dirty="0"/>
              <a:t>_</a:t>
            </a:r>
            <a:r>
              <a:rPr lang="en-US" sz="1600" i="1" dirty="0" err="1"/>
              <a:t>osMemoryPoolId_t</a:t>
            </a:r>
            <a:r>
              <a:rPr lang="en-US" sz="1600" i="1" dirty="0"/>
              <a:t> </a:t>
            </a:r>
            <a:r>
              <a:rPr lang="en-US" sz="1600" i="1" dirty="0" err="1"/>
              <a:t>poolID</a:t>
            </a:r>
            <a:r>
              <a:rPr lang="en-US" sz="1600" i="1" dirty="0"/>
              <a:t>;</a:t>
            </a:r>
          </a:p>
          <a:p>
            <a:pPr lvl="2"/>
            <a:r>
              <a:rPr lang="en-US" sz="1600" i="1" dirty="0" err="1"/>
              <a:t>poolID</a:t>
            </a:r>
            <a:r>
              <a:rPr lang="en-US" sz="1600" i="1" dirty="0"/>
              <a:t> = </a:t>
            </a:r>
            <a:r>
              <a:rPr lang="en-US" sz="1600" i="1" dirty="0" err="1"/>
              <a:t>osMemoryPoolNew</a:t>
            </a:r>
            <a:r>
              <a:rPr lang="en-US" sz="1600" i="1" dirty="0"/>
              <a:t>(</a:t>
            </a:r>
            <a:r>
              <a:rPr lang="en-US" sz="1600" i="1" dirty="0" err="1"/>
              <a:t>block_count</a:t>
            </a:r>
            <a:r>
              <a:rPr lang="en-US" sz="1600" i="1" dirty="0"/>
              <a:t>, </a:t>
            </a:r>
            <a:r>
              <a:rPr lang="en-US" sz="1600" i="1" dirty="0" err="1"/>
              <a:t>block_size</a:t>
            </a:r>
            <a:r>
              <a:rPr lang="en-US" sz="1600" i="1" dirty="0"/>
              <a:t>, NULL); </a:t>
            </a:r>
          </a:p>
          <a:p>
            <a:pPr lvl="2"/>
            <a:r>
              <a:rPr lang="en-US" sz="1600" i="1" dirty="0"/>
              <a:t>void *</a:t>
            </a:r>
            <a:r>
              <a:rPr lang="en-US" sz="1600" i="1" dirty="0" err="1"/>
              <a:t>ptr</a:t>
            </a:r>
            <a:r>
              <a:rPr lang="en-US" sz="1600" i="1" dirty="0"/>
              <a:t> = </a:t>
            </a:r>
            <a:r>
              <a:rPr lang="en-US" sz="1600" i="1" dirty="0" err="1"/>
              <a:t>osMemoryPoolAlloc</a:t>
            </a:r>
            <a:r>
              <a:rPr lang="en-US" sz="1600" i="1" dirty="0"/>
              <a:t>(</a:t>
            </a:r>
            <a:r>
              <a:rPr lang="en-US" sz="1600" i="1" dirty="0" err="1"/>
              <a:t>poolID</a:t>
            </a:r>
            <a:r>
              <a:rPr lang="en-US" sz="1600" i="1" dirty="0"/>
              <a:t>, </a:t>
            </a:r>
            <a:r>
              <a:rPr lang="en-US" sz="1600" i="1" dirty="0" err="1"/>
              <a:t>osWaitForever</a:t>
            </a:r>
            <a:r>
              <a:rPr lang="en-US" sz="1600" i="1" dirty="0"/>
              <a:t>);</a:t>
            </a:r>
          </a:p>
          <a:p>
            <a:pPr lvl="2"/>
            <a:r>
              <a:rPr lang="en-US" sz="1600" i="1" dirty="0" err="1"/>
              <a:t>osMemoryPoolFree</a:t>
            </a:r>
            <a:r>
              <a:rPr lang="en-US" sz="1600" i="1" dirty="0"/>
              <a:t>(</a:t>
            </a:r>
            <a:r>
              <a:rPr lang="en-US" sz="1600" i="1" dirty="0" err="1"/>
              <a:t>poolID</a:t>
            </a:r>
            <a:r>
              <a:rPr lang="en-US" sz="1600" i="1" dirty="0"/>
              <a:t>, </a:t>
            </a:r>
            <a:r>
              <a:rPr lang="en-US" sz="1600" i="1" dirty="0" err="1"/>
              <a:t>ptr</a:t>
            </a:r>
            <a:r>
              <a:rPr lang="en-US" sz="1600" i="1" dirty="0"/>
              <a:t>);</a:t>
            </a:r>
          </a:p>
          <a:p>
            <a:r>
              <a:rPr lang="en-GB" sz="2000" dirty="0"/>
              <a:t>Better to use these for fixed size messages</a:t>
            </a:r>
          </a:p>
          <a:p>
            <a:r>
              <a:rPr lang="en-GB" sz="2000" dirty="0"/>
              <a:t>Variable length memory allocation (</a:t>
            </a:r>
            <a:r>
              <a:rPr lang="en-GB" sz="2000" dirty="0" err="1"/>
              <a:t>malloc</a:t>
            </a:r>
            <a:r>
              <a:rPr lang="en-GB" sz="2000" dirty="0"/>
              <a:t>() and free() from </a:t>
            </a:r>
            <a:r>
              <a:rPr lang="en-GB" sz="2000" dirty="0" err="1"/>
              <a:t>stdlib.h</a:t>
            </a:r>
            <a:r>
              <a:rPr lang="en-GB" sz="2000" dirty="0"/>
              <a:t>) functions are not re-entrant! Use lock and unlock to disable context switch!</a:t>
            </a:r>
            <a:endParaRPr lang="en-US" sz="2000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8835049"/>
      </p:ext>
    </p:extLst>
  </p:cSld>
  <p:clrMapOvr>
    <a:masterClrMapping/>
  </p:clrMapOvr>
  <p:transition>
    <p:pull dir="r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0DD1B-18E9-0C17-0249-DE301C2B6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3573C-A9B7-15A8-9719-AE96558E1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 Working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83554-545F-8AD5-9786-749B83050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221" y="754380"/>
            <a:ext cx="11345779" cy="4904406"/>
          </a:xfrm>
        </p:spPr>
        <p:txBody>
          <a:bodyPr numCol="2"/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typedef struct {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uint32_t 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[2];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MsgBox_t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osMessageQueueId_t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msgQ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osMemoryPoolId_t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pool;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rec_Thread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(void *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MsgBox_t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*msg;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msg = (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MsgBox_t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*)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osMessageQueueGet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msgQ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NULL, NULL, 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osWaitForever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).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value.p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uint32_t rec_val0 = msg-&gt;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[0];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uint32_t rec_val1 = msg-&gt;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[1];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osMemoryPoolFree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(pool, msg);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osThreadExit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send_Thread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(void *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MsgBox_t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*msg = (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MsgBox_t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*)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osMemoryPoolAlloc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(pool, 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osWaitForever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msg-&gt;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 = 0x3215fedc;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msg-&gt;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 = 0x00000015;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osMessageQueuePut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msgQ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&amp;msg, 0, 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osWaitForever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osThreadExit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main(void) {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osKernelInitialize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1400" i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pool = 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osMemoryPoolNew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(16, 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MsgBox_t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 NULL);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msgQ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osMessageQueueNew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(16, 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MsgBox_t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*), NULL);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1400" i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osThreadNew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rec_Thread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NULL, NULL);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osThreadNew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send_Thread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NULL, NULL);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1400" i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osKernelStart</a:t>
            </a: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while (1) {}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69253164"/>
      </p:ext>
    </p:extLst>
  </p:cSld>
  <p:clrMapOvr>
    <a:masterClrMapping/>
  </p:clrMapOvr>
  <p:transition>
    <p:pull dir="r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125" y="158115"/>
            <a:ext cx="11180763" cy="666750"/>
          </a:xfrm>
        </p:spPr>
        <p:txBody>
          <a:bodyPr>
            <a:normAutofit/>
          </a:bodyPr>
          <a:lstStyle/>
          <a:p>
            <a:r>
              <a:rPr lang="en-GB" dirty="0"/>
              <a:t>Sharing Data Safely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997" y="842122"/>
            <a:ext cx="11245361" cy="5602641"/>
          </a:xfrm>
        </p:spPr>
        <p:txBody>
          <a:bodyPr/>
          <a:lstStyle/>
          <a:p>
            <a:r>
              <a:rPr lang="en-GB" sz="1800" dirty="0"/>
              <a:t>Preemption and interrupt could contaminate data:</a:t>
            </a:r>
          </a:p>
          <a:p>
            <a:pPr lvl="2"/>
            <a:r>
              <a:rPr lang="en-GB" sz="1400" dirty="0"/>
              <a:t>One writer and at least one reader scenario</a:t>
            </a:r>
          </a:p>
          <a:p>
            <a:pPr lvl="5"/>
            <a:r>
              <a:rPr lang="en-GB" sz="1400" dirty="0"/>
              <a:t>Data overwritten partway through being read - Writer and reader might interrupt each other</a:t>
            </a:r>
          </a:p>
          <a:p>
            <a:pPr lvl="2"/>
            <a:r>
              <a:rPr lang="en-GB" sz="1400" dirty="0"/>
              <a:t>More than one writer, at least one reader scenario</a:t>
            </a:r>
          </a:p>
          <a:p>
            <a:pPr lvl="5"/>
            <a:r>
              <a:rPr lang="en-GB" sz="1400" dirty="0"/>
              <a:t>Data overwritten partway through being read - Writer and reader might interrupt each other</a:t>
            </a:r>
          </a:p>
          <a:p>
            <a:pPr lvl="5"/>
            <a:r>
              <a:rPr lang="en-GB" sz="1400" dirty="0"/>
              <a:t>Data overwritten partway through being written - Writers interrupt each other</a:t>
            </a:r>
          </a:p>
          <a:p>
            <a:r>
              <a:rPr lang="en-GB" sz="1800" dirty="0"/>
              <a:t>Is the read/write operation indivisible/atomic?</a:t>
            </a:r>
          </a:p>
          <a:p>
            <a:pPr lvl="2"/>
            <a:r>
              <a:rPr lang="en-GB" sz="1400" dirty="0"/>
              <a:t>Yes, then problem solved – but what if not?</a:t>
            </a:r>
          </a:p>
          <a:p>
            <a:pPr marL="292100" indent="-2921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dirty="0"/>
              <a:t>Race condition</a:t>
            </a:r>
          </a:p>
          <a:p>
            <a:pPr marL="1098550" lvl="2" indent="-2921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400" dirty="0"/>
              <a:t>Anomalous </a:t>
            </a:r>
            <a:r>
              <a:rPr lang="en-US" sz="1400" dirty="0" err="1"/>
              <a:t>behaviour</a:t>
            </a:r>
            <a:r>
              <a:rPr lang="en-US" sz="1400" dirty="0"/>
              <a:t> due to unexpected critical dependence on the relative timing of events</a:t>
            </a:r>
          </a:p>
          <a:p>
            <a:pPr marL="1098550" lvl="2" indent="-2921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400" dirty="0"/>
              <a:t>Depends on the </a:t>
            </a:r>
            <a:r>
              <a:rPr lang="en-US" sz="1400" i="1" dirty="0"/>
              <a:t>relative timing </a:t>
            </a:r>
            <a:r>
              <a:rPr lang="en-US" sz="1400" dirty="0"/>
              <a:t>of the read and write operations</a:t>
            </a:r>
          </a:p>
          <a:p>
            <a:pPr marL="292100" indent="-2921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800" dirty="0"/>
              <a:t>Critical section</a:t>
            </a:r>
          </a:p>
          <a:p>
            <a:pPr marL="1098550" lvl="2" indent="-2921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400" dirty="0"/>
              <a:t>A section of code which creates a possible race condition</a:t>
            </a:r>
          </a:p>
          <a:p>
            <a:pPr marL="1338263" lvl="3" indent="-2921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200" dirty="0"/>
              <a:t>Any access to a shared data structure is a critical section of code</a:t>
            </a:r>
          </a:p>
          <a:p>
            <a:pPr marL="1098550" lvl="2" indent="-2921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400" dirty="0"/>
              <a:t>Some synchronization mechanism is required at the entry and exit of the critical section to ensure exclusive use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3647413"/>
      </p:ext>
    </p:extLst>
  </p:cSld>
  <p:clrMapOvr>
    <a:masterClrMapping/>
  </p:clrMapOvr>
  <p:transition>
    <p:pull dir="r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18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sz="3200" dirty="0"/>
              <a:t>Data Race Bug: Timestamp Data Structure</a:t>
            </a:r>
          </a:p>
        </p:txBody>
      </p:sp>
      <p:sp>
        <p:nvSpPr>
          <p:cNvPr id="73318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306309" y="962024"/>
            <a:ext cx="11579384" cy="5667375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System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sz="1600" dirty="0" err="1"/>
              <a:t>TimerVal</a:t>
            </a:r>
            <a:r>
              <a:rPr lang="en-US" sz="1600" dirty="0"/>
              <a:t> structure tracks time and </a:t>
            </a:r>
            <a:br>
              <a:rPr lang="en-US" sz="1600" dirty="0"/>
            </a:br>
            <a:r>
              <a:rPr lang="en-US" sz="1600" dirty="0"/>
              <a:t>days since some reference event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sz="1600" dirty="0" err="1"/>
              <a:t>TimerVal’s</a:t>
            </a:r>
            <a:r>
              <a:rPr lang="en-US" sz="1600" dirty="0"/>
              <a:t> fields are updated by </a:t>
            </a:r>
            <a:br>
              <a:rPr lang="en-US" sz="1600" dirty="0"/>
            </a:br>
            <a:r>
              <a:rPr lang="en-US" sz="1600" dirty="0"/>
              <a:t>periodic timer ISR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Problem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sz="1600" dirty="0"/>
              <a:t>An interrupt at the wrong time will </a:t>
            </a:r>
            <a:br>
              <a:rPr lang="en-US" sz="1600" dirty="0"/>
            </a:br>
            <a:r>
              <a:rPr lang="en-US" sz="1600" dirty="0"/>
              <a:t>lead to wrong data in DT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Failure Example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sz="1600" dirty="0" err="1"/>
              <a:t>TimerVal</a:t>
            </a:r>
            <a:r>
              <a:rPr lang="en-US" sz="1600" dirty="0"/>
              <a:t> is {10, 23, 59, 59}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sz="1600" dirty="0"/>
              <a:t>Thread code calls </a:t>
            </a:r>
            <a:r>
              <a:rPr lang="en-US" sz="1600" dirty="0" err="1"/>
              <a:t>GetDateTime</a:t>
            </a:r>
            <a:r>
              <a:rPr lang="en-US" sz="1600" dirty="0"/>
              <a:t>(), which starts copying the </a:t>
            </a:r>
            <a:r>
              <a:rPr lang="en-US" sz="1600" dirty="0" err="1"/>
              <a:t>TimerVal</a:t>
            </a:r>
            <a:r>
              <a:rPr lang="en-US" sz="1600" dirty="0"/>
              <a:t> fields to DT: day = 00, hour = 23</a:t>
            </a:r>
            <a:endParaRPr lang="en-US" sz="1200" dirty="0"/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sz="1600" dirty="0"/>
              <a:t>A timer interrupt occurs, which updates </a:t>
            </a:r>
            <a:r>
              <a:rPr lang="en-US" sz="1600" dirty="0" err="1"/>
              <a:t>TimerVal</a:t>
            </a:r>
            <a:r>
              <a:rPr lang="en-US" sz="1600" dirty="0"/>
              <a:t> to {11, 0, 0, 0}</a:t>
            </a:r>
            <a:endParaRPr lang="en-US" sz="1200" dirty="0"/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sz="1600" dirty="0" err="1"/>
              <a:t>GetDateTime</a:t>
            </a:r>
            <a:r>
              <a:rPr lang="en-US" sz="1600" dirty="0"/>
              <a:t>() resumes executing, copying  the remaining </a:t>
            </a:r>
            <a:r>
              <a:rPr lang="en-US" sz="1600" dirty="0" err="1"/>
              <a:t>TimerVal</a:t>
            </a:r>
            <a:r>
              <a:rPr lang="en-US" sz="1600" dirty="0"/>
              <a:t> fields to DT: minute = 0, second = 0</a:t>
            </a:r>
            <a:endParaRPr lang="en-US" sz="1200" dirty="0"/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sz="1600" dirty="0"/>
              <a:t>DT now has a time stamp of {10, 23, 0, 0}. 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sz="1600" b="1" i="1" dirty="0"/>
              <a:t>The system thinks time just jumped backwards one hour!</a:t>
            </a:r>
            <a:endParaRPr lang="en-US" sz="1600" b="1" dirty="0"/>
          </a:p>
        </p:txBody>
      </p:sp>
      <p:sp>
        <p:nvSpPr>
          <p:cNvPr id="733188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703357" y="1046286"/>
            <a:ext cx="6195986" cy="20313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en-US" b="1" i="1" dirty="0">
                <a:latin typeface="Courier New" pitchFamily="49" charset="0"/>
              </a:rPr>
              <a:t>void </a:t>
            </a:r>
            <a:r>
              <a:rPr lang="en-US" b="1" i="1" dirty="0" err="1">
                <a:latin typeface="Courier New" pitchFamily="49" charset="0"/>
              </a:rPr>
              <a:t>GetDateTime</a:t>
            </a:r>
            <a:r>
              <a:rPr lang="en-US" b="1" i="1" dirty="0">
                <a:latin typeface="Courier New" pitchFamily="49" charset="0"/>
              </a:rPr>
              <a:t>(</a:t>
            </a:r>
            <a:r>
              <a:rPr lang="en-US" b="1" i="1" dirty="0" err="1">
                <a:latin typeface="Courier New" pitchFamily="49" charset="0"/>
              </a:rPr>
              <a:t>DateTimeType</a:t>
            </a:r>
            <a:r>
              <a:rPr lang="en-US" b="1" i="1" dirty="0">
                <a:latin typeface="Courier New" pitchFamily="49" charset="0"/>
              </a:rPr>
              <a:t> * DT){</a:t>
            </a:r>
          </a:p>
          <a:p>
            <a:pPr eaLnBrk="1" hangingPunct="1">
              <a:spcBef>
                <a:spcPct val="2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en-US" b="1" i="1" dirty="0">
                <a:latin typeface="Courier New" pitchFamily="49" charset="0"/>
              </a:rPr>
              <a:t> DT-&gt;day = </a:t>
            </a:r>
            <a:r>
              <a:rPr lang="en-US" b="1" i="1" dirty="0" err="1">
                <a:latin typeface="Courier New" pitchFamily="49" charset="0"/>
              </a:rPr>
              <a:t>TimerVal.day</a:t>
            </a:r>
            <a:r>
              <a:rPr lang="en-US" b="1" i="1" dirty="0">
                <a:latin typeface="Courier New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en-US" b="1" i="1" dirty="0">
                <a:latin typeface="Courier New" pitchFamily="49" charset="0"/>
              </a:rPr>
              <a:t> DT-&gt;hour = </a:t>
            </a:r>
            <a:r>
              <a:rPr lang="en-US" b="1" i="1" dirty="0" err="1">
                <a:latin typeface="Courier New" pitchFamily="49" charset="0"/>
              </a:rPr>
              <a:t>TimerVal.hour</a:t>
            </a:r>
            <a:r>
              <a:rPr lang="en-US" b="1" i="1" dirty="0">
                <a:latin typeface="Courier New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rgbClr val="0000FF"/>
              </a:buClr>
            </a:pPr>
            <a:r>
              <a:rPr lang="en-US" b="1" i="1" dirty="0">
                <a:latin typeface="Courier New" pitchFamily="49" charset="0"/>
              </a:rPr>
              <a:t> DT-&gt;minute = </a:t>
            </a:r>
            <a:r>
              <a:rPr lang="en-US" b="1" i="1" dirty="0" err="1">
                <a:latin typeface="Courier New" pitchFamily="49" charset="0"/>
              </a:rPr>
              <a:t>TimerVal.minute</a:t>
            </a:r>
            <a:r>
              <a:rPr lang="en-US" b="1" i="1" dirty="0">
                <a:latin typeface="Courier New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rgbClr val="0000FF"/>
              </a:buClr>
            </a:pPr>
            <a:r>
              <a:rPr lang="en-US" b="1" i="1" dirty="0">
                <a:latin typeface="Courier New" pitchFamily="49" charset="0"/>
              </a:rPr>
              <a:t> DT-&gt;second = </a:t>
            </a:r>
            <a:r>
              <a:rPr lang="en-US" b="1" i="1" dirty="0" err="1">
                <a:latin typeface="Courier New" pitchFamily="49" charset="0"/>
              </a:rPr>
              <a:t>TimerVal.second</a:t>
            </a:r>
            <a:r>
              <a:rPr lang="en-US" b="1" i="1" dirty="0">
                <a:latin typeface="Courier New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rgbClr val="0000FF"/>
              </a:buClr>
            </a:pPr>
            <a:r>
              <a:rPr lang="en-US" b="1" i="1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85884186"/>
      </p:ext>
    </p:extLst>
  </p:cSld>
  <p:clrMapOvr>
    <a:masterClrMapping/>
  </p:clrMapOvr>
  <p:transition>
    <p:pull dir="r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Atomicity, ARM ISA and Shared Memory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ARM is a Load/Store architecture – variables can only be modified in registers, not in memory</a:t>
            </a:r>
            <a:endParaRPr lang="en-US" sz="2000" dirty="0"/>
          </a:p>
          <a:p>
            <a:r>
              <a:rPr lang="en-US" dirty="0"/>
              <a:t>Any memory-resident variable must be accessed with at least three instructions: load, modify, store.</a:t>
            </a:r>
          </a:p>
          <a:p>
            <a:pPr lvl="2"/>
            <a:r>
              <a:rPr lang="en-US" sz="1900" dirty="0"/>
              <a:t>This creates a </a:t>
            </a:r>
            <a:r>
              <a:rPr lang="en-US" sz="1900" b="1" dirty="0"/>
              <a:t>critical section </a:t>
            </a:r>
            <a:r>
              <a:rPr lang="en-US" sz="1900" dirty="0"/>
              <a:t>from the load instruction to the store instruction</a:t>
            </a:r>
            <a:r>
              <a:rPr lang="en-US" sz="1900" dirty="0">
                <a:solidFill>
                  <a:srgbClr val="FF0000"/>
                </a:solidFill>
              </a:rPr>
              <a:t> </a:t>
            </a:r>
            <a:r>
              <a:rPr lang="en-US" sz="1900" dirty="0"/>
              <a:t>(inclusive)</a:t>
            </a:r>
          </a:p>
          <a:p>
            <a:pPr lvl="2"/>
            <a:r>
              <a:rPr lang="en-US" sz="1900" dirty="0"/>
              <a:t>It’s not just multi-element data structures –</a:t>
            </a:r>
            <a:r>
              <a:rPr lang="en-US" sz="1900" b="1" dirty="0"/>
              <a:t> ANYTHING </a:t>
            </a:r>
            <a:r>
              <a:rPr lang="en-US" sz="1900" dirty="0"/>
              <a:t>in memory (even bytes or words) is vulnerable</a:t>
            </a:r>
            <a:endParaRPr lang="en-US" sz="2000" dirty="0"/>
          </a:p>
          <a:p>
            <a:r>
              <a:rPr lang="en-US" dirty="0"/>
              <a:t>Threads communicating with shared memory are vulnerable to </a:t>
            </a:r>
            <a:r>
              <a:rPr lang="en-US" b="1" dirty="0"/>
              <a:t>race conditions</a:t>
            </a:r>
            <a:endParaRPr lang="en-US" dirty="0"/>
          </a:p>
          <a:p>
            <a:r>
              <a:rPr lang="en-US" dirty="0"/>
              <a:t>Any variables used in shared memory communication must be protected</a:t>
            </a:r>
          </a:p>
        </p:txBody>
      </p:sp>
    </p:spTree>
    <p:extLst>
      <p:ext uri="{BB962C8B-B14F-4D97-AF65-F5344CB8AC3E}">
        <p14:creationId xmlns:p14="http://schemas.microsoft.com/office/powerpoint/2010/main" val="221942697"/>
      </p:ext>
    </p:extLst>
  </p:cSld>
  <p:clrMapOvr>
    <a:masterClrMapping/>
  </p:clrMapOvr>
  <p:transition>
    <p:pull dir="r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Reentrancy and Data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878" y="974009"/>
            <a:ext cx="11583172" cy="552350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 sz="1600" dirty="0"/>
              <a:t>A naive implementation </a:t>
            </a:r>
            <a:r>
              <a:rPr lang="en-US" sz="1600" dirty="0" err="1"/>
              <a:t>itoa</a:t>
            </a:r>
            <a:r>
              <a:rPr lang="en-US" sz="1600" dirty="0"/>
              <a:t>() function </a:t>
            </a:r>
          </a:p>
          <a:p>
            <a:pPr lvl="2">
              <a:lnSpc>
                <a:spcPct val="100000"/>
              </a:lnSpc>
              <a:spcAft>
                <a:spcPts val="1000"/>
              </a:spcAft>
            </a:pPr>
            <a:r>
              <a:rPr lang="en-US" sz="1400" dirty="0"/>
              <a:t>Converts an integer to a text string (char array)</a:t>
            </a:r>
          </a:p>
          <a:p>
            <a:pPr lvl="2">
              <a:lnSpc>
                <a:spcPct val="100000"/>
              </a:lnSpc>
              <a:spcAft>
                <a:spcPts val="1000"/>
              </a:spcAft>
            </a:pPr>
            <a:r>
              <a:rPr lang="en-US" sz="1400" dirty="0"/>
              <a:t>Space for only one string is allocated, so </a:t>
            </a:r>
            <a:r>
              <a:rPr lang="en-US" sz="1400" dirty="0" err="1"/>
              <a:t>itoa</a:t>
            </a:r>
            <a:r>
              <a:rPr lang="en-US" sz="1400" dirty="0"/>
              <a:t>() is non-reentrant. </a:t>
            </a:r>
          </a:p>
          <a:p>
            <a:pPr lvl="2">
              <a:lnSpc>
                <a:spcPct val="100000"/>
              </a:lnSpc>
              <a:spcAft>
                <a:spcPts val="1000"/>
              </a:spcAft>
            </a:pPr>
            <a:r>
              <a:rPr lang="en-US" sz="1400" b="1" dirty="0"/>
              <a:t>Not ensuring mutually exclusive global resource use makes the function non-reentrant 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 sz="1600" dirty="0"/>
              <a:t>Various fixes possible</a:t>
            </a:r>
          </a:p>
          <a:p>
            <a:pPr lvl="2">
              <a:lnSpc>
                <a:spcPct val="100000"/>
              </a:lnSpc>
              <a:spcAft>
                <a:spcPts val="1000"/>
              </a:spcAft>
            </a:pPr>
            <a:r>
              <a:rPr lang="en-US" sz="1400" dirty="0"/>
              <a:t>Could change </a:t>
            </a:r>
            <a:r>
              <a:rPr lang="en-US" sz="1400" dirty="0" err="1"/>
              <a:t>itoa</a:t>
            </a:r>
            <a:r>
              <a:rPr lang="en-US" sz="1400" dirty="0"/>
              <a:t>() so that the calling function must allocate space for string</a:t>
            </a:r>
          </a:p>
          <a:p>
            <a:pPr lvl="2">
              <a:lnSpc>
                <a:spcPct val="100000"/>
              </a:lnSpc>
              <a:spcAft>
                <a:spcPts val="1000"/>
              </a:spcAft>
            </a:pPr>
            <a:r>
              <a:rPr lang="en-US" sz="1400" dirty="0"/>
              <a:t>Could change </a:t>
            </a:r>
            <a:r>
              <a:rPr lang="en-US" sz="1400" dirty="0" err="1"/>
              <a:t>itoa</a:t>
            </a:r>
            <a:r>
              <a:rPr lang="en-US" sz="1400" dirty="0"/>
              <a:t>() to store the buffer locally </a:t>
            </a:r>
          </a:p>
          <a:p>
            <a:pPr lvl="2">
              <a:lnSpc>
                <a:spcPct val="100000"/>
              </a:lnSpc>
              <a:spcAft>
                <a:spcPts val="1000"/>
              </a:spcAft>
            </a:pPr>
            <a:r>
              <a:rPr lang="en-US" sz="1400" dirty="0"/>
              <a:t>Could protect the array with a semaphore to ensure mutual exclusion</a:t>
            </a:r>
          </a:p>
          <a:p>
            <a:pPr lvl="2">
              <a:lnSpc>
                <a:spcPct val="100000"/>
              </a:lnSpc>
              <a:spcAft>
                <a:spcPts val="1000"/>
              </a:spcAft>
            </a:pPr>
            <a:r>
              <a:rPr lang="en-US" sz="1400" dirty="0"/>
              <a:t>Could prevent Thread switching (and maybe even interrupts) in critical sections for global data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 sz="1600" dirty="0" err="1"/>
              <a:t>itoa</a:t>
            </a:r>
            <a:r>
              <a:rPr lang="en-US" sz="1600" dirty="0"/>
              <a:t>() is called by multiple Threads and is representative of application library code (math libraries, error handlers, I/O drivers)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 sz="1600" b="1" dirty="0"/>
              <a:t>Observation: sometimes data sharing problems are hidden in non-reentrant shared functions</a:t>
            </a:r>
          </a:p>
          <a:p>
            <a:pPr marL="292100" indent="-292100">
              <a:lnSpc>
                <a:spcPct val="100000"/>
              </a:lnSpc>
              <a:spcAft>
                <a:spcPts val="100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600" dirty="0"/>
              <a:t>Write re-entrant code</a:t>
            </a:r>
          </a:p>
          <a:p>
            <a:pPr marL="1098550" lvl="2" indent="-292100">
              <a:lnSpc>
                <a:spcPct val="100000"/>
              </a:lnSpc>
              <a:spcAft>
                <a:spcPts val="100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1400" dirty="0"/>
              <a:t>C</a:t>
            </a:r>
            <a:r>
              <a:rPr lang="en-US" sz="1400" dirty="0"/>
              <a:t>ode which can have multiple simultaneous, interleaved, or nested execution instances which will not interfere with each other</a:t>
            </a:r>
          </a:p>
          <a:p>
            <a:pPr marL="1098550" lvl="2" indent="-292100">
              <a:lnSpc>
                <a:spcPct val="100000"/>
              </a:lnSpc>
              <a:spcAft>
                <a:spcPts val="100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400" dirty="0"/>
              <a:t>This is important for multi-threaded code, recursive functions, and interrupt handling</a:t>
            </a:r>
            <a:endParaRPr lang="en-US" sz="1600" dirty="0"/>
          </a:p>
          <a:p>
            <a:pPr marL="400050">
              <a:lnSpc>
                <a:spcPct val="100000"/>
              </a:lnSpc>
              <a:spcAft>
                <a:spcPts val="100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600" dirty="0"/>
              <a:t>If each instance has its own data, the code is reentrant (e.g. using own stack frame and restoring all relevant processor state)</a:t>
            </a:r>
            <a:endParaRPr lang="en-GB" sz="1600" dirty="0"/>
          </a:p>
          <a:p>
            <a:pPr>
              <a:spcBef>
                <a:spcPct val="0"/>
              </a:spcBef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669369323"/>
      </p:ext>
    </p:extLst>
  </p:cSld>
  <p:clrMapOvr>
    <a:masterClrMapping/>
  </p:clrMapOvr>
  <p:transition>
    <p:pull dir="r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General Solutions Based on CMSIS-RTOS2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124" y="1385887"/>
            <a:ext cx="11180763" cy="4086225"/>
          </a:xfrm>
        </p:spPr>
        <p:txBody>
          <a:bodyPr/>
          <a:lstStyle/>
          <a:p>
            <a:r>
              <a:rPr lang="en-GB" dirty="0"/>
              <a:t>Use the primitives introduced to avoid data race</a:t>
            </a:r>
          </a:p>
          <a:p>
            <a:r>
              <a:rPr lang="en-GB" dirty="0"/>
              <a:t>Single Writer</a:t>
            </a:r>
          </a:p>
          <a:p>
            <a:r>
              <a:rPr lang="en-GB" dirty="0"/>
              <a:t>Buffer data so reader and writer don’t access the same copy</a:t>
            </a:r>
          </a:p>
          <a:p>
            <a:pPr lvl="2"/>
            <a:r>
              <a:rPr lang="en-US" dirty="0"/>
              <a:t>Do-it-yourself buffering </a:t>
            </a:r>
          </a:p>
          <a:p>
            <a:pPr lvl="2"/>
            <a:r>
              <a:rPr lang="en-GB" dirty="0"/>
              <a:t>Mailbox and message!</a:t>
            </a:r>
          </a:p>
          <a:p>
            <a:r>
              <a:rPr lang="en-GB" dirty="0"/>
              <a:t>Multiple writers</a:t>
            </a:r>
          </a:p>
          <a:p>
            <a:r>
              <a:rPr lang="en-GB" dirty="0"/>
              <a:t>Make sure only one writer accesses the shared variable</a:t>
            </a:r>
          </a:p>
          <a:p>
            <a:pPr lvl="2"/>
            <a:r>
              <a:rPr lang="en-GB" dirty="0"/>
              <a:t>Use </a:t>
            </a:r>
            <a:r>
              <a:rPr lang="en-GB" dirty="0" err="1"/>
              <a:t>Mutex</a:t>
            </a:r>
            <a:endParaRPr lang="en-GB" dirty="0"/>
          </a:p>
          <a:p>
            <a:pPr lvl="2"/>
            <a:r>
              <a:rPr lang="en-GB" dirty="0"/>
              <a:t>Or disable preemption/interrupt (Disable Cortex-M interrupt or lock/unlock) </a:t>
            </a:r>
          </a:p>
          <a:p>
            <a:r>
              <a:rPr lang="en-GB" dirty="0"/>
              <a:t>Also double check your Threads, better to make them re-entrant unless you have good reasons not to</a:t>
            </a:r>
          </a:p>
        </p:txBody>
      </p:sp>
    </p:spTree>
    <p:extLst>
      <p:ext uri="{BB962C8B-B14F-4D97-AF65-F5344CB8AC3E}">
        <p14:creationId xmlns:p14="http://schemas.microsoft.com/office/powerpoint/2010/main" val="1758636611"/>
      </p:ext>
    </p:extLst>
  </p:cSld>
  <p:clrMapOvr>
    <a:masterClrMapping/>
  </p:clrMapOvr>
  <p:transition>
    <p:pull dir="r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Lab</a:t>
            </a:r>
          </a:p>
          <a:p>
            <a:r>
              <a:rPr lang="en-GB"/>
              <a:t>Performance Evaluation and OS-Aware Debugging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671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Arm_Confidential_2025_Lightmode">
  <a:themeElements>
    <a:clrScheme name="Arm Test 5">
      <a:dk1>
        <a:srgbClr val="000000"/>
      </a:dk1>
      <a:lt1>
        <a:srgbClr val="FFFFFF"/>
      </a:lt1>
      <a:dk2>
        <a:srgbClr val="080023"/>
      </a:dk2>
      <a:lt2>
        <a:srgbClr val="F3F3F3"/>
      </a:lt2>
      <a:accent1>
        <a:srgbClr val="0054FC"/>
      </a:accent1>
      <a:accent2>
        <a:srgbClr val="3B3252"/>
      </a:accent2>
      <a:accent3>
        <a:srgbClr val="FCAB2A"/>
      </a:accent3>
      <a:accent4>
        <a:srgbClr val="00EAE7"/>
      </a:accent4>
      <a:accent5>
        <a:srgbClr val="F37929"/>
      </a:accent5>
      <a:accent6>
        <a:srgbClr val="6F6F6F"/>
      </a:accent6>
      <a:hlink>
        <a:srgbClr val="6E2FF0"/>
      </a:hlink>
      <a:folHlink>
        <a:srgbClr val="002F6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6E2FF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indent="0" algn="l" defTabSz="914400" rtl="0" eaLnBrk="1" latinLnBrk="0" hangingPunct="1">
          <a:lnSpc>
            <a:spcPct val="90000"/>
          </a:lnSpc>
          <a:spcBef>
            <a:spcPts val="0"/>
          </a:spcBef>
          <a:spcAft>
            <a:spcPts val="600"/>
          </a:spcAft>
          <a:buFont typeface="Arial" panose="020B0604020202020204" pitchFamily="34" charset="0"/>
          <a:buNone/>
          <a:defRPr sz="2100" kern="1200" dirty="0" err="1" smtClean="0">
            <a:solidFill>
              <a:schemeClr val="tx2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rm_Confidential_2024" id="{B887AF75-78AC-2747-9C70-2F9B0537D1BE}" vid="{DC9635A4-99AE-AB49-82FD-BA973AC4A79C}"/>
    </a:ext>
  </a:extLst>
</a:theme>
</file>

<file path=ppt/theme/theme2.xml><?xml version="1.0" encoding="utf-8"?>
<a:theme xmlns:a="http://schemas.openxmlformats.org/drawingml/2006/main" name="Arm_Confidential_2025_Darkmode">
  <a:themeElements>
    <a:clrScheme name="Arm Test 5">
      <a:dk1>
        <a:srgbClr val="000000"/>
      </a:dk1>
      <a:lt1>
        <a:srgbClr val="FFFFFF"/>
      </a:lt1>
      <a:dk2>
        <a:srgbClr val="080023"/>
      </a:dk2>
      <a:lt2>
        <a:srgbClr val="F3F3F3"/>
      </a:lt2>
      <a:accent1>
        <a:srgbClr val="0054FC"/>
      </a:accent1>
      <a:accent2>
        <a:srgbClr val="3B3252"/>
      </a:accent2>
      <a:accent3>
        <a:srgbClr val="FCAB2A"/>
      </a:accent3>
      <a:accent4>
        <a:srgbClr val="00EAE7"/>
      </a:accent4>
      <a:accent5>
        <a:srgbClr val="F37929"/>
      </a:accent5>
      <a:accent6>
        <a:srgbClr val="6F6F6F"/>
      </a:accent6>
      <a:hlink>
        <a:srgbClr val="6E2FF0"/>
      </a:hlink>
      <a:folHlink>
        <a:srgbClr val="002F6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indent="0" algn="l" defTabSz="914400" rtl="0" eaLnBrk="1" latinLnBrk="0" hangingPunct="1">
          <a:lnSpc>
            <a:spcPct val="90000"/>
          </a:lnSpc>
          <a:spcBef>
            <a:spcPts val="0"/>
          </a:spcBef>
          <a:spcAft>
            <a:spcPts val="600"/>
          </a:spcAft>
          <a:buFont typeface="Arial" panose="020B0604020202020204" pitchFamily="34" charset="0"/>
          <a:buNone/>
          <a:defRPr sz="2100" kern="1200" dirty="0" err="1" smtClean="0">
            <a:solidFill>
              <a:schemeClr val="tx2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rm_Confidential_2024" id="{B887AF75-78AC-2747-9C70-2F9B0537D1BE}" vid="{DC9635A4-99AE-AB49-82FD-BA973AC4A79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rrent_x0020_Version xmlns="f2ad5090-61a8-4b8c-ab70-68f4ff4d1933">9.0</Current_x0020_Version>
    <Document_x0020_Author xmlns="f2ad5090-61a8-4b8c-ab70-68f4ff4d1933">
      <UserInfo>
        <DisplayName/>
        <AccountId xsi:nil="true"/>
        <AccountType/>
      </UserInfo>
    </Document_x0020_Author>
    <_dlc_DocId xmlns="f2ad5090-61a8-4b8c-ab70-68f4ff4d1933">ARM-ECM-0633231</_dlc_DocId>
    <Document_x0020_Confidentiality xmlns="f2ad5090-61a8-4b8c-ab70-68f4ff4d1933">Confidential-Restricted</Document_x0020_Confidentiality>
    <_dlc_DocIdUrl xmlns="f2ad5090-61a8-4b8c-ab70-68f4ff4d1933">
      <Url>http://teamsites.arm.com/sites/cthub/_layouts/DocIdRedir.aspx?ID=ARM-ECM-0633231</Url>
      <Description>ARM-ECM-0633231</Description>
    </_dlc_DocIdUrl>
    <Category xmlns="c0950e01-db07-4e41-9c32-b7a8e9fccc9b">Private Presentation Templates</Category>
    <ARM_x0020_Legacy_x0020_ID xmlns="f2ad5090-61a8-4b8c-ab70-68f4ff4d1933" xsi:nil="true"/>
    <TaxCatchAll xmlns="f2ad5090-61a8-4b8c-ab70-68f4ff4d1933">
      <Value>7</Value>
      <Value>1</Value>
    </TaxCatchAll>
    <j60c3ced31bb40378c6254d49035d966 xmlns="f2ad5090-61a8-4b8c-ab70-68f4ff4d1933">
      <Terms xmlns="http://schemas.microsoft.com/office/infopath/2007/PartnerControls">
        <TermInfo xmlns="http://schemas.microsoft.com/office/infopath/2007/PartnerControls">
          <TermName xmlns="http://schemas.microsoft.com/office/infopath/2007/PartnerControls">2017</TermName>
          <TermId xmlns="http://schemas.microsoft.com/office/infopath/2007/PartnerControls">58467e81-5d99-44a5-abb5-12a016b65e9e</TermId>
        </TermInfo>
      </Terms>
    </j60c3ced31bb40378c6254d49035d966>
    <RoutingRuleDescription xmlns="http://schemas.microsoft.com/sharepoint/v3" xsi:nil="true"/>
    <_Status xmlns="http://schemas.microsoft.com/sharepoint/v3/fields">Not Started</_Statu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customXsn xmlns="http://schemas.microsoft.com/office/2006/metadata/customXsn">
  <xsnLocation/>
  <cached>True</cached>
  <openByDefault>True</openByDefault>
  <xsnScope/>
</customXsn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ARM Document" ma:contentTypeID="0x0101005C6975769EB1684CAB07571CAE07A11B0100BC81FA0C64ACC243A77959D9266C7751" ma:contentTypeVersion="27" ma:contentTypeDescription="" ma:contentTypeScope="" ma:versionID="c3d44a507a30e34bb56df6cb41b0e970">
  <xsd:schema xmlns:xsd="http://www.w3.org/2001/XMLSchema" xmlns:xs="http://www.w3.org/2001/XMLSchema" xmlns:p="http://schemas.microsoft.com/office/2006/metadata/properties" xmlns:ns1="http://schemas.microsoft.com/sharepoint/v3" xmlns:ns2="f2ad5090-61a8-4b8c-ab70-68f4ff4d1933" xmlns:ns3="http://schemas.microsoft.com/sharepoint/v3/fields" xmlns:ns4="c0950e01-db07-4e41-9c32-b7a8e9fccc9b" targetNamespace="http://schemas.microsoft.com/office/2006/metadata/properties" ma:root="true" ma:fieldsID="d6365f768a9cf65e3d0aaa644537f94f" ns1:_="" ns2:_="" ns3:_="" ns4:_="">
    <xsd:import namespace="http://schemas.microsoft.com/sharepoint/v3"/>
    <xsd:import namespace="f2ad5090-61a8-4b8c-ab70-68f4ff4d1933"/>
    <xsd:import namespace="http://schemas.microsoft.com/sharepoint/v3/fields"/>
    <xsd:import namespace="c0950e01-db07-4e41-9c32-b7a8e9fccc9b"/>
    <xsd:element name="properties">
      <xsd:complexType>
        <xsd:sequence>
          <xsd:element name="documentManagement">
            <xsd:complexType>
              <xsd:all>
                <xsd:element ref="ns1:RoutingRuleDescription" minOccurs="0"/>
                <xsd:element ref="ns2:Document_x0020_Author" minOccurs="0"/>
                <xsd:element ref="ns3:_Status"/>
                <xsd:element ref="ns2:Document_x0020_Confidentiality"/>
                <xsd:element ref="ns2:_dlc_DocId" minOccurs="0"/>
                <xsd:element ref="ns2:_dlc_DocIdUrl" minOccurs="0"/>
                <xsd:element ref="ns2:_dlc_DocIdPersistId" minOccurs="0"/>
                <xsd:element ref="ns2:ARM_x0020_Legacy_x0020_ID" minOccurs="0"/>
                <xsd:element ref="ns2:Current_x0020_Version" minOccurs="0"/>
                <xsd:element ref="ns2:j60c3ced31bb40378c6254d49035d966" minOccurs="0"/>
                <xsd:element ref="ns2:TaxCatchAll" minOccurs="0"/>
                <xsd:element ref="ns2:TaxCatchAllLabel" minOccurs="0"/>
                <xsd:element ref="ns4:Catego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RoutingRuleDescription" ma:index="2" nillable="true" ma:displayName="Description" ma:internalName="RoutingRuleDescription" ma:readOnly="fals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ad5090-61a8-4b8c-ab70-68f4ff4d1933" elementFormDefault="qualified">
    <xsd:import namespace="http://schemas.microsoft.com/office/2006/documentManagement/types"/>
    <xsd:import namespace="http://schemas.microsoft.com/office/infopath/2007/PartnerControls"/>
    <xsd:element name="Document_x0020_Author" ma:index="3" nillable="true" ma:displayName="Document Author" ma:list="UserInfo" ma:SharePointGroup="0" ma:internalName="Document_x0020_Autho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ocument_x0020_Confidentiality" ma:index="5" ma:displayName="Document Confidentiality" ma:default="Confidential" ma:format="Dropdown" ma:internalName="Document_x0020_Confidentiality">
      <xsd:simpleType>
        <xsd:restriction base="dms:Choice">
          <xsd:enumeration value="Secret"/>
          <xsd:enumeration value="Confidential-Restricted"/>
          <xsd:enumeration value="Confidential"/>
          <xsd:enumeration value="Non-Confidential"/>
          <xsd:enumeration value="Personal"/>
        </xsd:restriction>
      </xsd:simpleType>
    </xsd:element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ARM_x0020_Legacy_x0020_ID" ma:index="16" nillable="true" ma:displayName="ARM Legacy ID" ma:internalName="ARM_x0020_Legacy_x0020_ID">
      <xsd:simpleType>
        <xsd:restriction base="dms:Text">
          <xsd:maxLength value="255"/>
        </xsd:restriction>
      </xsd:simpleType>
    </xsd:element>
    <xsd:element name="Current_x0020_Version" ma:index="17" nillable="true" ma:displayName="Current Version" ma:description="The current version number of the file in SharePoint." ma:internalName="Current_x0020_Version" ma:readOnly="false">
      <xsd:simpleType>
        <xsd:restriction base="dms:Text">
          <xsd:maxLength value="255"/>
        </xsd:restriction>
      </xsd:simpleType>
    </xsd:element>
    <xsd:element name="j60c3ced31bb40378c6254d49035d966" ma:index="18" nillable="true" ma:taxonomy="true" ma:internalName="j60c3ced31bb40378c6254d49035d966" ma:taxonomyFieldName="Calendar_x0020_Year" ma:displayName="Calendar Year" ma:readOnly="false" ma:default="7;#2017|58467e81-5d99-44a5-abb5-12a016b65e9e" ma:fieldId="{360c3ced-31bb-4037-8c62-54d49035d966}" ma:sspId="982c6e79-63e2-4d63-9b21-99d1544b0b75" ma:termSetId="c604d99f-773e-49a6-a2c0-6d4bc754112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9" nillable="true" ma:displayName="Taxonomy Catch All Column" ma:hidden="true" ma:list="{a9424fa9-fdb0-43c3-9a79-ae027323b92a}" ma:internalName="TaxCatchAll" ma:showField="CatchAllData" ma:web="f2ad5090-61a8-4b8c-ab70-68f4ff4d19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20" nillable="true" ma:displayName="Taxonomy Catch All Column1" ma:hidden="true" ma:list="{a9424fa9-fdb0-43c3-9a79-ae027323b92a}" ma:internalName="TaxCatchAllLabel" ma:readOnly="true" ma:showField="CatchAllDataLabel" ma:web="f2ad5090-61a8-4b8c-ab70-68f4ff4d19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4" ma:displayName="Status" ma:default="Not Started" ma:internalName="_Status" ma:readOnly="false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950e01-db07-4e41-9c32-b7a8e9fccc9b" elementFormDefault="qualified">
    <xsd:import namespace="http://schemas.microsoft.com/office/2006/documentManagement/types"/>
    <xsd:import namespace="http://schemas.microsoft.com/office/infopath/2007/PartnerControls"/>
    <xsd:element name="Category" ma:index="22" nillable="true" ma:displayName="Category" ma:format="Dropdown" ma:internalName="Category">
      <xsd:simpleType>
        <xsd:restriction base="dms:Choice">
          <xsd:enumeration value="Word Documents - UK"/>
          <xsd:enumeration value="Word Documents - US"/>
          <xsd:enumeration value="Board Presentation Templates"/>
          <xsd:enumeration value="Public Presentation Templates"/>
          <xsd:enumeration value="Private Presentation Templates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1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 ma:index="6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axOccurs="1" ma:displayName="Status">
          <xsd:simpleType xmlns:xs="http://www.w3.org/2001/XMLSchema">
            <xsd:restriction base="xsd:string">
              <xsd:minLength value="1"/>
            </xsd:restriction>
          </xsd:simpleType>
        </xsd:element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B61D4E06-5D3F-4994-A4A7-4BA626FA722D}">
  <ds:schemaRefs>
    <ds:schemaRef ds:uri="http://purl.org/dc/terms/"/>
    <ds:schemaRef ds:uri="http://schemas.microsoft.com/office/2006/metadata/properties"/>
    <ds:schemaRef ds:uri="http://www.w3.org/XML/1998/namespace"/>
    <ds:schemaRef ds:uri="c0950e01-db07-4e41-9c32-b7a8e9fccc9b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sharepoint/v3/fields"/>
    <ds:schemaRef ds:uri="f2ad5090-61a8-4b8c-ab70-68f4ff4d1933"/>
    <ds:schemaRef ds:uri="http://schemas.microsoft.com/sharepoint/v3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2EFBBFE-5AFC-4CAD-AD38-1CB870BDB2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59113B-7FA4-40AB-AF85-5C5588D4771C}">
  <ds:schemaRefs>
    <ds:schemaRef ds:uri="http://schemas.microsoft.com/office/2006/metadata/customXsn"/>
  </ds:schemaRefs>
</ds:datastoreItem>
</file>

<file path=customXml/itemProps4.xml><?xml version="1.0" encoding="utf-8"?>
<ds:datastoreItem xmlns:ds="http://schemas.openxmlformats.org/officeDocument/2006/customXml" ds:itemID="{5675509F-A6F5-4147-861D-E4CC99F48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2ad5090-61a8-4b8c-ab70-68f4ff4d1933"/>
    <ds:schemaRef ds:uri="http://schemas.microsoft.com/sharepoint/v3/fields"/>
    <ds:schemaRef ds:uri="c0950e01-db07-4e41-9c32-b7a8e9fccc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5.xml><?xml version="1.0" encoding="utf-8"?>
<ds:datastoreItem xmlns:ds="http://schemas.openxmlformats.org/officeDocument/2006/customXml" ds:itemID="{1E7F2E56-8924-419D-99E9-79DB71144EB2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Arm_Confidential_2024</Template>
  <TotalTime>12735</TotalTime>
  <Words>4132</Words>
  <Application>Microsoft Office PowerPoint</Application>
  <PresentationFormat>Widescreen</PresentationFormat>
  <Paragraphs>465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Consolas</vt:lpstr>
      <vt:lpstr>Courier New</vt:lpstr>
      <vt:lpstr>Wingdings</vt:lpstr>
      <vt:lpstr>Arm_Confidential_2025_Lightmode</vt:lpstr>
      <vt:lpstr>Arm_Confidential_2025_Darkmode</vt:lpstr>
      <vt:lpstr>Sharing Data in   CMSIS-RTOS2</vt:lpstr>
      <vt:lpstr>Previous</vt:lpstr>
      <vt:lpstr>Inter-Thread Communication</vt:lpstr>
      <vt:lpstr>Events</vt:lpstr>
      <vt:lpstr>And &amp; Or Events</vt:lpstr>
      <vt:lpstr>After Event</vt:lpstr>
      <vt:lpstr>Interrupt and Event</vt:lpstr>
      <vt:lpstr>Mutex</vt:lpstr>
      <vt:lpstr>Mutex Routines</vt:lpstr>
      <vt:lpstr>Semaphore</vt:lpstr>
      <vt:lpstr>Semaphore Routines</vt:lpstr>
      <vt:lpstr>Mutexes vs. Semaphore</vt:lpstr>
      <vt:lpstr>Queues and Messages in CMSIS-RTOS2</vt:lpstr>
      <vt:lpstr>Create message queue</vt:lpstr>
      <vt:lpstr>Sending Messages</vt:lpstr>
      <vt:lpstr>Receiving Messages</vt:lpstr>
      <vt:lpstr>Dynamic Memory Allocation</vt:lpstr>
      <vt:lpstr>Dynamic Memory Allocation in CMSIS-RTOS2</vt:lpstr>
      <vt:lpstr>A Working Example</vt:lpstr>
      <vt:lpstr>Sharing Data Safely</vt:lpstr>
      <vt:lpstr>Data Race Bug: Timestamp Data Structure</vt:lpstr>
      <vt:lpstr>Atomicity, ARM ISA and Shared Memory</vt:lpstr>
      <vt:lpstr>Reentrancy and Data Sharing</vt:lpstr>
      <vt:lpstr>General Solutions Based on CMSIS-RTOS2</vt:lpstr>
      <vt:lpstr>Next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Future of AI is Built on Arm</dc:title>
  <dc:subject/>
  <dc:creator>Семен Власенко</dc:creator>
  <cp:keywords/>
  <dc:description/>
  <cp:lastModifiedBy>Tom Carter</cp:lastModifiedBy>
  <cp:revision>114</cp:revision>
  <dcterms:created xsi:type="dcterms:W3CDTF">2024-12-11T13:44:04Z</dcterms:created>
  <dcterms:modified xsi:type="dcterms:W3CDTF">2025-10-15T08:19:12Z</dcterms:modified>
  <cp:category/>
  <cp:contentStatus>Published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45c40ffca3445d9bf3205a60bd2f6d6">
    <vt:lpwstr>Confidential|28d1025d-1415-4984-b35e-5b79e7d32b5c</vt:lpwstr>
  </property>
  <property fmtid="{D5CDD505-2E9C-101B-9397-08002B2CF9AE}" pid="3" name="TaxKeyword">
    <vt:lpwstr/>
  </property>
  <property fmtid="{D5CDD505-2E9C-101B-9397-08002B2CF9AE}" pid="4" name="_dlc_policyId">
    <vt:lpwstr>0x0101004E4B3E189D714F49A85ED613D6AE4F95|-1756139441</vt:lpwstr>
  </property>
  <property fmtid="{D5CDD505-2E9C-101B-9397-08002B2CF9AE}" pid="5" name="_dlc_DocIdItemGuid">
    <vt:lpwstr>e89a121e-355c-4cb1-879e-045fefeb8c84</vt:lpwstr>
  </property>
  <property fmtid="{D5CDD505-2E9C-101B-9397-08002B2CF9AE}" pid="6" name="_dlc_ItemStageId">
    <vt:lpwstr>1</vt:lpwstr>
  </property>
  <property fmtid="{D5CDD505-2E9C-101B-9397-08002B2CF9AE}" pid="7" name="j60c3ced31bb40378c6254d49035d966">
    <vt:lpwstr>2015|ee47c3e7-6a69-4f36-9adf-1007c8d399a4</vt:lpwstr>
  </property>
  <property fmtid="{D5CDD505-2E9C-101B-9397-08002B2CF9AE}" pid="8" name="vti_description">
    <vt:lpwstr/>
  </property>
  <property fmtid="{D5CDD505-2E9C-101B-9397-08002B2CF9AE}" pid="9" name="WorkflowChangePath">
    <vt:lpwstr>1069b4ef-e6f3-4ad7-8c8e-772136578697,10;</vt:lpwstr>
  </property>
  <property fmtid="{D5CDD505-2E9C-101B-9397-08002B2CF9AE}" pid="10" name="Confidentiality">
    <vt:lpwstr>1;#Confidential|28d1025d-1415-4984-b35e-5b79e7d32b5c</vt:lpwstr>
  </property>
  <property fmtid="{D5CDD505-2E9C-101B-9397-08002B2CF9AE}" pid="11" name="ContentTypeId">
    <vt:lpwstr>0x0101005C6975769EB1684CAB07571CAE07A11B0100BC81FA0C64ACC243A77959D9266C7751</vt:lpwstr>
  </property>
  <property fmtid="{D5CDD505-2E9C-101B-9397-08002B2CF9AE}" pid="12" name="Calendar Year">
    <vt:lpwstr>7;#2017|58467e81-5d99-44a5-abb5-12a016b65e9e</vt:lpwstr>
  </property>
  <property fmtid="{D5CDD505-2E9C-101B-9397-08002B2CF9AE}" pid="13" name="TaxCatchAll">
    <vt:lpwstr/>
  </property>
  <property fmtid="{D5CDD505-2E9C-101B-9397-08002B2CF9AE}" pid="14" name="TaxKeywordTaxHTField">
    <vt:lpwstr/>
  </property>
  <property fmtid="{D5CDD505-2E9C-101B-9397-08002B2CF9AE}" pid="15" name="ItemRetentionFormula">
    <vt:lpwstr/>
  </property>
  <property fmtid="{D5CDD505-2E9C-101B-9397-08002B2CF9AE}" pid="16" name="_dlc_LastRun">
    <vt:lpwstr>08/15/2015 23:02:11</vt:lpwstr>
  </property>
</Properties>
</file>